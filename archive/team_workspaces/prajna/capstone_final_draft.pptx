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63" r:id="rId3"/>
    <p:sldId id="273" r:id="rId4"/>
    <p:sldId id="272" r:id="rId5"/>
    <p:sldId id="259" r:id="rId6"/>
    <p:sldId id="267" r:id="rId7"/>
    <p:sldId id="261" r:id="rId8"/>
    <p:sldId id="262" r:id="rId9"/>
    <p:sldId id="265" r:id="rId10"/>
    <p:sldId id="268" r:id="rId11"/>
    <p:sldId id="269" r:id="rId12"/>
    <p:sldId id="270" r:id="rId13"/>
    <p:sldId id="271" r:id="rId14"/>
    <p:sldId id="264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5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7.png"/><Relationship Id="rId7" Type="http://schemas.openxmlformats.org/officeDocument/2006/relationships/image" Target="../media/image5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3.svg"/><Relationship Id="rId4" Type="http://schemas.openxmlformats.org/officeDocument/2006/relationships/image" Target="../media/image28.svg"/><Relationship Id="rId9" Type="http://schemas.openxmlformats.org/officeDocument/2006/relationships/image" Target="../media/image32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38.png"/><Relationship Id="rId7" Type="http://schemas.openxmlformats.org/officeDocument/2006/relationships/image" Target="../media/image25.png"/><Relationship Id="rId12" Type="http://schemas.openxmlformats.org/officeDocument/2006/relationships/image" Target="../media/image31.sv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41.svg"/><Relationship Id="rId11" Type="http://schemas.openxmlformats.org/officeDocument/2006/relationships/image" Target="../media/image5.png"/><Relationship Id="rId5" Type="http://schemas.openxmlformats.org/officeDocument/2006/relationships/image" Target="../media/image40.png"/><Relationship Id="rId10" Type="http://schemas.openxmlformats.org/officeDocument/2006/relationships/image" Target="../media/image43.svg"/><Relationship Id="rId4" Type="http://schemas.openxmlformats.org/officeDocument/2006/relationships/image" Target="../media/image39.svg"/><Relationship Id="rId9" Type="http://schemas.openxmlformats.org/officeDocument/2006/relationships/image" Target="../media/image4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7.png"/><Relationship Id="rId7" Type="http://schemas.openxmlformats.org/officeDocument/2006/relationships/image" Target="../media/image5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3.svg"/><Relationship Id="rId4" Type="http://schemas.openxmlformats.org/officeDocument/2006/relationships/image" Target="../media/image28.svg"/><Relationship Id="rId9" Type="http://schemas.openxmlformats.org/officeDocument/2006/relationships/image" Target="../media/image32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38.png"/><Relationship Id="rId7" Type="http://schemas.openxmlformats.org/officeDocument/2006/relationships/image" Target="../media/image25.png"/><Relationship Id="rId12" Type="http://schemas.openxmlformats.org/officeDocument/2006/relationships/image" Target="../media/image31.sv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41.svg"/><Relationship Id="rId11" Type="http://schemas.openxmlformats.org/officeDocument/2006/relationships/image" Target="../media/image5.png"/><Relationship Id="rId5" Type="http://schemas.openxmlformats.org/officeDocument/2006/relationships/image" Target="../media/image40.png"/><Relationship Id="rId10" Type="http://schemas.openxmlformats.org/officeDocument/2006/relationships/image" Target="../media/image43.svg"/><Relationship Id="rId4" Type="http://schemas.openxmlformats.org/officeDocument/2006/relationships/image" Target="../media/image39.svg"/><Relationship Id="rId9" Type="http://schemas.openxmlformats.org/officeDocument/2006/relationships/image" Target="../media/image4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B47CF6-4F49-4F55-9674-129AAAA516E6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858D02-47B6-42C4-BF9D-6C8127B0E8DA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Programming Language: Python</a:t>
          </a:r>
          <a:endParaRPr lang="en-US"/>
        </a:p>
      </dgm:t>
    </dgm:pt>
    <dgm:pt modelId="{63F85879-AC0B-44BB-A508-D7D7779A0783}" type="parTrans" cxnId="{3CC583C6-47D0-4F6B-8FB9-F83E874D3A64}">
      <dgm:prSet/>
      <dgm:spPr/>
      <dgm:t>
        <a:bodyPr/>
        <a:lstStyle/>
        <a:p>
          <a:endParaRPr lang="en-US"/>
        </a:p>
      </dgm:t>
    </dgm:pt>
    <dgm:pt modelId="{BD82A7F4-CE7E-4BA7-8467-501FD4F17212}" type="sibTrans" cxnId="{3CC583C6-47D0-4F6B-8FB9-F83E874D3A6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43410EE-30E8-4ADA-9926-B694194AF8A7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Database: Azure SQL Server</a:t>
          </a:r>
          <a:endParaRPr lang="en-US"/>
        </a:p>
      </dgm:t>
    </dgm:pt>
    <dgm:pt modelId="{14F9B301-8452-4042-ADEE-41A601B7C6F2}" type="parTrans" cxnId="{7FF93DA3-E449-4D4E-91B9-B7A2D3E8DF88}">
      <dgm:prSet/>
      <dgm:spPr/>
      <dgm:t>
        <a:bodyPr/>
        <a:lstStyle/>
        <a:p>
          <a:endParaRPr lang="en-US"/>
        </a:p>
      </dgm:t>
    </dgm:pt>
    <dgm:pt modelId="{1B81935E-759B-4C46-8504-85B968779B00}" type="sibTrans" cxnId="{7FF93DA3-E449-4D4E-91B9-B7A2D3E8DF8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FD72CB4-8D65-43CD-B671-2130160275BA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Development Environment: Visual Studio Code</a:t>
          </a:r>
          <a:endParaRPr lang="en-US"/>
        </a:p>
      </dgm:t>
    </dgm:pt>
    <dgm:pt modelId="{7B080B17-6384-46ED-92DC-60AFAEF91C27}" type="parTrans" cxnId="{71EDDE1E-9AF0-4C01-9B16-EFEFF9A3E7D4}">
      <dgm:prSet/>
      <dgm:spPr/>
      <dgm:t>
        <a:bodyPr/>
        <a:lstStyle/>
        <a:p>
          <a:endParaRPr lang="en-US"/>
        </a:p>
      </dgm:t>
    </dgm:pt>
    <dgm:pt modelId="{73EDBB14-7820-4877-A1E9-96D051F0868A}" type="sibTrans" cxnId="{71EDDE1E-9AF0-4C01-9B16-EFEFF9A3E7D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7C91B0A-B776-42D3-A4ED-728E8C091421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Deployment Platform: Streamlit Cloud / Localhost</a:t>
          </a:r>
          <a:endParaRPr lang="en-US"/>
        </a:p>
      </dgm:t>
    </dgm:pt>
    <dgm:pt modelId="{7FE80CDC-E820-4441-BC74-86F1E70129BE}" type="parTrans" cxnId="{AB7A584C-82A1-4B1C-A0B5-08B3D6A737F7}">
      <dgm:prSet/>
      <dgm:spPr/>
      <dgm:t>
        <a:bodyPr/>
        <a:lstStyle/>
        <a:p>
          <a:endParaRPr lang="en-US"/>
        </a:p>
      </dgm:t>
    </dgm:pt>
    <dgm:pt modelId="{590B9CAE-DA61-4601-8360-B37CDF47D3C9}" type="sibTrans" cxnId="{AB7A584C-82A1-4B1C-A0B5-08B3D6A737F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B75195C-5E95-4502-847E-725C14B54897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Version Control System: GitHub</a:t>
          </a:r>
          <a:endParaRPr lang="en-US"/>
        </a:p>
      </dgm:t>
    </dgm:pt>
    <dgm:pt modelId="{366D081B-7042-48D0-92D8-86019792CDFC}" type="parTrans" cxnId="{48104397-82F4-40C4-B582-635BC3F7703E}">
      <dgm:prSet/>
      <dgm:spPr/>
      <dgm:t>
        <a:bodyPr/>
        <a:lstStyle/>
        <a:p>
          <a:endParaRPr lang="en-US"/>
        </a:p>
      </dgm:t>
    </dgm:pt>
    <dgm:pt modelId="{687CCD7B-0C86-4E31-AC8C-338AA99291C8}" type="sibTrans" cxnId="{48104397-82F4-40C4-B582-635BC3F7703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32ED3C2-2B01-4E64-8DC7-D18CEF6305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Azure SQL hosted structured data with real-time Power BI access and secure, scalable storage</a:t>
          </a:r>
        </a:p>
      </dgm:t>
    </dgm:pt>
    <dgm:pt modelId="{CD1F5F8D-AD4B-499A-916E-3DA708F40208}" type="parTrans" cxnId="{26AD17C5-CCB4-41D5-8E4A-6E09E736F816}">
      <dgm:prSet/>
      <dgm:spPr/>
      <dgm:t>
        <a:bodyPr/>
        <a:lstStyle/>
        <a:p>
          <a:endParaRPr lang="en-US"/>
        </a:p>
      </dgm:t>
    </dgm:pt>
    <dgm:pt modelId="{80BA2550-C8C1-486E-8011-803FD914086F}" type="sibTrans" cxnId="{26AD17C5-CCB4-41D5-8E4A-6E09E736F816}">
      <dgm:prSet/>
      <dgm:spPr/>
      <dgm:t>
        <a:bodyPr/>
        <a:lstStyle/>
        <a:p>
          <a:endParaRPr lang="en-US"/>
        </a:p>
      </dgm:t>
    </dgm:pt>
    <dgm:pt modelId="{75FA50D2-48B9-4DF4-B2AC-3ADB361271F2}" type="pres">
      <dgm:prSet presAssocID="{EDB47CF6-4F49-4F55-9674-129AAAA516E6}" presName="root" presStyleCnt="0">
        <dgm:presLayoutVars>
          <dgm:dir/>
          <dgm:resizeHandles val="exact"/>
        </dgm:presLayoutVars>
      </dgm:prSet>
      <dgm:spPr/>
    </dgm:pt>
    <dgm:pt modelId="{3E568A77-01B4-420C-ACDC-5630A127CF50}" type="pres">
      <dgm:prSet presAssocID="{EDB47CF6-4F49-4F55-9674-129AAAA516E6}" presName="container" presStyleCnt="0">
        <dgm:presLayoutVars>
          <dgm:dir/>
          <dgm:resizeHandles val="exact"/>
        </dgm:presLayoutVars>
      </dgm:prSet>
      <dgm:spPr/>
    </dgm:pt>
    <dgm:pt modelId="{E188D063-E8CD-4ED6-8A9F-6D0E5259EC90}" type="pres">
      <dgm:prSet presAssocID="{94858D02-47B6-42C4-BF9D-6C8127B0E8DA}" presName="compNode" presStyleCnt="0"/>
      <dgm:spPr/>
    </dgm:pt>
    <dgm:pt modelId="{9254AFAD-5183-44B0-95F9-CDBE43DD4C6F}" type="pres">
      <dgm:prSet presAssocID="{94858D02-47B6-42C4-BF9D-6C8127B0E8DA}" presName="iconBgRect" presStyleLbl="bgShp" presStyleIdx="0" presStyleCnt="6"/>
      <dgm:spPr/>
    </dgm:pt>
    <dgm:pt modelId="{8532125E-7BE4-448A-8760-8120EE929A0B}" type="pres">
      <dgm:prSet presAssocID="{94858D02-47B6-42C4-BF9D-6C8127B0E8D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5F349652-D6E1-4E09-AB7C-81962C8069E2}" type="pres">
      <dgm:prSet presAssocID="{94858D02-47B6-42C4-BF9D-6C8127B0E8DA}" presName="spaceRect" presStyleCnt="0"/>
      <dgm:spPr/>
    </dgm:pt>
    <dgm:pt modelId="{B81F21CF-3EBE-4E9E-932B-3168469EEE6B}" type="pres">
      <dgm:prSet presAssocID="{94858D02-47B6-42C4-BF9D-6C8127B0E8DA}" presName="textRect" presStyleLbl="revTx" presStyleIdx="0" presStyleCnt="6">
        <dgm:presLayoutVars>
          <dgm:chMax val="1"/>
          <dgm:chPref val="1"/>
        </dgm:presLayoutVars>
      </dgm:prSet>
      <dgm:spPr/>
    </dgm:pt>
    <dgm:pt modelId="{1B954067-36D8-4850-A6E5-D738E3CEAC3D}" type="pres">
      <dgm:prSet presAssocID="{BD82A7F4-CE7E-4BA7-8467-501FD4F17212}" presName="sibTrans" presStyleLbl="sibTrans2D1" presStyleIdx="0" presStyleCnt="0"/>
      <dgm:spPr/>
    </dgm:pt>
    <dgm:pt modelId="{1E8F1738-C68E-4A0D-8271-818379483980}" type="pres">
      <dgm:prSet presAssocID="{443410EE-30E8-4ADA-9926-B694194AF8A7}" presName="compNode" presStyleCnt="0"/>
      <dgm:spPr/>
    </dgm:pt>
    <dgm:pt modelId="{4FA43AC6-A953-44D3-A3CC-6FB7CA3F7C51}" type="pres">
      <dgm:prSet presAssocID="{443410EE-30E8-4ADA-9926-B694194AF8A7}" presName="iconBgRect" presStyleLbl="bgShp" presStyleIdx="1" presStyleCnt="6"/>
      <dgm:spPr/>
    </dgm:pt>
    <dgm:pt modelId="{850B1AD9-D58C-48E4-A72C-D872E5A63196}" type="pres">
      <dgm:prSet presAssocID="{443410EE-30E8-4ADA-9926-B694194AF8A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E2C0700-6247-4104-9FA1-3B15AF354371}" type="pres">
      <dgm:prSet presAssocID="{443410EE-30E8-4ADA-9926-B694194AF8A7}" presName="spaceRect" presStyleCnt="0"/>
      <dgm:spPr/>
    </dgm:pt>
    <dgm:pt modelId="{9116CEED-F98F-4079-96EA-58894D55B569}" type="pres">
      <dgm:prSet presAssocID="{443410EE-30E8-4ADA-9926-B694194AF8A7}" presName="textRect" presStyleLbl="revTx" presStyleIdx="1" presStyleCnt="6">
        <dgm:presLayoutVars>
          <dgm:chMax val="1"/>
          <dgm:chPref val="1"/>
        </dgm:presLayoutVars>
      </dgm:prSet>
      <dgm:spPr/>
    </dgm:pt>
    <dgm:pt modelId="{B026D47E-65EA-4689-92EE-C6036167BEBC}" type="pres">
      <dgm:prSet presAssocID="{1B81935E-759B-4C46-8504-85B968779B00}" presName="sibTrans" presStyleLbl="sibTrans2D1" presStyleIdx="0" presStyleCnt="0"/>
      <dgm:spPr/>
    </dgm:pt>
    <dgm:pt modelId="{ED7492E2-E0D6-4A01-BDEF-4BD0DF1E0B22}" type="pres">
      <dgm:prSet presAssocID="{1FD72CB4-8D65-43CD-B671-2130160275BA}" presName="compNode" presStyleCnt="0"/>
      <dgm:spPr/>
    </dgm:pt>
    <dgm:pt modelId="{31BF0E67-0E54-4DDD-9D40-BC0F17605677}" type="pres">
      <dgm:prSet presAssocID="{1FD72CB4-8D65-43CD-B671-2130160275BA}" presName="iconBgRect" presStyleLbl="bgShp" presStyleIdx="2" presStyleCnt="6"/>
      <dgm:spPr/>
    </dgm:pt>
    <dgm:pt modelId="{C20995A6-F443-4A71-8D27-2406E89AB2E5}" type="pres">
      <dgm:prSet presAssocID="{1FD72CB4-8D65-43CD-B671-2130160275B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4FE92FE-F285-4FA3-8362-60C5B4BBDE0C}" type="pres">
      <dgm:prSet presAssocID="{1FD72CB4-8D65-43CD-B671-2130160275BA}" presName="spaceRect" presStyleCnt="0"/>
      <dgm:spPr/>
    </dgm:pt>
    <dgm:pt modelId="{DEEC9D36-4659-4993-BB9C-2C6C5C107EAE}" type="pres">
      <dgm:prSet presAssocID="{1FD72CB4-8D65-43CD-B671-2130160275BA}" presName="textRect" presStyleLbl="revTx" presStyleIdx="2" presStyleCnt="6">
        <dgm:presLayoutVars>
          <dgm:chMax val="1"/>
          <dgm:chPref val="1"/>
        </dgm:presLayoutVars>
      </dgm:prSet>
      <dgm:spPr/>
    </dgm:pt>
    <dgm:pt modelId="{5933A274-6DA2-43E9-B9AA-1CA3BD2CC2D8}" type="pres">
      <dgm:prSet presAssocID="{73EDBB14-7820-4877-A1E9-96D051F0868A}" presName="sibTrans" presStyleLbl="sibTrans2D1" presStyleIdx="0" presStyleCnt="0"/>
      <dgm:spPr/>
    </dgm:pt>
    <dgm:pt modelId="{A815FEC3-F1B0-483F-90A5-B58B823C1C77}" type="pres">
      <dgm:prSet presAssocID="{47C91B0A-B776-42D3-A4ED-728E8C091421}" presName="compNode" presStyleCnt="0"/>
      <dgm:spPr/>
    </dgm:pt>
    <dgm:pt modelId="{1810D2B3-95DD-4993-A0A2-A443FCF0C9B2}" type="pres">
      <dgm:prSet presAssocID="{47C91B0A-B776-42D3-A4ED-728E8C091421}" presName="iconBgRect" presStyleLbl="bgShp" presStyleIdx="3" presStyleCnt="6"/>
      <dgm:spPr/>
    </dgm:pt>
    <dgm:pt modelId="{0BEDB3AB-00A9-45BA-A0EF-26AEE7E4EA24}" type="pres">
      <dgm:prSet presAssocID="{47C91B0A-B776-42D3-A4ED-728E8C09142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081DDB2E-75E8-4DD2-A1A4-7B87F4841B77}" type="pres">
      <dgm:prSet presAssocID="{47C91B0A-B776-42D3-A4ED-728E8C091421}" presName="spaceRect" presStyleCnt="0"/>
      <dgm:spPr/>
    </dgm:pt>
    <dgm:pt modelId="{606D7845-3D65-405E-8465-9EF4AD3C5D79}" type="pres">
      <dgm:prSet presAssocID="{47C91B0A-B776-42D3-A4ED-728E8C091421}" presName="textRect" presStyleLbl="revTx" presStyleIdx="3" presStyleCnt="6">
        <dgm:presLayoutVars>
          <dgm:chMax val="1"/>
          <dgm:chPref val="1"/>
        </dgm:presLayoutVars>
      </dgm:prSet>
      <dgm:spPr/>
    </dgm:pt>
    <dgm:pt modelId="{48926D00-6B80-45AB-B37A-46325BC6EB8A}" type="pres">
      <dgm:prSet presAssocID="{590B9CAE-DA61-4601-8360-B37CDF47D3C9}" presName="sibTrans" presStyleLbl="sibTrans2D1" presStyleIdx="0" presStyleCnt="0"/>
      <dgm:spPr/>
    </dgm:pt>
    <dgm:pt modelId="{DD54BCD1-1F64-4E71-BD58-FE53E3D6D558}" type="pres">
      <dgm:prSet presAssocID="{CB75195C-5E95-4502-847E-725C14B54897}" presName="compNode" presStyleCnt="0"/>
      <dgm:spPr/>
    </dgm:pt>
    <dgm:pt modelId="{5855371D-89C2-444C-8743-A148D236678E}" type="pres">
      <dgm:prSet presAssocID="{CB75195C-5E95-4502-847E-725C14B54897}" presName="iconBgRect" presStyleLbl="bgShp" presStyleIdx="4" presStyleCnt="6"/>
      <dgm:spPr/>
    </dgm:pt>
    <dgm:pt modelId="{948F89E4-C202-4DA0-9CBE-2943887727F2}" type="pres">
      <dgm:prSet presAssocID="{CB75195C-5E95-4502-847E-725C14B5489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B1EC79B9-61B5-4C74-AE72-3BCDFE8D7262}" type="pres">
      <dgm:prSet presAssocID="{CB75195C-5E95-4502-847E-725C14B54897}" presName="spaceRect" presStyleCnt="0"/>
      <dgm:spPr/>
    </dgm:pt>
    <dgm:pt modelId="{1BAA38D1-DCF2-45B5-B5CE-F3E2F45D1E2A}" type="pres">
      <dgm:prSet presAssocID="{CB75195C-5E95-4502-847E-725C14B54897}" presName="textRect" presStyleLbl="revTx" presStyleIdx="4" presStyleCnt="6">
        <dgm:presLayoutVars>
          <dgm:chMax val="1"/>
          <dgm:chPref val="1"/>
        </dgm:presLayoutVars>
      </dgm:prSet>
      <dgm:spPr/>
    </dgm:pt>
    <dgm:pt modelId="{44E77FAC-75A6-4BE4-8FCA-46FFC46331B2}" type="pres">
      <dgm:prSet presAssocID="{687CCD7B-0C86-4E31-AC8C-338AA99291C8}" presName="sibTrans" presStyleLbl="sibTrans2D1" presStyleIdx="0" presStyleCnt="0"/>
      <dgm:spPr/>
    </dgm:pt>
    <dgm:pt modelId="{25A68BA8-846A-477D-B1CF-9B4774A47B07}" type="pres">
      <dgm:prSet presAssocID="{C32ED3C2-2B01-4E64-8DC7-D18CEF6305A9}" presName="compNode" presStyleCnt="0"/>
      <dgm:spPr/>
    </dgm:pt>
    <dgm:pt modelId="{83F49569-8EE4-4DD2-A7BC-BB1246CD96B9}" type="pres">
      <dgm:prSet presAssocID="{C32ED3C2-2B01-4E64-8DC7-D18CEF6305A9}" presName="iconBgRect" presStyleLbl="bgShp" presStyleIdx="5" presStyleCnt="6"/>
      <dgm:spPr/>
    </dgm:pt>
    <dgm:pt modelId="{74CD7424-AB6E-4DF1-96A8-04EA212D3383}" type="pres">
      <dgm:prSet presAssocID="{C32ED3C2-2B01-4E64-8DC7-D18CEF6305A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66CAE12-6825-4F5E-87F3-A26C075C2BCA}" type="pres">
      <dgm:prSet presAssocID="{C32ED3C2-2B01-4E64-8DC7-D18CEF6305A9}" presName="spaceRect" presStyleCnt="0"/>
      <dgm:spPr/>
    </dgm:pt>
    <dgm:pt modelId="{7AB25E8C-973C-4FA0-8FD8-6ADA98854C33}" type="pres">
      <dgm:prSet presAssocID="{C32ED3C2-2B01-4E64-8DC7-D18CEF6305A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222E4700-1C1E-4D86-9D2F-6D06862405F2}" type="presOf" srcId="{590B9CAE-DA61-4601-8360-B37CDF47D3C9}" destId="{48926D00-6B80-45AB-B37A-46325BC6EB8A}" srcOrd="0" destOrd="0" presId="urn:microsoft.com/office/officeart/2018/2/layout/IconCircleList"/>
    <dgm:cxn modelId="{71EDDE1E-9AF0-4C01-9B16-EFEFF9A3E7D4}" srcId="{EDB47CF6-4F49-4F55-9674-129AAAA516E6}" destId="{1FD72CB4-8D65-43CD-B671-2130160275BA}" srcOrd="2" destOrd="0" parTransId="{7B080B17-6384-46ED-92DC-60AFAEF91C27}" sibTransId="{73EDBB14-7820-4877-A1E9-96D051F0868A}"/>
    <dgm:cxn modelId="{381AFF38-43C8-4C34-8062-782DBCE48E3E}" type="presOf" srcId="{EDB47CF6-4F49-4F55-9674-129AAAA516E6}" destId="{75FA50D2-48B9-4DF4-B2AC-3ADB361271F2}" srcOrd="0" destOrd="0" presId="urn:microsoft.com/office/officeart/2018/2/layout/IconCircleList"/>
    <dgm:cxn modelId="{1E62E542-81FB-40AC-99E4-4392EBFB78B2}" type="presOf" srcId="{443410EE-30E8-4ADA-9926-B694194AF8A7}" destId="{9116CEED-F98F-4079-96EA-58894D55B569}" srcOrd="0" destOrd="0" presId="urn:microsoft.com/office/officeart/2018/2/layout/IconCircleList"/>
    <dgm:cxn modelId="{AB7A584C-82A1-4B1C-A0B5-08B3D6A737F7}" srcId="{EDB47CF6-4F49-4F55-9674-129AAAA516E6}" destId="{47C91B0A-B776-42D3-A4ED-728E8C091421}" srcOrd="3" destOrd="0" parTransId="{7FE80CDC-E820-4441-BC74-86F1E70129BE}" sibTransId="{590B9CAE-DA61-4601-8360-B37CDF47D3C9}"/>
    <dgm:cxn modelId="{92874D51-CB4B-4E53-BBA6-062404F8FD67}" type="presOf" srcId="{C32ED3C2-2B01-4E64-8DC7-D18CEF6305A9}" destId="{7AB25E8C-973C-4FA0-8FD8-6ADA98854C33}" srcOrd="0" destOrd="0" presId="urn:microsoft.com/office/officeart/2018/2/layout/IconCircleList"/>
    <dgm:cxn modelId="{AE9BA582-5D30-463E-8C0A-D275008129B7}" type="presOf" srcId="{BD82A7F4-CE7E-4BA7-8467-501FD4F17212}" destId="{1B954067-36D8-4850-A6E5-D738E3CEAC3D}" srcOrd="0" destOrd="0" presId="urn:microsoft.com/office/officeart/2018/2/layout/IconCircleList"/>
    <dgm:cxn modelId="{48104397-82F4-40C4-B582-635BC3F7703E}" srcId="{EDB47CF6-4F49-4F55-9674-129AAAA516E6}" destId="{CB75195C-5E95-4502-847E-725C14B54897}" srcOrd="4" destOrd="0" parTransId="{366D081B-7042-48D0-92D8-86019792CDFC}" sibTransId="{687CCD7B-0C86-4E31-AC8C-338AA99291C8}"/>
    <dgm:cxn modelId="{35637B97-9E02-47B8-A263-B59FABD86104}" type="presOf" srcId="{CB75195C-5E95-4502-847E-725C14B54897}" destId="{1BAA38D1-DCF2-45B5-B5CE-F3E2F45D1E2A}" srcOrd="0" destOrd="0" presId="urn:microsoft.com/office/officeart/2018/2/layout/IconCircleList"/>
    <dgm:cxn modelId="{0A23D799-570E-4142-82E8-1CF735B82ADB}" type="presOf" srcId="{73EDBB14-7820-4877-A1E9-96D051F0868A}" destId="{5933A274-6DA2-43E9-B9AA-1CA3BD2CC2D8}" srcOrd="0" destOrd="0" presId="urn:microsoft.com/office/officeart/2018/2/layout/IconCircleList"/>
    <dgm:cxn modelId="{F84B4F9A-B04E-4700-8CE0-E9C1A691C35C}" type="presOf" srcId="{687CCD7B-0C86-4E31-AC8C-338AA99291C8}" destId="{44E77FAC-75A6-4BE4-8FCA-46FFC46331B2}" srcOrd="0" destOrd="0" presId="urn:microsoft.com/office/officeart/2018/2/layout/IconCircleList"/>
    <dgm:cxn modelId="{7FF93DA3-E449-4D4E-91B9-B7A2D3E8DF88}" srcId="{EDB47CF6-4F49-4F55-9674-129AAAA516E6}" destId="{443410EE-30E8-4ADA-9926-B694194AF8A7}" srcOrd="1" destOrd="0" parTransId="{14F9B301-8452-4042-ADEE-41A601B7C6F2}" sibTransId="{1B81935E-759B-4C46-8504-85B968779B00}"/>
    <dgm:cxn modelId="{59A353B4-6596-4F97-86F0-465B83C3F4D0}" type="presOf" srcId="{47C91B0A-B776-42D3-A4ED-728E8C091421}" destId="{606D7845-3D65-405E-8465-9EF4AD3C5D79}" srcOrd="0" destOrd="0" presId="urn:microsoft.com/office/officeart/2018/2/layout/IconCircleList"/>
    <dgm:cxn modelId="{26AD17C5-CCB4-41D5-8E4A-6E09E736F816}" srcId="{EDB47CF6-4F49-4F55-9674-129AAAA516E6}" destId="{C32ED3C2-2B01-4E64-8DC7-D18CEF6305A9}" srcOrd="5" destOrd="0" parTransId="{CD1F5F8D-AD4B-499A-916E-3DA708F40208}" sibTransId="{80BA2550-C8C1-486E-8011-803FD914086F}"/>
    <dgm:cxn modelId="{3CC583C6-47D0-4F6B-8FB9-F83E874D3A64}" srcId="{EDB47CF6-4F49-4F55-9674-129AAAA516E6}" destId="{94858D02-47B6-42C4-BF9D-6C8127B0E8DA}" srcOrd="0" destOrd="0" parTransId="{63F85879-AC0B-44BB-A508-D7D7779A0783}" sibTransId="{BD82A7F4-CE7E-4BA7-8467-501FD4F17212}"/>
    <dgm:cxn modelId="{917E21E8-7E16-45CD-B068-B42B9F6B0B2C}" type="presOf" srcId="{1B81935E-759B-4C46-8504-85B968779B00}" destId="{B026D47E-65EA-4689-92EE-C6036167BEBC}" srcOrd="0" destOrd="0" presId="urn:microsoft.com/office/officeart/2018/2/layout/IconCircleList"/>
    <dgm:cxn modelId="{50897EE9-21C4-4956-8E7A-2AC02CCD2E0B}" type="presOf" srcId="{1FD72CB4-8D65-43CD-B671-2130160275BA}" destId="{DEEC9D36-4659-4993-BB9C-2C6C5C107EAE}" srcOrd="0" destOrd="0" presId="urn:microsoft.com/office/officeart/2018/2/layout/IconCircleList"/>
    <dgm:cxn modelId="{9D3D50F0-7C83-4091-A1E0-AB54D6654A5F}" type="presOf" srcId="{94858D02-47B6-42C4-BF9D-6C8127B0E8DA}" destId="{B81F21CF-3EBE-4E9E-932B-3168469EEE6B}" srcOrd="0" destOrd="0" presId="urn:microsoft.com/office/officeart/2018/2/layout/IconCircleList"/>
    <dgm:cxn modelId="{18C3D212-3B41-4C8F-9ECE-82BAD8F6D453}" type="presParOf" srcId="{75FA50D2-48B9-4DF4-B2AC-3ADB361271F2}" destId="{3E568A77-01B4-420C-ACDC-5630A127CF50}" srcOrd="0" destOrd="0" presId="urn:microsoft.com/office/officeart/2018/2/layout/IconCircleList"/>
    <dgm:cxn modelId="{5FB3C22E-48AF-4DEE-8811-34BE8472DD3D}" type="presParOf" srcId="{3E568A77-01B4-420C-ACDC-5630A127CF50}" destId="{E188D063-E8CD-4ED6-8A9F-6D0E5259EC90}" srcOrd="0" destOrd="0" presId="urn:microsoft.com/office/officeart/2018/2/layout/IconCircleList"/>
    <dgm:cxn modelId="{AAC78E36-84AE-4163-9660-1132031155B6}" type="presParOf" srcId="{E188D063-E8CD-4ED6-8A9F-6D0E5259EC90}" destId="{9254AFAD-5183-44B0-95F9-CDBE43DD4C6F}" srcOrd="0" destOrd="0" presId="urn:microsoft.com/office/officeart/2018/2/layout/IconCircleList"/>
    <dgm:cxn modelId="{A48E0900-F9B2-46EA-9B59-A20E9DE1E4B9}" type="presParOf" srcId="{E188D063-E8CD-4ED6-8A9F-6D0E5259EC90}" destId="{8532125E-7BE4-448A-8760-8120EE929A0B}" srcOrd="1" destOrd="0" presId="urn:microsoft.com/office/officeart/2018/2/layout/IconCircleList"/>
    <dgm:cxn modelId="{04F5F347-76FA-4D06-A3F1-6ED009A4EF2D}" type="presParOf" srcId="{E188D063-E8CD-4ED6-8A9F-6D0E5259EC90}" destId="{5F349652-D6E1-4E09-AB7C-81962C8069E2}" srcOrd="2" destOrd="0" presId="urn:microsoft.com/office/officeart/2018/2/layout/IconCircleList"/>
    <dgm:cxn modelId="{D7E1C2B4-BC8B-42AE-8C8A-272BA8041A96}" type="presParOf" srcId="{E188D063-E8CD-4ED6-8A9F-6D0E5259EC90}" destId="{B81F21CF-3EBE-4E9E-932B-3168469EEE6B}" srcOrd="3" destOrd="0" presId="urn:microsoft.com/office/officeart/2018/2/layout/IconCircleList"/>
    <dgm:cxn modelId="{3770368D-6A14-4AD4-86DA-093A3D31B357}" type="presParOf" srcId="{3E568A77-01B4-420C-ACDC-5630A127CF50}" destId="{1B954067-36D8-4850-A6E5-D738E3CEAC3D}" srcOrd="1" destOrd="0" presId="urn:microsoft.com/office/officeart/2018/2/layout/IconCircleList"/>
    <dgm:cxn modelId="{C0341D7E-C563-4AAD-B96E-C860018A1D10}" type="presParOf" srcId="{3E568A77-01B4-420C-ACDC-5630A127CF50}" destId="{1E8F1738-C68E-4A0D-8271-818379483980}" srcOrd="2" destOrd="0" presId="urn:microsoft.com/office/officeart/2018/2/layout/IconCircleList"/>
    <dgm:cxn modelId="{52218D05-D61F-4500-A7DE-4E90AF5B52EC}" type="presParOf" srcId="{1E8F1738-C68E-4A0D-8271-818379483980}" destId="{4FA43AC6-A953-44D3-A3CC-6FB7CA3F7C51}" srcOrd="0" destOrd="0" presId="urn:microsoft.com/office/officeart/2018/2/layout/IconCircleList"/>
    <dgm:cxn modelId="{15597067-BAE2-4DC5-B4F4-59212E66B8C0}" type="presParOf" srcId="{1E8F1738-C68E-4A0D-8271-818379483980}" destId="{850B1AD9-D58C-48E4-A72C-D872E5A63196}" srcOrd="1" destOrd="0" presId="urn:microsoft.com/office/officeart/2018/2/layout/IconCircleList"/>
    <dgm:cxn modelId="{3AD6174E-494B-43CB-8750-C1108E53924F}" type="presParOf" srcId="{1E8F1738-C68E-4A0D-8271-818379483980}" destId="{6E2C0700-6247-4104-9FA1-3B15AF354371}" srcOrd="2" destOrd="0" presId="urn:microsoft.com/office/officeart/2018/2/layout/IconCircleList"/>
    <dgm:cxn modelId="{183C71DC-87B0-4D60-8825-1E6164B37CEB}" type="presParOf" srcId="{1E8F1738-C68E-4A0D-8271-818379483980}" destId="{9116CEED-F98F-4079-96EA-58894D55B569}" srcOrd="3" destOrd="0" presId="urn:microsoft.com/office/officeart/2018/2/layout/IconCircleList"/>
    <dgm:cxn modelId="{5BD802D4-C66E-41F2-A188-709CD2C1B753}" type="presParOf" srcId="{3E568A77-01B4-420C-ACDC-5630A127CF50}" destId="{B026D47E-65EA-4689-92EE-C6036167BEBC}" srcOrd="3" destOrd="0" presId="urn:microsoft.com/office/officeart/2018/2/layout/IconCircleList"/>
    <dgm:cxn modelId="{6B665851-149C-45D1-BCAB-496882245CDB}" type="presParOf" srcId="{3E568A77-01B4-420C-ACDC-5630A127CF50}" destId="{ED7492E2-E0D6-4A01-BDEF-4BD0DF1E0B22}" srcOrd="4" destOrd="0" presId="urn:microsoft.com/office/officeart/2018/2/layout/IconCircleList"/>
    <dgm:cxn modelId="{8D6511D8-CF63-4C77-9A78-2730D13218F0}" type="presParOf" srcId="{ED7492E2-E0D6-4A01-BDEF-4BD0DF1E0B22}" destId="{31BF0E67-0E54-4DDD-9D40-BC0F17605677}" srcOrd="0" destOrd="0" presId="urn:microsoft.com/office/officeart/2018/2/layout/IconCircleList"/>
    <dgm:cxn modelId="{F82CD01F-8132-4052-99CF-BA43EDD0F971}" type="presParOf" srcId="{ED7492E2-E0D6-4A01-BDEF-4BD0DF1E0B22}" destId="{C20995A6-F443-4A71-8D27-2406E89AB2E5}" srcOrd="1" destOrd="0" presId="urn:microsoft.com/office/officeart/2018/2/layout/IconCircleList"/>
    <dgm:cxn modelId="{B1D897E9-CD18-4E22-AE25-7C54DE526F01}" type="presParOf" srcId="{ED7492E2-E0D6-4A01-BDEF-4BD0DF1E0B22}" destId="{54FE92FE-F285-4FA3-8362-60C5B4BBDE0C}" srcOrd="2" destOrd="0" presId="urn:microsoft.com/office/officeart/2018/2/layout/IconCircleList"/>
    <dgm:cxn modelId="{C69B06D0-31A2-474A-AC46-0CD26B0A2340}" type="presParOf" srcId="{ED7492E2-E0D6-4A01-BDEF-4BD0DF1E0B22}" destId="{DEEC9D36-4659-4993-BB9C-2C6C5C107EAE}" srcOrd="3" destOrd="0" presId="urn:microsoft.com/office/officeart/2018/2/layout/IconCircleList"/>
    <dgm:cxn modelId="{1A3FC1E8-31F2-4086-AE8A-5B4CD018EF11}" type="presParOf" srcId="{3E568A77-01B4-420C-ACDC-5630A127CF50}" destId="{5933A274-6DA2-43E9-B9AA-1CA3BD2CC2D8}" srcOrd="5" destOrd="0" presId="urn:microsoft.com/office/officeart/2018/2/layout/IconCircleList"/>
    <dgm:cxn modelId="{FB22AF8F-28F3-4868-9451-2D80E96D75B9}" type="presParOf" srcId="{3E568A77-01B4-420C-ACDC-5630A127CF50}" destId="{A815FEC3-F1B0-483F-90A5-B58B823C1C77}" srcOrd="6" destOrd="0" presId="urn:microsoft.com/office/officeart/2018/2/layout/IconCircleList"/>
    <dgm:cxn modelId="{4328E395-E639-4F2F-8F8D-DC70A08D5E1B}" type="presParOf" srcId="{A815FEC3-F1B0-483F-90A5-B58B823C1C77}" destId="{1810D2B3-95DD-4993-A0A2-A443FCF0C9B2}" srcOrd="0" destOrd="0" presId="urn:microsoft.com/office/officeart/2018/2/layout/IconCircleList"/>
    <dgm:cxn modelId="{2E72009C-7F54-4FEF-B58F-6E8C2FFC1911}" type="presParOf" srcId="{A815FEC3-F1B0-483F-90A5-B58B823C1C77}" destId="{0BEDB3AB-00A9-45BA-A0EF-26AEE7E4EA24}" srcOrd="1" destOrd="0" presId="urn:microsoft.com/office/officeart/2018/2/layout/IconCircleList"/>
    <dgm:cxn modelId="{F8B31DA0-9A48-48E3-95ED-99EF40896B02}" type="presParOf" srcId="{A815FEC3-F1B0-483F-90A5-B58B823C1C77}" destId="{081DDB2E-75E8-4DD2-A1A4-7B87F4841B77}" srcOrd="2" destOrd="0" presId="urn:microsoft.com/office/officeart/2018/2/layout/IconCircleList"/>
    <dgm:cxn modelId="{C6DBA1A6-ED04-44D2-913F-37C55B5737E3}" type="presParOf" srcId="{A815FEC3-F1B0-483F-90A5-B58B823C1C77}" destId="{606D7845-3D65-405E-8465-9EF4AD3C5D79}" srcOrd="3" destOrd="0" presId="urn:microsoft.com/office/officeart/2018/2/layout/IconCircleList"/>
    <dgm:cxn modelId="{F63AC58C-BEC6-41E9-B7B0-96D9AE31FFE0}" type="presParOf" srcId="{3E568A77-01B4-420C-ACDC-5630A127CF50}" destId="{48926D00-6B80-45AB-B37A-46325BC6EB8A}" srcOrd="7" destOrd="0" presId="urn:microsoft.com/office/officeart/2018/2/layout/IconCircleList"/>
    <dgm:cxn modelId="{DD79064A-1D7D-4F41-BCCD-33D02ADC851A}" type="presParOf" srcId="{3E568A77-01B4-420C-ACDC-5630A127CF50}" destId="{DD54BCD1-1F64-4E71-BD58-FE53E3D6D558}" srcOrd="8" destOrd="0" presId="urn:microsoft.com/office/officeart/2018/2/layout/IconCircleList"/>
    <dgm:cxn modelId="{612C7277-4986-4061-9481-2B430A0FCD52}" type="presParOf" srcId="{DD54BCD1-1F64-4E71-BD58-FE53E3D6D558}" destId="{5855371D-89C2-444C-8743-A148D236678E}" srcOrd="0" destOrd="0" presId="urn:microsoft.com/office/officeart/2018/2/layout/IconCircleList"/>
    <dgm:cxn modelId="{CCC2381B-70D2-4B44-B762-B03200E57728}" type="presParOf" srcId="{DD54BCD1-1F64-4E71-BD58-FE53E3D6D558}" destId="{948F89E4-C202-4DA0-9CBE-2943887727F2}" srcOrd="1" destOrd="0" presId="urn:microsoft.com/office/officeart/2018/2/layout/IconCircleList"/>
    <dgm:cxn modelId="{0E7B753F-32CC-4153-A6A4-8C945E0157FA}" type="presParOf" srcId="{DD54BCD1-1F64-4E71-BD58-FE53E3D6D558}" destId="{B1EC79B9-61B5-4C74-AE72-3BCDFE8D7262}" srcOrd="2" destOrd="0" presId="urn:microsoft.com/office/officeart/2018/2/layout/IconCircleList"/>
    <dgm:cxn modelId="{6A31291F-7F94-4027-B614-9601B6FDA6AE}" type="presParOf" srcId="{DD54BCD1-1F64-4E71-BD58-FE53E3D6D558}" destId="{1BAA38D1-DCF2-45B5-B5CE-F3E2F45D1E2A}" srcOrd="3" destOrd="0" presId="urn:microsoft.com/office/officeart/2018/2/layout/IconCircleList"/>
    <dgm:cxn modelId="{E21DA796-C1D1-493C-9E4E-EE70BA2F4A48}" type="presParOf" srcId="{3E568A77-01B4-420C-ACDC-5630A127CF50}" destId="{44E77FAC-75A6-4BE4-8FCA-46FFC46331B2}" srcOrd="9" destOrd="0" presId="urn:microsoft.com/office/officeart/2018/2/layout/IconCircleList"/>
    <dgm:cxn modelId="{05789DC2-F1C6-4640-B82D-568685D71E5C}" type="presParOf" srcId="{3E568A77-01B4-420C-ACDC-5630A127CF50}" destId="{25A68BA8-846A-477D-B1CF-9B4774A47B07}" srcOrd="10" destOrd="0" presId="urn:microsoft.com/office/officeart/2018/2/layout/IconCircleList"/>
    <dgm:cxn modelId="{11C32DA4-CD09-4B23-973F-C19B86ED8C73}" type="presParOf" srcId="{25A68BA8-846A-477D-B1CF-9B4774A47B07}" destId="{83F49569-8EE4-4DD2-A7BC-BB1246CD96B9}" srcOrd="0" destOrd="0" presId="urn:microsoft.com/office/officeart/2018/2/layout/IconCircleList"/>
    <dgm:cxn modelId="{97AA777A-F365-486F-8EFC-873D17318596}" type="presParOf" srcId="{25A68BA8-846A-477D-B1CF-9B4774A47B07}" destId="{74CD7424-AB6E-4DF1-96A8-04EA212D3383}" srcOrd="1" destOrd="0" presId="urn:microsoft.com/office/officeart/2018/2/layout/IconCircleList"/>
    <dgm:cxn modelId="{1F282608-618C-499F-AF5B-730CC5F4F75A}" type="presParOf" srcId="{25A68BA8-846A-477D-B1CF-9B4774A47B07}" destId="{066CAE12-6825-4F5E-87F3-A26C075C2BCA}" srcOrd="2" destOrd="0" presId="urn:microsoft.com/office/officeart/2018/2/layout/IconCircleList"/>
    <dgm:cxn modelId="{AFA9835B-55BD-4F3F-ABA5-B26AF0818F8D}" type="presParOf" srcId="{25A68BA8-846A-477D-B1CF-9B4774A47B07}" destId="{7AB25E8C-973C-4FA0-8FD8-6ADA98854C3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AE876A-425C-434C-9BF9-41973C5A477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3EBE55D-D947-4BE3-A24D-1AE94CCDD2B1}">
      <dgm:prSet/>
      <dgm:spPr/>
      <dgm:t>
        <a:bodyPr/>
        <a:lstStyle/>
        <a:p>
          <a:r>
            <a:rPr lang="en-US"/>
            <a:t>Core libraries: pandas, streamlit, pyodbc </a:t>
          </a:r>
        </a:p>
      </dgm:t>
    </dgm:pt>
    <dgm:pt modelId="{0E42D532-23F4-4243-A8AA-201DFC25F11E}" type="parTrans" cxnId="{7C2BEB1C-F081-4484-B6FE-6204A4277BA1}">
      <dgm:prSet/>
      <dgm:spPr/>
      <dgm:t>
        <a:bodyPr/>
        <a:lstStyle/>
        <a:p>
          <a:endParaRPr lang="en-US"/>
        </a:p>
      </dgm:t>
    </dgm:pt>
    <dgm:pt modelId="{F440D68C-A112-4D4C-80FE-CC1E37BA4664}" type="sibTrans" cxnId="{7C2BEB1C-F081-4484-B6FE-6204A4277BA1}">
      <dgm:prSet/>
      <dgm:spPr/>
      <dgm:t>
        <a:bodyPr/>
        <a:lstStyle/>
        <a:p>
          <a:endParaRPr lang="en-US"/>
        </a:p>
      </dgm:t>
    </dgm:pt>
    <dgm:pt modelId="{7CC152EB-6932-4DA7-9FE8-8E35E0B64627}">
      <dgm:prSet/>
      <dgm:spPr/>
      <dgm:t>
        <a:bodyPr/>
        <a:lstStyle/>
        <a:p>
          <a:r>
            <a:rPr lang="en-US"/>
            <a:t>NLP and matching: spacy, nltk, sentence-transformers, rapidfuzz, fuzzywuzzy </a:t>
          </a:r>
        </a:p>
      </dgm:t>
    </dgm:pt>
    <dgm:pt modelId="{B177CD8F-9A38-4455-B1D0-09EDEC42E75D}" type="parTrans" cxnId="{CB04843B-AA48-44AF-B1BF-E6E1194B6E60}">
      <dgm:prSet/>
      <dgm:spPr/>
      <dgm:t>
        <a:bodyPr/>
        <a:lstStyle/>
        <a:p>
          <a:endParaRPr lang="en-US"/>
        </a:p>
      </dgm:t>
    </dgm:pt>
    <dgm:pt modelId="{643269A0-975D-49A5-8182-A3F81E72D528}" type="sibTrans" cxnId="{CB04843B-AA48-44AF-B1BF-E6E1194B6E60}">
      <dgm:prSet/>
      <dgm:spPr/>
      <dgm:t>
        <a:bodyPr/>
        <a:lstStyle/>
        <a:p>
          <a:endParaRPr lang="en-US"/>
        </a:p>
      </dgm:t>
    </dgm:pt>
    <dgm:pt modelId="{FD9014C6-BF64-400B-A7D8-6C334D433FEF}">
      <dgm:prSet/>
      <dgm:spPr/>
      <dgm:t>
        <a:bodyPr/>
        <a:lstStyle/>
        <a:p>
          <a:r>
            <a:rPr lang="en-US"/>
            <a:t>Document parsing: python-docx, PyMuPDF, pdfplumber </a:t>
          </a:r>
        </a:p>
      </dgm:t>
    </dgm:pt>
    <dgm:pt modelId="{A7B9053E-63C6-47ED-8425-A05AA3A8C179}" type="parTrans" cxnId="{C8D40ECD-01F9-452A-A3BB-E6CF1AABB600}">
      <dgm:prSet/>
      <dgm:spPr/>
      <dgm:t>
        <a:bodyPr/>
        <a:lstStyle/>
        <a:p>
          <a:endParaRPr lang="en-US"/>
        </a:p>
      </dgm:t>
    </dgm:pt>
    <dgm:pt modelId="{C27CA8D2-582A-4128-8100-5055EC28FEE9}" type="sibTrans" cxnId="{C8D40ECD-01F9-452A-A3BB-E6CF1AABB600}">
      <dgm:prSet/>
      <dgm:spPr/>
      <dgm:t>
        <a:bodyPr/>
        <a:lstStyle/>
        <a:p>
          <a:endParaRPr lang="en-US"/>
        </a:p>
      </dgm:t>
    </dgm:pt>
    <dgm:pt modelId="{F2EC0111-71B4-432A-9A95-F6585425AD75}">
      <dgm:prSet/>
      <dgm:spPr/>
      <dgm:t>
        <a:bodyPr/>
        <a:lstStyle/>
        <a:p>
          <a:r>
            <a:rPr lang="en-US"/>
            <a:t>Built-in utilities: re (regex), logging, os, sys </a:t>
          </a:r>
        </a:p>
      </dgm:t>
    </dgm:pt>
    <dgm:pt modelId="{AAABC5B6-7C47-4927-9868-79DE9FDF2F9E}" type="parTrans" cxnId="{208DFE9D-96CE-44EA-8889-041E21C8C874}">
      <dgm:prSet/>
      <dgm:spPr/>
      <dgm:t>
        <a:bodyPr/>
        <a:lstStyle/>
        <a:p>
          <a:endParaRPr lang="en-US"/>
        </a:p>
      </dgm:t>
    </dgm:pt>
    <dgm:pt modelId="{41CC219E-F45D-46AC-8097-C96FC1DCAC1F}" type="sibTrans" cxnId="{208DFE9D-96CE-44EA-8889-041E21C8C874}">
      <dgm:prSet/>
      <dgm:spPr/>
      <dgm:t>
        <a:bodyPr/>
        <a:lstStyle/>
        <a:p>
          <a:endParaRPr lang="en-US"/>
        </a:p>
      </dgm:t>
    </dgm:pt>
    <dgm:pt modelId="{21D4D32B-1806-48E5-B939-372A448B1354}">
      <dgm:prSet/>
      <dgm:spPr/>
      <dgm:t>
        <a:bodyPr/>
        <a:lstStyle/>
        <a:p>
          <a:r>
            <a:rPr lang="en-US"/>
            <a:t>Optional UI enhancement: streamlit-autorefresh </a:t>
          </a:r>
        </a:p>
      </dgm:t>
    </dgm:pt>
    <dgm:pt modelId="{77183510-B4DF-4543-99AF-B1FD5C54C283}" type="parTrans" cxnId="{C0A4FD1A-2695-4C1A-A709-3BAA70EAA71F}">
      <dgm:prSet/>
      <dgm:spPr/>
      <dgm:t>
        <a:bodyPr/>
        <a:lstStyle/>
        <a:p>
          <a:endParaRPr lang="en-US"/>
        </a:p>
      </dgm:t>
    </dgm:pt>
    <dgm:pt modelId="{B61B9AE2-4410-48F3-BF18-5474A9D4F97A}" type="sibTrans" cxnId="{C0A4FD1A-2695-4C1A-A709-3BAA70EAA71F}">
      <dgm:prSet/>
      <dgm:spPr/>
      <dgm:t>
        <a:bodyPr/>
        <a:lstStyle/>
        <a:p>
          <a:endParaRPr lang="en-US"/>
        </a:p>
      </dgm:t>
    </dgm:pt>
    <dgm:pt modelId="{46BE4535-943C-45F7-886B-EC5B1682B055}" type="pres">
      <dgm:prSet presAssocID="{8BAE876A-425C-434C-9BF9-41973C5A477E}" presName="root" presStyleCnt="0">
        <dgm:presLayoutVars>
          <dgm:dir/>
          <dgm:resizeHandles val="exact"/>
        </dgm:presLayoutVars>
      </dgm:prSet>
      <dgm:spPr/>
    </dgm:pt>
    <dgm:pt modelId="{117D7948-80B4-44C3-92A8-7E2ADD241701}" type="pres">
      <dgm:prSet presAssocID="{23EBE55D-D947-4BE3-A24D-1AE94CCDD2B1}" presName="compNode" presStyleCnt="0"/>
      <dgm:spPr/>
    </dgm:pt>
    <dgm:pt modelId="{FBCE8483-5AD2-44EC-A92F-0CFB79BBCA4D}" type="pres">
      <dgm:prSet presAssocID="{23EBE55D-D947-4BE3-A24D-1AE94CCDD2B1}" presName="bgRect" presStyleLbl="bgShp" presStyleIdx="0" presStyleCnt="5"/>
      <dgm:spPr/>
    </dgm:pt>
    <dgm:pt modelId="{0FFD705F-40F2-4A8E-A6B6-A37EE804D410}" type="pres">
      <dgm:prSet presAssocID="{23EBE55D-D947-4BE3-A24D-1AE94CCDD2B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59AACB32-DDBC-4E53-992A-A8D1EBC5D2E3}" type="pres">
      <dgm:prSet presAssocID="{23EBE55D-D947-4BE3-A24D-1AE94CCDD2B1}" presName="spaceRect" presStyleCnt="0"/>
      <dgm:spPr/>
    </dgm:pt>
    <dgm:pt modelId="{B54E07BC-F697-4CF7-8550-C16686657E14}" type="pres">
      <dgm:prSet presAssocID="{23EBE55D-D947-4BE3-A24D-1AE94CCDD2B1}" presName="parTx" presStyleLbl="revTx" presStyleIdx="0" presStyleCnt="5">
        <dgm:presLayoutVars>
          <dgm:chMax val="0"/>
          <dgm:chPref val="0"/>
        </dgm:presLayoutVars>
      </dgm:prSet>
      <dgm:spPr/>
    </dgm:pt>
    <dgm:pt modelId="{F91A1F6C-3726-41FC-9878-DBA64978493D}" type="pres">
      <dgm:prSet presAssocID="{F440D68C-A112-4D4C-80FE-CC1E37BA4664}" presName="sibTrans" presStyleCnt="0"/>
      <dgm:spPr/>
    </dgm:pt>
    <dgm:pt modelId="{72098019-17C8-4A52-9D5B-D7B85ADE885A}" type="pres">
      <dgm:prSet presAssocID="{7CC152EB-6932-4DA7-9FE8-8E35E0B64627}" presName="compNode" presStyleCnt="0"/>
      <dgm:spPr/>
    </dgm:pt>
    <dgm:pt modelId="{718F1C40-1A6D-4607-B883-7C0CF913CED2}" type="pres">
      <dgm:prSet presAssocID="{7CC152EB-6932-4DA7-9FE8-8E35E0B64627}" presName="bgRect" presStyleLbl="bgShp" presStyleIdx="1" presStyleCnt="5"/>
      <dgm:spPr/>
    </dgm:pt>
    <dgm:pt modelId="{979CF0F8-68DC-4E75-95D9-A848298B1524}" type="pres">
      <dgm:prSet presAssocID="{7CC152EB-6932-4DA7-9FE8-8E35E0B6462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D5C7A60F-F0F7-45E1-B2D4-6B83302A5601}" type="pres">
      <dgm:prSet presAssocID="{7CC152EB-6932-4DA7-9FE8-8E35E0B64627}" presName="spaceRect" presStyleCnt="0"/>
      <dgm:spPr/>
    </dgm:pt>
    <dgm:pt modelId="{35DFEF49-8088-4FB6-9195-9E001A6CC539}" type="pres">
      <dgm:prSet presAssocID="{7CC152EB-6932-4DA7-9FE8-8E35E0B64627}" presName="parTx" presStyleLbl="revTx" presStyleIdx="1" presStyleCnt="5">
        <dgm:presLayoutVars>
          <dgm:chMax val="0"/>
          <dgm:chPref val="0"/>
        </dgm:presLayoutVars>
      </dgm:prSet>
      <dgm:spPr/>
    </dgm:pt>
    <dgm:pt modelId="{1029299E-7910-4544-9C6D-02F011971D5C}" type="pres">
      <dgm:prSet presAssocID="{643269A0-975D-49A5-8182-A3F81E72D528}" presName="sibTrans" presStyleCnt="0"/>
      <dgm:spPr/>
    </dgm:pt>
    <dgm:pt modelId="{A9174986-011B-4D99-A271-597F81515739}" type="pres">
      <dgm:prSet presAssocID="{FD9014C6-BF64-400B-A7D8-6C334D433FEF}" presName="compNode" presStyleCnt="0"/>
      <dgm:spPr/>
    </dgm:pt>
    <dgm:pt modelId="{CA8D57C3-6B5E-4AED-828D-2B6D54D30A7B}" type="pres">
      <dgm:prSet presAssocID="{FD9014C6-BF64-400B-A7D8-6C334D433FEF}" presName="bgRect" presStyleLbl="bgShp" presStyleIdx="2" presStyleCnt="5"/>
      <dgm:spPr/>
    </dgm:pt>
    <dgm:pt modelId="{0CABB24B-0A78-4B91-AE5B-B3B0D0A37ABA}" type="pres">
      <dgm:prSet presAssocID="{FD9014C6-BF64-400B-A7D8-6C334D433FE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EB7C6C4F-E263-4066-870B-51D3E18ECD50}" type="pres">
      <dgm:prSet presAssocID="{FD9014C6-BF64-400B-A7D8-6C334D433FEF}" presName="spaceRect" presStyleCnt="0"/>
      <dgm:spPr/>
    </dgm:pt>
    <dgm:pt modelId="{5B6F51ED-EABD-41D1-824E-35393EA3D6C6}" type="pres">
      <dgm:prSet presAssocID="{FD9014C6-BF64-400B-A7D8-6C334D433FEF}" presName="parTx" presStyleLbl="revTx" presStyleIdx="2" presStyleCnt="5">
        <dgm:presLayoutVars>
          <dgm:chMax val="0"/>
          <dgm:chPref val="0"/>
        </dgm:presLayoutVars>
      </dgm:prSet>
      <dgm:spPr/>
    </dgm:pt>
    <dgm:pt modelId="{B811856B-B439-4666-95E0-7D8C49761284}" type="pres">
      <dgm:prSet presAssocID="{C27CA8D2-582A-4128-8100-5055EC28FEE9}" presName="sibTrans" presStyleCnt="0"/>
      <dgm:spPr/>
    </dgm:pt>
    <dgm:pt modelId="{58EA8640-BDD4-44AD-B089-BA7009E2A564}" type="pres">
      <dgm:prSet presAssocID="{F2EC0111-71B4-432A-9A95-F6585425AD75}" presName="compNode" presStyleCnt="0"/>
      <dgm:spPr/>
    </dgm:pt>
    <dgm:pt modelId="{A5FD25DC-BC64-45B7-B1E4-D3F91A487808}" type="pres">
      <dgm:prSet presAssocID="{F2EC0111-71B4-432A-9A95-F6585425AD75}" presName="bgRect" presStyleLbl="bgShp" presStyleIdx="3" presStyleCnt="5"/>
      <dgm:spPr/>
    </dgm:pt>
    <dgm:pt modelId="{4FB23F49-0CFA-44DB-850A-E2978C4071AD}" type="pres">
      <dgm:prSet presAssocID="{F2EC0111-71B4-432A-9A95-F6585425AD7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cracker"/>
        </a:ext>
      </dgm:extLst>
    </dgm:pt>
    <dgm:pt modelId="{3D172B07-8EE6-4814-901A-6322953EF9C7}" type="pres">
      <dgm:prSet presAssocID="{F2EC0111-71B4-432A-9A95-F6585425AD75}" presName="spaceRect" presStyleCnt="0"/>
      <dgm:spPr/>
    </dgm:pt>
    <dgm:pt modelId="{F9E6DF03-4A04-4B99-9532-AAC46679BB10}" type="pres">
      <dgm:prSet presAssocID="{F2EC0111-71B4-432A-9A95-F6585425AD75}" presName="parTx" presStyleLbl="revTx" presStyleIdx="3" presStyleCnt="5">
        <dgm:presLayoutVars>
          <dgm:chMax val="0"/>
          <dgm:chPref val="0"/>
        </dgm:presLayoutVars>
      </dgm:prSet>
      <dgm:spPr/>
    </dgm:pt>
    <dgm:pt modelId="{CBA24EA1-DB09-4EE1-80F2-F03FF118688B}" type="pres">
      <dgm:prSet presAssocID="{41CC219E-F45D-46AC-8097-C96FC1DCAC1F}" presName="sibTrans" presStyleCnt="0"/>
      <dgm:spPr/>
    </dgm:pt>
    <dgm:pt modelId="{1BA5EED5-CE87-42D2-B12D-267B842247BE}" type="pres">
      <dgm:prSet presAssocID="{21D4D32B-1806-48E5-B939-372A448B1354}" presName="compNode" presStyleCnt="0"/>
      <dgm:spPr/>
    </dgm:pt>
    <dgm:pt modelId="{E1874D29-3E9D-4E78-B5C8-070F096F68F8}" type="pres">
      <dgm:prSet presAssocID="{21D4D32B-1806-48E5-B939-372A448B1354}" presName="bgRect" presStyleLbl="bgShp" presStyleIdx="4" presStyleCnt="5"/>
      <dgm:spPr/>
    </dgm:pt>
    <dgm:pt modelId="{6BFD2838-E6F5-4463-916D-C8B3A602BE90}" type="pres">
      <dgm:prSet presAssocID="{21D4D32B-1806-48E5-B939-372A448B135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1E3B2446-3566-4C32-B2FE-ACB362DE4BD5}" type="pres">
      <dgm:prSet presAssocID="{21D4D32B-1806-48E5-B939-372A448B1354}" presName="spaceRect" presStyleCnt="0"/>
      <dgm:spPr/>
    </dgm:pt>
    <dgm:pt modelId="{A6682E74-6739-49BE-A862-269DC4F5E4ED}" type="pres">
      <dgm:prSet presAssocID="{21D4D32B-1806-48E5-B939-372A448B135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0A4FD1A-2695-4C1A-A709-3BAA70EAA71F}" srcId="{8BAE876A-425C-434C-9BF9-41973C5A477E}" destId="{21D4D32B-1806-48E5-B939-372A448B1354}" srcOrd="4" destOrd="0" parTransId="{77183510-B4DF-4543-99AF-B1FD5C54C283}" sibTransId="{B61B9AE2-4410-48F3-BF18-5474A9D4F97A}"/>
    <dgm:cxn modelId="{7C2BEB1C-F081-4484-B6FE-6204A4277BA1}" srcId="{8BAE876A-425C-434C-9BF9-41973C5A477E}" destId="{23EBE55D-D947-4BE3-A24D-1AE94CCDD2B1}" srcOrd="0" destOrd="0" parTransId="{0E42D532-23F4-4243-A8AA-201DFC25F11E}" sibTransId="{F440D68C-A112-4D4C-80FE-CC1E37BA4664}"/>
    <dgm:cxn modelId="{8304F71E-41DA-45F4-B24C-7FBC44AEF4A7}" type="presOf" srcId="{7CC152EB-6932-4DA7-9FE8-8E35E0B64627}" destId="{35DFEF49-8088-4FB6-9195-9E001A6CC539}" srcOrd="0" destOrd="0" presId="urn:microsoft.com/office/officeart/2018/2/layout/IconVerticalSolidList"/>
    <dgm:cxn modelId="{DDE90C25-9E29-4C8A-B5AA-9EB566F4D3A1}" type="presOf" srcId="{23EBE55D-D947-4BE3-A24D-1AE94CCDD2B1}" destId="{B54E07BC-F697-4CF7-8550-C16686657E14}" srcOrd="0" destOrd="0" presId="urn:microsoft.com/office/officeart/2018/2/layout/IconVerticalSolidList"/>
    <dgm:cxn modelId="{F17E822C-A0CD-4770-8ECE-BA8BFD56F0BA}" type="presOf" srcId="{21D4D32B-1806-48E5-B939-372A448B1354}" destId="{A6682E74-6739-49BE-A862-269DC4F5E4ED}" srcOrd="0" destOrd="0" presId="urn:microsoft.com/office/officeart/2018/2/layout/IconVerticalSolidList"/>
    <dgm:cxn modelId="{CB04843B-AA48-44AF-B1BF-E6E1194B6E60}" srcId="{8BAE876A-425C-434C-9BF9-41973C5A477E}" destId="{7CC152EB-6932-4DA7-9FE8-8E35E0B64627}" srcOrd="1" destOrd="0" parTransId="{B177CD8F-9A38-4455-B1D0-09EDEC42E75D}" sibTransId="{643269A0-975D-49A5-8182-A3F81E72D528}"/>
    <dgm:cxn modelId="{AB6C585F-02CC-4235-952F-F79BD1162C29}" type="presOf" srcId="{FD9014C6-BF64-400B-A7D8-6C334D433FEF}" destId="{5B6F51ED-EABD-41D1-824E-35393EA3D6C6}" srcOrd="0" destOrd="0" presId="urn:microsoft.com/office/officeart/2018/2/layout/IconVerticalSolidList"/>
    <dgm:cxn modelId="{699B844B-CA36-49E7-A2D0-FC90B9ECA7E7}" type="presOf" srcId="{8BAE876A-425C-434C-9BF9-41973C5A477E}" destId="{46BE4535-943C-45F7-886B-EC5B1682B055}" srcOrd="0" destOrd="0" presId="urn:microsoft.com/office/officeart/2018/2/layout/IconVerticalSolidList"/>
    <dgm:cxn modelId="{AF38DF9A-7BCF-44AB-B71A-69620589A28B}" type="presOf" srcId="{F2EC0111-71B4-432A-9A95-F6585425AD75}" destId="{F9E6DF03-4A04-4B99-9532-AAC46679BB10}" srcOrd="0" destOrd="0" presId="urn:microsoft.com/office/officeart/2018/2/layout/IconVerticalSolidList"/>
    <dgm:cxn modelId="{208DFE9D-96CE-44EA-8889-041E21C8C874}" srcId="{8BAE876A-425C-434C-9BF9-41973C5A477E}" destId="{F2EC0111-71B4-432A-9A95-F6585425AD75}" srcOrd="3" destOrd="0" parTransId="{AAABC5B6-7C47-4927-9868-79DE9FDF2F9E}" sibTransId="{41CC219E-F45D-46AC-8097-C96FC1DCAC1F}"/>
    <dgm:cxn modelId="{C8D40ECD-01F9-452A-A3BB-E6CF1AABB600}" srcId="{8BAE876A-425C-434C-9BF9-41973C5A477E}" destId="{FD9014C6-BF64-400B-A7D8-6C334D433FEF}" srcOrd="2" destOrd="0" parTransId="{A7B9053E-63C6-47ED-8425-A05AA3A8C179}" sibTransId="{C27CA8D2-582A-4128-8100-5055EC28FEE9}"/>
    <dgm:cxn modelId="{656AC551-7BEE-4C17-9727-553E8E69DE91}" type="presParOf" srcId="{46BE4535-943C-45F7-886B-EC5B1682B055}" destId="{117D7948-80B4-44C3-92A8-7E2ADD241701}" srcOrd="0" destOrd="0" presId="urn:microsoft.com/office/officeart/2018/2/layout/IconVerticalSolidList"/>
    <dgm:cxn modelId="{184A8A78-3991-407A-8CDD-C76709773D7F}" type="presParOf" srcId="{117D7948-80B4-44C3-92A8-7E2ADD241701}" destId="{FBCE8483-5AD2-44EC-A92F-0CFB79BBCA4D}" srcOrd="0" destOrd="0" presId="urn:microsoft.com/office/officeart/2018/2/layout/IconVerticalSolidList"/>
    <dgm:cxn modelId="{2AF03C8B-390A-42D1-842B-1F7E71B8A7BF}" type="presParOf" srcId="{117D7948-80B4-44C3-92A8-7E2ADD241701}" destId="{0FFD705F-40F2-4A8E-A6B6-A37EE804D410}" srcOrd="1" destOrd="0" presId="urn:microsoft.com/office/officeart/2018/2/layout/IconVerticalSolidList"/>
    <dgm:cxn modelId="{3255F658-2B9C-4CFA-9482-688B0440B31E}" type="presParOf" srcId="{117D7948-80B4-44C3-92A8-7E2ADD241701}" destId="{59AACB32-DDBC-4E53-992A-A8D1EBC5D2E3}" srcOrd="2" destOrd="0" presId="urn:microsoft.com/office/officeart/2018/2/layout/IconVerticalSolidList"/>
    <dgm:cxn modelId="{576E4CF7-7220-4A4A-B658-1798435CDD3F}" type="presParOf" srcId="{117D7948-80B4-44C3-92A8-7E2ADD241701}" destId="{B54E07BC-F697-4CF7-8550-C16686657E14}" srcOrd="3" destOrd="0" presId="urn:microsoft.com/office/officeart/2018/2/layout/IconVerticalSolidList"/>
    <dgm:cxn modelId="{5D24F2D1-4057-46CE-930D-377157ECE980}" type="presParOf" srcId="{46BE4535-943C-45F7-886B-EC5B1682B055}" destId="{F91A1F6C-3726-41FC-9878-DBA64978493D}" srcOrd="1" destOrd="0" presId="urn:microsoft.com/office/officeart/2018/2/layout/IconVerticalSolidList"/>
    <dgm:cxn modelId="{D6B7DFAD-3DE8-45CF-97FE-2FD5851A745C}" type="presParOf" srcId="{46BE4535-943C-45F7-886B-EC5B1682B055}" destId="{72098019-17C8-4A52-9D5B-D7B85ADE885A}" srcOrd="2" destOrd="0" presId="urn:microsoft.com/office/officeart/2018/2/layout/IconVerticalSolidList"/>
    <dgm:cxn modelId="{F4132488-F6EB-4056-8B78-D7BE6423FD96}" type="presParOf" srcId="{72098019-17C8-4A52-9D5B-D7B85ADE885A}" destId="{718F1C40-1A6D-4607-B883-7C0CF913CED2}" srcOrd="0" destOrd="0" presId="urn:microsoft.com/office/officeart/2018/2/layout/IconVerticalSolidList"/>
    <dgm:cxn modelId="{B24480D7-3B11-4218-9777-181AFD308D75}" type="presParOf" srcId="{72098019-17C8-4A52-9D5B-D7B85ADE885A}" destId="{979CF0F8-68DC-4E75-95D9-A848298B1524}" srcOrd="1" destOrd="0" presId="urn:microsoft.com/office/officeart/2018/2/layout/IconVerticalSolidList"/>
    <dgm:cxn modelId="{D0CD28AA-50EB-457A-971D-C3FE093F36CD}" type="presParOf" srcId="{72098019-17C8-4A52-9D5B-D7B85ADE885A}" destId="{D5C7A60F-F0F7-45E1-B2D4-6B83302A5601}" srcOrd="2" destOrd="0" presId="urn:microsoft.com/office/officeart/2018/2/layout/IconVerticalSolidList"/>
    <dgm:cxn modelId="{2D82CC3C-B1DE-4060-A948-0B7A80CCE875}" type="presParOf" srcId="{72098019-17C8-4A52-9D5B-D7B85ADE885A}" destId="{35DFEF49-8088-4FB6-9195-9E001A6CC539}" srcOrd="3" destOrd="0" presId="urn:microsoft.com/office/officeart/2018/2/layout/IconVerticalSolidList"/>
    <dgm:cxn modelId="{4EB53033-8F3A-4C89-A49E-749BEE5EE4F7}" type="presParOf" srcId="{46BE4535-943C-45F7-886B-EC5B1682B055}" destId="{1029299E-7910-4544-9C6D-02F011971D5C}" srcOrd="3" destOrd="0" presId="urn:microsoft.com/office/officeart/2018/2/layout/IconVerticalSolidList"/>
    <dgm:cxn modelId="{D5F3386F-F092-4B38-AB7D-35C389F0718F}" type="presParOf" srcId="{46BE4535-943C-45F7-886B-EC5B1682B055}" destId="{A9174986-011B-4D99-A271-597F81515739}" srcOrd="4" destOrd="0" presId="urn:microsoft.com/office/officeart/2018/2/layout/IconVerticalSolidList"/>
    <dgm:cxn modelId="{59446AAA-690F-4AD5-AD66-ABA9FA936B0B}" type="presParOf" srcId="{A9174986-011B-4D99-A271-597F81515739}" destId="{CA8D57C3-6B5E-4AED-828D-2B6D54D30A7B}" srcOrd="0" destOrd="0" presId="urn:microsoft.com/office/officeart/2018/2/layout/IconVerticalSolidList"/>
    <dgm:cxn modelId="{11A6375E-73CF-4BB6-91B3-06923213D63E}" type="presParOf" srcId="{A9174986-011B-4D99-A271-597F81515739}" destId="{0CABB24B-0A78-4B91-AE5B-B3B0D0A37ABA}" srcOrd="1" destOrd="0" presId="urn:microsoft.com/office/officeart/2018/2/layout/IconVerticalSolidList"/>
    <dgm:cxn modelId="{B1D39CC9-44C4-47D8-9DCD-D7FE5392D3B7}" type="presParOf" srcId="{A9174986-011B-4D99-A271-597F81515739}" destId="{EB7C6C4F-E263-4066-870B-51D3E18ECD50}" srcOrd="2" destOrd="0" presId="urn:microsoft.com/office/officeart/2018/2/layout/IconVerticalSolidList"/>
    <dgm:cxn modelId="{E1324577-F779-4958-B760-44432B1B376D}" type="presParOf" srcId="{A9174986-011B-4D99-A271-597F81515739}" destId="{5B6F51ED-EABD-41D1-824E-35393EA3D6C6}" srcOrd="3" destOrd="0" presId="urn:microsoft.com/office/officeart/2018/2/layout/IconVerticalSolidList"/>
    <dgm:cxn modelId="{C2FBFDC3-3492-49A0-80DA-520C334AA747}" type="presParOf" srcId="{46BE4535-943C-45F7-886B-EC5B1682B055}" destId="{B811856B-B439-4666-95E0-7D8C49761284}" srcOrd="5" destOrd="0" presId="urn:microsoft.com/office/officeart/2018/2/layout/IconVerticalSolidList"/>
    <dgm:cxn modelId="{667DF777-D70F-4755-B284-6EB0F0923230}" type="presParOf" srcId="{46BE4535-943C-45F7-886B-EC5B1682B055}" destId="{58EA8640-BDD4-44AD-B089-BA7009E2A564}" srcOrd="6" destOrd="0" presId="urn:microsoft.com/office/officeart/2018/2/layout/IconVerticalSolidList"/>
    <dgm:cxn modelId="{74E29B33-7B8F-41E7-9044-7A7EF1CA2324}" type="presParOf" srcId="{58EA8640-BDD4-44AD-B089-BA7009E2A564}" destId="{A5FD25DC-BC64-45B7-B1E4-D3F91A487808}" srcOrd="0" destOrd="0" presId="urn:microsoft.com/office/officeart/2018/2/layout/IconVerticalSolidList"/>
    <dgm:cxn modelId="{67A508F4-BFE8-4B7F-98A7-81E706E99A57}" type="presParOf" srcId="{58EA8640-BDD4-44AD-B089-BA7009E2A564}" destId="{4FB23F49-0CFA-44DB-850A-E2978C4071AD}" srcOrd="1" destOrd="0" presId="urn:microsoft.com/office/officeart/2018/2/layout/IconVerticalSolidList"/>
    <dgm:cxn modelId="{723A8B07-F633-4D25-A517-8D2385A964FB}" type="presParOf" srcId="{58EA8640-BDD4-44AD-B089-BA7009E2A564}" destId="{3D172B07-8EE6-4814-901A-6322953EF9C7}" srcOrd="2" destOrd="0" presId="urn:microsoft.com/office/officeart/2018/2/layout/IconVerticalSolidList"/>
    <dgm:cxn modelId="{AC11F263-DFB3-47AF-B953-8F9D920D6178}" type="presParOf" srcId="{58EA8640-BDD4-44AD-B089-BA7009E2A564}" destId="{F9E6DF03-4A04-4B99-9532-AAC46679BB10}" srcOrd="3" destOrd="0" presId="urn:microsoft.com/office/officeart/2018/2/layout/IconVerticalSolidList"/>
    <dgm:cxn modelId="{2E9940A0-EB18-4B12-B31C-BD086766D3CE}" type="presParOf" srcId="{46BE4535-943C-45F7-886B-EC5B1682B055}" destId="{CBA24EA1-DB09-4EE1-80F2-F03FF118688B}" srcOrd="7" destOrd="0" presId="urn:microsoft.com/office/officeart/2018/2/layout/IconVerticalSolidList"/>
    <dgm:cxn modelId="{8C77134F-E397-4E7B-9B62-D76C90338307}" type="presParOf" srcId="{46BE4535-943C-45F7-886B-EC5B1682B055}" destId="{1BA5EED5-CE87-42D2-B12D-267B842247BE}" srcOrd="8" destOrd="0" presId="urn:microsoft.com/office/officeart/2018/2/layout/IconVerticalSolidList"/>
    <dgm:cxn modelId="{D20320E4-9609-445F-9B9E-01B209847EF1}" type="presParOf" srcId="{1BA5EED5-CE87-42D2-B12D-267B842247BE}" destId="{E1874D29-3E9D-4E78-B5C8-070F096F68F8}" srcOrd="0" destOrd="0" presId="urn:microsoft.com/office/officeart/2018/2/layout/IconVerticalSolidList"/>
    <dgm:cxn modelId="{CA14CC14-EC6C-4BDC-9017-BCA046528DEE}" type="presParOf" srcId="{1BA5EED5-CE87-42D2-B12D-267B842247BE}" destId="{6BFD2838-E6F5-4463-916D-C8B3A602BE90}" srcOrd="1" destOrd="0" presId="urn:microsoft.com/office/officeart/2018/2/layout/IconVerticalSolidList"/>
    <dgm:cxn modelId="{CE834B72-0BE4-460F-AD07-7A66E40ACEC2}" type="presParOf" srcId="{1BA5EED5-CE87-42D2-B12D-267B842247BE}" destId="{1E3B2446-3566-4C32-B2FE-ACB362DE4BD5}" srcOrd="2" destOrd="0" presId="urn:microsoft.com/office/officeart/2018/2/layout/IconVerticalSolidList"/>
    <dgm:cxn modelId="{3C13BC64-DA2C-4C7F-9CBE-0CC9C1F7DE98}" type="presParOf" srcId="{1BA5EED5-CE87-42D2-B12D-267B842247BE}" destId="{A6682E74-6739-49BE-A862-269DC4F5E4E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4A7BE9D-EBD5-47AA-8E4E-407E94B06BC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F2427FA-3356-48A4-996D-B40F4B0B2CA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Gathered resumes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95FAD97-06B5-4C31-A921-631B3A80892B}" type="parTrans" cxnId="{D713915C-A56B-4E82-BA43-0969609E01A2}">
      <dgm:prSet/>
      <dgm:spPr/>
      <dgm:t>
        <a:bodyPr/>
        <a:lstStyle/>
        <a:p>
          <a:endParaRPr lang="en-US"/>
        </a:p>
      </dgm:t>
    </dgm:pt>
    <dgm:pt modelId="{A8E2FF8E-055D-44C9-BE3E-D9A1D0B783A7}" type="sibTrans" cxnId="{D713915C-A56B-4E82-BA43-0969609E01A2}">
      <dgm:prSet/>
      <dgm:spPr/>
      <dgm:t>
        <a:bodyPr/>
        <a:lstStyle/>
        <a:p>
          <a:endParaRPr lang="en-US"/>
        </a:p>
      </dgm:t>
    </dgm:pt>
    <dgm:pt modelId="{31467CE8-6482-4A7B-8D16-7EA1E00E3B1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Collected job </a:t>
          </a:r>
          <a:r>
            <a:rPr lang="en-US" sz="1800" i="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descriptions</a:t>
          </a:r>
          <a:r>
            <a:rPr lang="en-US" sz="180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9156C86-0B64-4B77-99E0-9D2189BBB8DE}" type="parTrans" cxnId="{9226F290-D6D9-4358-B25F-6656102D06C6}">
      <dgm:prSet/>
      <dgm:spPr/>
      <dgm:t>
        <a:bodyPr/>
        <a:lstStyle/>
        <a:p>
          <a:endParaRPr lang="en-US"/>
        </a:p>
      </dgm:t>
    </dgm:pt>
    <dgm:pt modelId="{1A22046B-5169-4A3B-9DD1-33C95EC988B1}" type="sibTrans" cxnId="{9226F290-D6D9-4358-B25F-6656102D06C6}">
      <dgm:prSet/>
      <dgm:spPr/>
      <dgm:t>
        <a:bodyPr/>
        <a:lstStyle/>
        <a:p>
          <a:endParaRPr lang="en-US"/>
        </a:p>
      </dgm:t>
    </dgm:pt>
    <dgm:pt modelId="{D0DE21BD-1212-46AD-A770-128872CE1D5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Converted unstructured files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0F5737D-5DBF-4D67-A542-D1AAF4BAF34F}" type="parTrans" cxnId="{A1ADA9AF-6CEF-4BFD-AD62-54A31D65F685}">
      <dgm:prSet/>
      <dgm:spPr/>
      <dgm:t>
        <a:bodyPr/>
        <a:lstStyle/>
        <a:p>
          <a:endParaRPr lang="en-US"/>
        </a:p>
      </dgm:t>
    </dgm:pt>
    <dgm:pt modelId="{8B9783C3-6E83-4A6F-92E5-B1676D978A5E}" type="sibTrans" cxnId="{A1ADA9AF-6CEF-4BFD-AD62-54A31D65F685}">
      <dgm:prSet/>
      <dgm:spPr/>
      <dgm:t>
        <a:bodyPr/>
        <a:lstStyle/>
        <a:p>
          <a:endParaRPr lang="en-US"/>
        </a:p>
      </dgm:t>
    </dgm:pt>
    <dgm:pt modelId="{1A538B80-E0E4-4E8B-9B2E-1C392929C8C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Ensured dataset diversity.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08E51E-C028-44B6-9593-AD6976C9FC60}" type="parTrans" cxnId="{937578BF-7CA5-46B1-BB1C-2413B0D64915}">
      <dgm:prSet/>
      <dgm:spPr/>
      <dgm:t>
        <a:bodyPr/>
        <a:lstStyle/>
        <a:p>
          <a:endParaRPr lang="en-US"/>
        </a:p>
      </dgm:t>
    </dgm:pt>
    <dgm:pt modelId="{2384C245-2D1A-47D3-A097-616C728B23D8}" type="sibTrans" cxnId="{937578BF-7CA5-46B1-BB1C-2413B0D64915}">
      <dgm:prSet/>
      <dgm:spPr/>
      <dgm:t>
        <a:bodyPr/>
        <a:lstStyle/>
        <a:p>
          <a:endParaRPr lang="en-US"/>
        </a:p>
      </dgm:t>
    </dgm:pt>
    <dgm:pt modelId="{E9ECC6E0-A4A9-4B0F-8038-05298AE97D0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Stored all raw files</a:t>
          </a:r>
          <a:r>
            <a:rPr lang="en-US" sz="1800" b="0" i="0" baseline="0" dirty="0"/>
            <a:t>.</a:t>
          </a:r>
          <a:endParaRPr lang="en-US" sz="1800" dirty="0"/>
        </a:p>
      </dgm:t>
    </dgm:pt>
    <dgm:pt modelId="{6B2D7913-6012-4434-8EC5-7E15059C3B1D}" type="parTrans" cxnId="{D36468F0-5A5D-4EEB-AA8C-65AA44A001C3}">
      <dgm:prSet/>
      <dgm:spPr/>
      <dgm:t>
        <a:bodyPr/>
        <a:lstStyle/>
        <a:p>
          <a:endParaRPr lang="en-US"/>
        </a:p>
      </dgm:t>
    </dgm:pt>
    <dgm:pt modelId="{67B4A2FD-7FB6-4FE6-BDC3-679EDFFC689D}" type="sibTrans" cxnId="{D36468F0-5A5D-4EEB-AA8C-65AA44A001C3}">
      <dgm:prSet/>
      <dgm:spPr/>
      <dgm:t>
        <a:bodyPr/>
        <a:lstStyle/>
        <a:p>
          <a:endParaRPr lang="en-US"/>
        </a:p>
      </dgm:t>
    </dgm:pt>
    <dgm:pt modelId="{0341009D-3CD1-4B9D-9664-DB3136BC669C}" type="pres">
      <dgm:prSet presAssocID="{14A7BE9D-EBD5-47AA-8E4E-407E94B06BC7}" presName="root" presStyleCnt="0">
        <dgm:presLayoutVars>
          <dgm:dir/>
          <dgm:resizeHandles val="exact"/>
        </dgm:presLayoutVars>
      </dgm:prSet>
      <dgm:spPr/>
    </dgm:pt>
    <dgm:pt modelId="{55CD3223-DC6C-42E3-85DD-2A5E33DB8961}" type="pres">
      <dgm:prSet presAssocID="{CF2427FA-3356-48A4-996D-B40F4B0B2CA5}" presName="compNode" presStyleCnt="0"/>
      <dgm:spPr/>
    </dgm:pt>
    <dgm:pt modelId="{09A0DB2E-CBAC-4516-B17B-2CB2B8782309}" type="pres">
      <dgm:prSet presAssocID="{CF2427FA-3356-48A4-996D-B40F4B0B2CA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45907F22-3909-43C5-AE90-F882E15B8AE6}" type="pres">
      <dgm:prSet presAssocID="{CF2427FA-3356-48A4-996D-B40F4B0B2CA5}" presName="spaceRect" presStyleCnt="0"/>
      <dgm:spPr/>
    </dgm:pt>
    <dgm:pt modelId="{7CA79FAD-6266-4A59-904B-29D85FDA3706}" type="pres">
      <dgm:prSet presAssocID="{CF2427FA-3356-48A4-996D-B40F4B0B2CA5}" presName="textRect" presStyleLbl="revTx" presStyleIdx="0" presStyleCnt="5">
        <dgm:presLayoutVars>
          <dgm:chMax val="1"/>
          <dgm:chPref val="1"/>
        </dgm:presLayoutVars>
      </dgm:prSet>
      <dgm:spPr/>
    </dgm:pt>
    <dgm:pt modelId="{3B81EDEE-C8E4-4556-94CD-64DF788BC9BD}" type="pres">
      <dgm:prSet presAssocID="{A8E2FF8E-055D-44C9-BE3E-D9A1D0B783A7}" presName="sibTrans" presStyleCnt="0"/>
      <dgm:spPr/>
    </dgm:pt>
    <dgm:pt modelId="{1A69D39B-3FB3-4FEC-AE25-11F305E31262}" type="pres">
      <dgm:prSet presAssocID="{31467CE8-6482-4A7B-8D16-7EA1E00E3B17}" presName="compNode" presStyleCnt="0"/>
      <dgm:spPr/>
    </dgm:pt>
    <dgm:pt modelId="{C861F1DC-45F8-4950-A595-364E6A468064}" type="pres">
      <dgm:prSet presAssocID="{31467CE8-6482-4A7B-8D16-7EA1E00E3B1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8765F413-FB6B-41BD-8203-101D690AC514}" type="pres">
      <dgm:prSet presAssocID="{31467CE8-6482-4A7B-8D16-7EA1E00E3B17}" presName="spaceRect" presStyleCnt="0"/>
      <dgm:spPr/>
    </dgm:pt>
    <dgm:pt modelId="{358EB753-74F9-469F-9F89-5E3C8584E730}" type="pres">
      <dgm:prSet presAssocID="{31467CE8-6482-4A7B-8D16-7EA1E00E3B17}" presName="textRect" presStyleLbl="revTx" presStyleIdx="1" presStyleCnt="5">
        <dgm:presLayoutVars>
          <dgm:chMax val="1"/>
          <dgm:chPref val="1"/>
        </dgm:presLayoutVars>
      </dgm:prSet>
      <dgm:spPr/>
    </dgm:pt>
    <dgm:pt modelId="{7953D0B8-AAC8-4735-9B6F-276F22AA415B}" type="pres">
      <dgm:prSet presAssocID="{1A22046B-5169-4A3B-9DD1-33C95EC988B1}" presName="sibTrans" presStyleCnt="0"/>
      <dgm:spPr/>
    </dgm:pt>
    <dgm:pt modelId="{287F0587-8ABD-4E6C-8D2B-BB751A4F2444}" type="pres">
      <dgm:prSet presAssocID="{D0DE21BD-1212-46AD-A770-128872CE1D50}" presName="compNode" presStyleCnt="0"/>
      <dgm:spPr/>
    </dgm:pt>
    <dgm:pt modelId="{6021F16B-44E8-4D4D-9521-B60C7C34DE49}" type="pres">
      <dgm:prSet presAssocID="{D0DE21BD-1212-46AD-A770-128872CE1D5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00ED2EA3-0E94-484E-8444-8D92CF335AC9}" type="pres">
      <dgm:prSet presAssocID="{D0DE21BD-1212-46AD-A770-128872CE1D50}" presName="spaceRect" presStyleCnt="0"/>
      <dgm:spPr/>
    </dgm:pt>
    <dgm:pt modelId="{CAE3640B-2FE8-400B-9C0D-394941BFAD25}" type="pres">
      <dgm:prSet presAssocID="{D0DE21BD-1212-46AD-A770-128872CE1D50}" presName="textRect" presStyleLbl="revTx" presStyleIdx="2" presStyleCnt="5">
        <dgm:presLayoutVars>
          <dgm:chMax val="1"/>
          <dgm:chPref val="1"/>
        </dgm:presLayoutVars>
      </dgm:prSet>
      <dgm:spPr/>
    </dgm:pt>
    <dgm:pt modelId="{29AEBD51-EBF0-4571-8A6A-90A9F8CE3046}" type="pres">
      <dgm:prSet presAssocID="{8B9783C3-6E83-4A6F-92E5-B1676D978A5E}" presName="sibTrans" presStyleCnt="0"/>
      <dgm:spPr/>
    </dgm:pt>
    <dgm:pt modelId="{E1F4FC6C-C392-4930-82A7-8E4EE15913BD}" type="pres">
      <dgm:prSet presAssocID="{1A538B80-E0E4-4E8B-9B2E-1C392929C8C5}" presName="compNode" presStyleCnt="0"/>
      <dgm:spPr/>
    </dgm:pt>
    <dgm:pt modelId="{057CFDE6-CCB6-4DC3-9266-13E6265AA8DC}" type="pres">
      <dgm:prSet presAssocID="{1A538B80-E0E4-4E8B-9B2E-1C392929C8C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A50AD16-A69C-421E-92F2-FF33F70F4535}" type="pres">
      <dgm:prSet presAssocID="{1A538B80-E0E4-4E8B-9B2E-1C392929C8C5}" presName="spaceRect" presStyleCnt="0"/>
      <dgm:spPr/>
    </dgm:pt>
    <dgm:pt modelId="{50B2F6F1-A6E7-464B-9102-F34388CC0297}" type="pres">
      <dgm:prSet presAssocID="{1A538B80-E0E4-4E8B-9B2E-1C392929C8C5}" presName="textRect" presStyleLbl="revTx" presStyleIdx="3" presStyleCnt="5">
        <dgm:presLayoutVars>
          <dgm:chMax val="1"/>
          <dgm:chPref val="1"/>
        </dgm:presLayoutVars>
      </dgm:prSet>
      <dgm:spPr/>
    </dgm:pt>
    <dgm:pt modelId="{5807AD97-AFA4-4D2E-8CE1-7EB4688342A1}" type="pres">
      <dgm:prSet presAssocID="{2384C245-2D1A-47D3-A097-616C728B23D8}" presName="sibTrans" presStyleCnt="0"/>
      <dgm:spPr/>
    </dgm:pt>
    <dgm:pt modelId="{11194ECC-4932-4BF3-85D9-6D1DECDBD391}" type="pres">
      <dgm:prSet presAssocID="{E9ECC6E0-A4A9-4B0F-8038-05298AE97D02}" presName="compNode" presStyleCnt="0"/>
      <dgm:spPr/>
    </dgm:pt>
    <dgm:pt modelId="{96ED6900-CD7D-40FB-B6D7-A2AFE88EDDB4}" type="pres">
      <dgm:prSet presAssocID="{E9ECC6E0-A4A9-4B0F-8038-05298AE97D02}" presName="iconRect" presStyleLbl="node1" presStyleIdx="4" presStyleCnt="5" custScaleX="103092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EC3C115E-B096-43D1-B25A-5C42CF47B61A}" type="pres">
      <dgm:prSet presAssocID="{E9ECC6E0-A4A9-4B0F-8038-05298AE97D02}" presName="spaceRect" presStyleCnt="0"/>
      <dgm:spPr/>
    </dgm:pt>
    <dgm:pt modelId="{3CFEA401-866D-4EEA-9501-528D1A1784F2}" type="pres">
      <dgm:prSet presAssocID="{E9ECC6E0-A4A9-4B0F-8038-05298AE97D0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A66E037-7231-4D66-938F-A551818880B6}" type="presOf" srcId="{D0DE21BD-1212-46AD-A770-128872CE1D50}" destId="{CAE3640B-2FE8-400B-9C0D-394941BFAD25}" srcOrd="0" destOrd="0" presId="urn:microsoft.com/office/officeart/2018/2/layout/IconLabelList"/>
    <dgm:cxn modelId="{B4C7183E-E6C9-42C6-81C9-AB5418AE5395}" type="presOf" srcId="{31467CE8-6482-4A7B-8D16-7EA1E00E3B17}" destId="{358EB753-74F9-469F-9F89-5E3C8584E730}" srcOrd="0" destOrd="0" presId="urn:microsoft.com/office/officeart/2018/2/layout/IconLabelList"/>
    <dgm:cxn modelId="{D713915C-A56B-4E82-BA43-0969609E01A2}" srcId="{14A7BE9D-EBD5-47AA-8E4E-407E94B06BC7}" destId="{CF2427FA-3356-48A4-996D-B40F4B0B2CA5}" srcOrd="0" destOrd="0" parTransId="{195FAD97-06B5-4C31-A921-631B3A80892B}" sibTransId="{A8E2FF8E-055D-44C9-BE3E-D9A1D0B783A7}"/>
    <dgm:cxn modelId="{FF433454-B8CD-4FB7-96FF-1D5503B004CE}" type="presOf" srcId="{CF2427FA-3356-48A4-996D-B40F4B0B2CA5}" destId="{7CA79FAD-6266-4A59-904B-29D85FDA3706}" srcOrd="0" destOrd="0" presId="urn:microsoft.com/office/officeart/2018/2/layout/IconLabelList"/>
    <dgm:cxn modelId="{701EAB7D-F42C-4B1F-8508-8D34B37F2F5A}" type="presOf" srcId="{1A538B80-E0E4-4E8B-9B2E-1C392929C8C5}" destId="{50B2F6F1-A6E7-464B-9102-F34388CC0297}" srcOrd="0" destOrd="0" presId="urn:microsoft.com/office/officeart/2018/2/layout/IconLabelList"/>
    <dgm:cxn modelId="{FA1E4D8D-A2E7-4E58-BE53-6A54E0FF662F}" type="presOf" srcId="{14A7BE9D-EBD5-47AA-8E4E-407E94B06BC7}" destId="{0341009D-3CD1-4B9D-9664-DB3136BC669C}" srcOrd="0" destOrd="0" presId="urn:microsoft.com/office/officeart/2018/2/layout/IconLabelList"/>
    <dgm:cxn modelId="{9226F290-D6D9-4358-B25F-6656102D06C6}" srcId="{14A7BE9D-EBD5-47AA-8E4E-407E94B06BC7}" destId="{31467CE8-6482-4A7B-8D16-7EA1E00E3B17}" srcOrd="1" destOrd="0" parTransId="{D9156C86-0B64-4B77-99E0-9D2189BBB8DE}" sibTransId="{1A22046B-5169-4A3B-9DD1-33C95EC988B1}"/>
    <dgm:cxn modelId="{A1ADA9AF-6CEF-4BFD-AD62-54A31D65F685}" srcId="{14A7BE9D-EBD5-47AA-8E4E-407E94B06BC7}" destId="{D0DE21BD-1212-46AD-A770-128872CE1D50}" srcOrd="2" destOrd="0" parTransId="{20F5737D-5DBF-4D67-A542-D1AAF4BAF34F}" sibTransId="{8B9783C3-6E83-4A6F-92E5-B1676D978A5E}"/>
    <dgm:cxn modelId="{D2BF8CB2-7370-4D40-AFF0-23EC5ED61C61}" type="presOf" srcId="{E9ECC6E0-A4A9-4B0F-8038-05298AE97D02}" destId="{3CFEA401-866D-4EEA-9501-528D1A1784F2}" srcOrd="0" destOrd="0" presId="urn:microsoft.com/office/officeart/2018/2/layout/IconLabelList"/>
    <dgm:cxn modelId="{937578BF-7CA5-46B1-BB1C-2413B0D64915}" srcId="{14A7BE9D-EBD5-47AA-8E4E-407E94B06BC7}" destId="{1A538B80-E0E4-4E8B-9B2E-1C392929C8C5}" srcOrd="3" destOrd="0" parTransId="{6F08E51E-C028-44B6-9593-AD6976C9FC60}" sibTransId="{2384C245-2D1A-47D3-A097-616C728B23D8}"/>
    <dgm:cxn modelId="{D36468F0-5A5D-4EEB-AA8C-65AA44A001C3}" srcId="{14A7BE9D-EBD5-47AA-8E4E-407E94B06BC7}" destId="{E9ECC6E0-A4A9-4B0F-8038-05298AE97D02}" srcOrd="4" destOrd="0" parTransId="{6B2D7913-6012-4434-8EC5-7E15059C3B1D}" sibTransId="{67B4A2FD-7FB6-4FE6-BDC3-679EDFFC689D}"/>
    <dgm:cxn modelId="{CD30482A-87B7-4829-B2A9-B81B7F082401}" type="presParOf" srcId="{0341009D-3CD1-4B9D-9664-DB3136BC669C}" destId="{55CD3223-DC6C-42E3-85DD-2A5E33DB8961}" srcOrd="0" destOrd="0" presId="urn:microsoft.com/office/officeart/2018/2/layout/IconLabelList"/>
    <dgm:cxn modelId="{61F99C03-C421-4B74-8562-47FFCB1AF431}" type="presParOf" srcId="{55CD3223-DC6C-42E3-85DD-2A5E33DB8961}" destId="{09A0DB2E-CBAC-4516-B17B-2CB2B8782309}" srcOrd="0" destOrd="0" presId="urn:microsoft.com/office/officeart/2018/2/layout/IconLabelList"/>
    <dgm:cxn modelId="{062B733E-9A7F-4214-8F2B-9902D54D86C3}" type="presParOf" srcId="{55CD3223-DC6C-42E3-85DD-2A5E33DB8961}" destId="{45907F22-3909-43C5-AE90-F882E15B8AE6}" srcOrd="1" destOrd="0" presId="urn:microsoft.com/office/officeart/2018/2/layout/IconLabelList"/>
    <dgm:cxn modelId="{BD1710D9-7635-4291-96D3-C83E613A2CC9}" type="presParOf" srcId="{55CD3223-DC6C-42E3-85DD-2A5E33DB8961}" destId="{7CA79FAD-6266-4A59-904B-29D85FDA3706}" srcOrd="2" destOrd="0" presId="urn:microsoft.com/office/officeart/2018/2/layout/IconLabelList"/>
    <dgm:cxn modelId="{C40D0D5A-C0AC-46C9-BDAB-D6CE25227F13}" type="presParOf" srcId="{0341009D-3CD1-4B9D-9664-DB3136BC669C}" destId="{3B81EDEE-C8E4-4556-94CD-64DF788BC9BD}" srcOrd="1" destOrd="0" presId="urn:microsoft.com/office/officeart/2018/2/layout/IconLabelList"/>
    <dgm:cxn modelId="{76716BB4-C76B-462A-9D12-7C1739DB6FDD}" type="presParOf" srcId="{0341009D-3CD1-4B9D-9664-DB3136BC669C}" destId="{1A69D39B-3FB3-4FEC-AE25-11F305E31262}" srcOrd="2" destOrd="0" presId="urn:microsoft.com/office/officeart/2018/2/layout/IconLabelList"/>
    <dgm:cxn modelId="{FFAF1B51-F99A-4102-8135-43A77527AE06}" type="presParOf" srcId="{1A69D39B-3FB3-4FEC-AE25-11F305E31262}" destId="{C861F1DC-45F8-4950-A595-364E6A468064}" srcOrd="0" destOrd="0" presId="urn:microsoft.com/office/officeart/2018/2/layout/IconLabelList"/>
    <dgm:cxn modelId="{4C23BAA3-531C-434D-A7F3-90C7CA90EBAE}" type="presParOf" srcId="{1A69D39B-3FB3-4FEC-AE25-11F305E31262}" destId="{8765F413-FB6B-41BD-8203-101D690AC514}" srcOrd="1" destOrd="0" presId="urn:microsoft.com/office/officeart/2018/2/layout/IconLabelList"/>
    <dgm:cxn modelId="{5BE359A9-D370-48B3-9808-215B452FF486}" type="presParOf" srcId="{1A69D39B-3FB3-4FEC-AE25-11F305E31262}" destId="{358EB753-74F9-469F-9F89-5E3C8584E730}" srcOrd="2" destOrd="0" presId="urn:microsoft.com/office/officeart/2018/2/layout/IconLabelList"/>
    <dgm:cxn modelId="{F75B0BE2-995C-4397-A279-8927988202D1}" type="presParOf" srcId="{0341009D-3CD1-4B9D-9664-DB3136BC669C}" destId="{7953D0B8-AAC8-4735-9B6F-276F22AA415B}" srcOrd="3" destOrd="0" presId="urn:microsoft.com/office/officeart/2018/2/layout/IconLabelList"/>
    <dgm:cxn modelId="{84CA8183-7AF3-4DFC-8F28-A4BF4FF23AE9}" type="presParOf" srcId="{0341009D-3CD1-4B9D-9664-DB3136BC669C}" destId="{287F0587-8ABD-4E6C-8D2B-BB751A4F2444}" srcOrd="4" destOrd="0" presId="urn:microsoft.com/office/officeart/2018/2/layout/IconLabelList"/>
    <dgm:cxn modelId="{E1FC4BBE-ED6B-4EB3-B0CA-00D6CF048E10}" type="presParOf" srcId="{287F0587-8ABD-4E6C-8D2B-BB751A4F2444}" destId="{6021F16B-44E8-4D4D-9521-B60C7C34DE49}" srcOrd="0" destOrd="0" presId="urn:microsoft.com/office/officeart/2018/2/layout/IconLabelList"/>
    <dgm:cxn modelId="{6BE42FBE-EE0C-4BA2-A3AA-9DBB28CB5996}" type="presParOf" srcId="{287F0587-8ABD-4E6C-8D2B-BB751A4F2444}" destId="{00ED2EA3-0E94-484E-8444-8D92CF335AC9}" srcOrd="1" destOrd="0" presId="urn:microsoft.com/office/officeart/2018/2/layout/IconLabelList"/>
    <dgm:cxn modelId="{E8D8E45E-DB61-4350-BD2D-38D7FBD3B34C}" type="presParOf" srcId="{287F0587-8ABD-4E6C-8D2B-BB751A4F2444}" destId="{CAE3640B-2FE8-400B-9C0D-394941BFAD25}" srcOrd="2" destOrd="0" presId="urn:microsoft.com/office/officeart/2018/2/layout/IconLabelList"/>
    <dgm:cxn modelId="{862B712E-EE50-4F2D-86C4-E5C69B8D626A}" type="presParOf" srcId="{0341009D-3CD1-4B9D-9664-DB3136BC669C}" destId="{29AEBD51-EBF0-4571-8A6A-90A9F8CE3046}" srcOrd="5" destOrd="0" presId="urn:microsoft.com/office/officeart/2018/2/layout/IconLabelList"/>
    <dgm:cxn modelId="{C01FFB4F-553C-4239-806B-B2D50AF2AB0D}" type="presParOf" srcId="{0341009D-3CD1-4B9D-9664-DB3136BC669C}" destId="{E1F4FC6C-C392-4930-82A7-8E4EE15913BD}" srcOrd="6" destOrd="0" presId="urn:microsoft.com/office/officeart/2018/2/layout/IconLabelList"/>
    <dgm:cxn modelId="{D8CD08AC-5298-461C-ACD1-483FC5F8FC79}" type="presParOf" srcId="{E1F4FC6C-C392-4930-82A7-8E4EE15913BD}" destId="{057CFDE6-CCB6-4DC3-9266-13E6265AA8DC}" srcOrd="0" destOrd="0" presId="urn:microsoft.com/office/officeart/2018/2/layout/IconLabelList"/>
    <dgm:cxn modelId="{4BED2229-D5A5-457E-A221-D4F63A80DFE1}" type="presParOf" srcId="{E1F4FC6C-C392-4930-82A7-8E4EE15913BD}" destId="{BA50AD16-A69C-421E-92F2-FF33F70F4535}" srcOrd="1" destOrd="0" presId="urn:microsoft.com/office/officeart/2018/2/layout/IconLabelList"/>
    <dgm:cxn modelId="{80EA6749-088F-46AB-A3B4-751999829F44}" type="presParOf" srcId="{E1F4FC6C-C392-4930-82A7-8E4EE15913BD}" destId="{50B2F6F1-A6E7-464B-9102-F34388CC0297}" srcOrd="2" destOrd="0" presId="urn:microsoft.com/office/officeart/2018/2/layout/IconLabelList"/>
    <dgm:cxn modelId="{4016422D-AB6A-4FF6-AC9E-6787A635A251}" type="presParOf" srcId="{0341009D-3CD1-4B9D-9664-DB3136BC669C}" destId="{5807AD97-AFA4-4D2E-8CE1-7EB4688342A1}" srcOrd="7" destOrd="0" presId="urn:microsoft.com/office/officeart/2018/2/layout/IconLabelList"/>
    <dgm:cxn modelId="{F4A2DA85-FE8B-4325-932A-888BEBFA41FE}" type="presParOf" srcId="{0341009D-3CD1-4B9D-9664-DB3136BC669C}" destId="{11194ECC-4932-4BF3-85D9-6D1DECDBD391}" srcOrd="8" destOrd="0" presId="urn:microsoft.com/office/officeart/2018/2/layout/IconLabelList"/>
    <dgm:cxn modelId="{6911591D-7E57-4330-902F-6E1871CA241E}" type="presParOf" srcId="{11194ECC-4932-4BF3-85D9-6D1DECDBD391}" destId="{96ED6900-CD7D-40FB-B6D7-A2AFE88EDDB4}" srcOrd="0" destOrd="0" presId="urn:microsoft.com/office/officeart/2018/2/layout/IconLabelList"/>
    <dgm:cxn modelId="{636859C1-3AB5-4C59-82F2-86782F6CAD58}" type="presParOf" srcId="{11194ECC-4932-4BF3-85D9-6D1DECDBD391}" destId="{EC3C115E-B096-43D1-B25A-5C42CF47B61A}" srcOrd="1" destOrd="0" presId="urn:microsoft.com/office/officeart/2018/2/layout/IconLabelList"/>
    <dgm:cxn modelId="{AF7297E9-1261-49D7-B6D0-8C35ED2E4D85}" type="presParOf" srcId="{11194ECC-4932-4BF3-85D9-6D1DECDBD391}" destId="{3CFEA401-866D-4EEA-9501-528D1A1784F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5B09763-EF4E-45C7-BE7F-2A74F9B8B8A6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7EFA0AF-0F7D-453C-ACF1-ED912FCDC1AB}">
      <dgm:prSet/>
      <dgm:spPr/>
      <dgm:t>
        <a:bodyPr/>
        <a:lstStyle/>
        <a:p>
          <a:r>
            <a:rPr lang="en-US"/>
            <a:t>Used NLP to extract Name, Skills, Education, and Experience</a:t>
          </a:r>
        </a:p>
      </dgm:t>
    </dgm:pt>
    <dgm:pt modelId="{17732342-F174-46BF-8E4E-A1F99B65CB35}" type="parTrans" cxnId="{14F44E23-69BD-4CC5-990D-757DC571D670}">
      <dgm:prSet/>
      <dgm:spPr/>
      <dgm:t>
        <a:bodyPr/>
        <a:lstStyle/>
        <a:p>
          <a:endParaRPr lang="en-US"/>
        </a:p>
      </dgm:t>
    </dgm:pt>
    <dgm:pt modelId="{45D59E45-35C7-43F0-BC6C-A08BCE6B5A38}" type="sibTrans" cxnId="{14F44E23-69BD-4CC5-990D-757DC571D670}">
      <dgm:prSet/>
      <dgm:spPr/>
      <dgm:t>
        <a:bodyPr/>
        <a:lstStyle/>
        <a:p>
          <a:endParaRPr lang="en-US"/>
        </a:p>
      </dgm:t>
    </dgm:pt>
    <dgm:pt modelId="{975A8655-44CB-4F47-B5B7-C80ACC761A3C}">
      <dgm:prSet/>
      <dgm:spPr/>
      <dgm:t>
        <a:bodyPr/>
        <a:lstStyle/>
        <a:p>
          <a:r>
            <a:rPr lang="en-US"/>
            <a:t>Cleaned text using tokenization and stop word removal</a:t>
          </a:r>
        </a:p>
      </dgm:t>
    </dgm:pt>
    <dgm:pt modelId="{0EA071EE-264A-48D1-87A8-962332FE6AC8}" type="parTrans" cxnId="{F137B342-4BCC-4048-8B4E-1F144853AD92}">
      <dgm:prSet/>
      <dgm:spPr/>
      <dgm:t>
        <a:bodyPr/>
        <a:lstStyle/>
        <a:p>
          <a:endParaRPr lang="en-US"/>
        </a:p>
      </dgm:t>
    </dgm:pt>
    <dgm:pt modelId="{749F5848-6356-45A6-9459-9933A856CE97}" type="sibTrans" cxnId="{F137B342-4BCC-4048-8B4E-1F144853AD92}">
      <dgm:prSet/>
      <dgm:spPr/>
      <dgm:t>
        <a:bodyPr/>
        <a:lstStyle/>
        <a:p>
          <a:endParaRPr lang="en-US"/>
        </a:p>
      </dgm:t>
    </dgm:pt>
    <dgm:pt modelId="{C1C0CD4F-BDCB-4746-83B2-4B76994ECB03}">
      <dgm:prSet/>
      <dgm:spPr/>
      <dgm:t>
        <a:bodyPr/>
        <a:lstStyle/>
        <a:p>
          <a:r>
            <a:rPr lang="en-US"/>
            <a:t>Detected contact info like phone and email using patterns</a:t>
          </a:r>
        </a:p>
      </dgm:t>
    </dgm:pt>
    <dgm:pt modelId="{7FACC98B-71EC-433A-A19D-ABDA4A28EAB7}" type="parTrans" cxnId="{A6C313E4-294F-4422-B218-DA17A807E2BB}">
      <dgm:prSet/>
      <dgm:spPr/>
      <dgm:t>
        <a:bodyPr/>
        <a:lstStyle/>
        <a:p>
          <a:endParaRPr lang="en-US"/>
        </a:p>
      </dgm:t>
    </dgm:pt>
    <dgm:pt modelId="{10D22C18-4F92-4ADA-B9B3-145ADBC981C3}" type="sibTrans" cxnId="{A6C313E4-294F-4422-B218-DA17A807E2BB}">
      <dgm:prSet/>
      <dgm:spPr/>
      <dgm:t>
        <a:bodyPr/>
        <a:lstStyle/>
        <a:p>
          <a:endParaRPr lang="en-US"/>
        </a:p>
      </dgm:t>
    </dgm:pt>
    <dgm:pt modelId="{3E458925-55D2-4897-9BFD-E076BC47BA83}">
      <dgm:prSet/>
      <dgm:spPr/>
      <dgm:t>
        <a:bodyPr/>
        <a:lstStyle/>
        <a:p>
          <a:r>
            <a:rPr lang="en-US"/>
            <a:t>Parsed both structured and unstructured resumes</a:t>
          </a:r>
        </a:p>
      </dgm:t>
    </dgm:pt>
    <dgm:pt modelId="{C95CCF71-D91D-44A7-855C-EE9DE9524185}" type="parTrans" cxnId="{72548384-1BE9-43AC-B79E-59ABB2042873}">
      <dgm:prSet/>
      <dgm:spPr/>
      <dgm:t>
        <a:bodyPr/>
        <a:lstStyle/>
        <a:p>
          <a:endParaRPr lang="en-US"/>
        </a:p>
      </dgm:t>
    </dgm:pt>
    <dgm:pt modelId="{FE4B29CE-1A43-48FF-BB9D-C8246827D258}" type="sibTrans" cxnId="{72548384-1BE9-43AC-B79E-59ABB2042873}">
      <dgm:prSet/>
      <dgm:spPr/>
      <dgm:t>
        <a:bodyPr/>
        <a:lstStyle/>
        <a:p>
          <a:endParaRPr lang="en-US"/>
        </a:p>
      </dgm:t>
    </dgm:pt>
    <dgm:pt modelId="{A6698EE2-5CBC-483A-8F62-248B2A05D6EF}">
      <dgm:prSet/>
      <dgm:spPr/>
      <dgm:t>
        <a:bodyPr/>
        <a:lstStyle/>
        <a:p>
          <a:r>
            <a:rPr lang="en-US"/>
            <a:t>Converted parsed data into structured format for analysis</a:t>
          </a:r>
        </a:p>
      </dgm:t>
    </dgm:pt>
    <dgm:pt modelId="{5EBF4741-018F-4C08-8544-16140AC2489B}" type="parTrans" cxnId="{360956B8-A3AF-43BF-9AF9-C944B32CB024}">
      <dgm:prSet/>
      <dgm:spPr/>
      <dgm:t>
        <a:bodyPr/>
        <a:lstStyle/>
        <a:p>
          <a:endParaRPr lang="en-US"/>
        </a:p>
      </dgm:t>
    </dgm:pt>
    <dgm:pt modelId="{73DA38A0-2257-454E-89B8-C6C57E820C11}" type="sibTrans" cxnId="{360956B8-A3AF-43BF-9AF9-C944B32CB024}">
      <dgm:prSet/>
      <dgm:spPr/>
      <dgm:t>
        <a:bodyPr/>
        <a:lstStyle/>
        <a:p>
          <a:endParaRPr lang="en-US"/>
        </a:p>
      </dgm:t>
    </dgm:pt>
    <dgm:pt modelId="{DAD0D15C-9D62-4D9D-89FA-DE2852EF8F69}" type="pres">
      <dgm:prSet presAssocID="{65B09763-EF4E-45C7-BE7F-2A74F9B8B8A6}" presName="outerComposite" presStyleCnt="0">
        <dgm:presLayoutVars>
          <dgm:chMax val="5"/>
          <dgm:dir/>
          <dgm:resizeHandles val="exact"/>
        </dgm:presLayoutVars>
      </dgm:prSet>
      <dgm:spPr/>
    </dgm:pt>
    <dgm:pt modelId="{C6211DC5-C844-4F00-A99A-6097850CF55A}" type="pres">
      <dgm:prSet presAssocID="{65B09763-EF4E-45C7-BE7F-2A74F9B8B8A6}" presName="dummyMaxCanvas" presStyleCnt="0">
        <dgm:presLayoutVars/>
      </dgm:prSet>
      <dgm:spPr/>
    </dgm:pt>
    <dgm:pt modelId="{EA5C6FDA-A81B-4F3D-B897-225B0294EFFC}" type="pres">
      <dgm:prSet presAssocID="{65B09763-EF4E-45C7-BE7F-2A74F9B8B8A6}" presName="FiveNodes_1" presStyleLbl="node1" presStyleIdx="0" presStyleCnt="5">
        <dgm:presLayoutVars>
          <dgm:bulletEnabled val="1"/>
        </dgm:presLayoutVars>
      </dgm:prSet>
      <dgm:spPr/>
    </dgm:pt>
    <dgm:pt modelId="{652EEA40-C29E-4021-8F99-642912567491}" type="pres">
      <dgm:prSet presAssocID="{65B09763-EF4E-45C7-BE7F-2A74F9B8B8A6}" presName="FiveNodes_2" presStyleLbl="node1" presStyleIdx="1" presStyleCnt="5">
        <dgm:presLayoutVars>
          <dgm:bulletEnabled val="1"/>
        </dgm:presLayoutVars>
      </dgm:prSet>
      <dgm:spPr/>
    </dgm:pt>
    <dgm:pt modelId="{71010B6B-DCB4-4A84-9772-21014C9C6BE0}" type="pres">
      <dgm:prSet presAssocID="{65B09763-EF4E-45C7-BE7F-2A74F9B8B8A6}" presName="FiveNodes_3" presStyleLbl="node1" presStyleIdx="2" presStyleCnt="5">
        <dgm:presLayoutVars>
          <dgm:bulletEnabled val="1"/>
        </dgm:presLayoutVars>
      </dgm:prSet>
      <dgm:spPr/>
    </dgm:pt>
    <dgm:pt modelId="{532DE39C-F623-40C1-A7EF-74D629259FB1}" type="pres">
      <dgm:prSet presAssocID="{65B09763-EF4E-45C7-BE7F-2A74F9B8B8A6}" presName="FiveNodes_4" presStyleLbl="node1" presStyleIdx="3" presStyleCnt="5">
        <dgm:presLayoutVars>
          <dgm:bulletEnabled val="1"/>
        </dgm:presLayoutVars>
      </dgm:prSet>
      <dgm:spPr/>
    </dgm:pt>
    <dgm:pt modelId="{26E61154-D8A0-4518-B14C-9024C7332333}" type="pres">
      <dgm:prSet presAssocID="{65B09763-EF4E-45C7-BE7F-2A74F9B8B8A6}" presName="FiveNodes_5" presStyleLbl="node1" presStyleIdx="4" presStyleCnt="5">
        <dgm:presLayoutVars>
          <dgm:bulletEnabled val="1"/>
        </dgm:presLayoutVars>
      </dgm:prSet>
      <dgm:spPr/>
    </dgm:pt>
    <dgm:pt modelId="{0824164B-3AD0-4CEA-B466-19920B53B93F}" type="pres">
      <dgm:prSet presAssocID="{65B09763-EF4E-45C7-BE7F-2A74F9B8B8A6}" presName="FiveConn_1-2" presStyleLbl="fgAccFollowNode1" presStyleIdx="0" presStyleCnt="4">
        <dgm:presLayoutVars>
          <dgm:bulletEnabled val="1"/>
        </dgm:presLayoutVars>
      </dgm:prSet>
      <dgm:spPr/>
    </dgm:pt>
    <dgm:pt modelId="{EEDEFDD4-76F7-45B1-81DB-73823A002D8F}" type="pres">
      <dgm:prSet presAssocID="{65B09763-EF4E-45C7-BE7F-2A74F9B8B8A6}" presName="FiveConn_2-3" presStyleLbl="fgAccFollowNode1" presStyleIdx="1" presStyleCnt="4">
        <dgm:presLayoutVars>
          <dgm:bulletEnabled val="1"/>
        </dgm:presLayoutVars>
      </dgm:prSet>
      <dgm:spPr/>
    </dgm:pt>
    <dgm:pt modelId="{3CF93756-45AD-4287-9AF7-9CCC377003DB}" type="pres">
      <dgm:prSet presAssocID="{65B09763-EF4E-45C7-BE7F-2A74F9B8B8A6}" presName="FiveConn_3-4" presStyleLbl="fgAccFollowNode1" presStyleIdx="2" presStyleCnt="4">
        <dgm:presLayoutVars>
          <dgm:bulletEnabled val="1"/>
        </dgm:presLayoutVars>
      </dgm:prSet>
      <dgm:spPr/>
    </dgm:pt>
    <dgm:pt modelId="{5713A981-17C6-489F-B36F-9586BBDBF46E}" type="pres">
      <dgm:prSet presAssocID="{65B09763-EF4E-45C7-BE7F-2A74F9B8B8A6}" presName="FiveConn_4-5" presStyleLbl="fgAccFollowNode1" presStyleIdx="3" presStyleCnt="4">
        <dgm:presLayoutVars>
          <dgm:bulletEnabled val="1"/>
        </dgm:presLayoutVars>
      </dgm:prSet>
      <dgm:spPr/>
    </dgm:pt>
    <dgm:pt modelId="{10BBC554-53EA-4126-8528-DE9D935E2B49}" type="pres">
      <dgm:prSet presAssocID="{65B09763-EF4E-45C7-BE7F-2A74F9B8B8A6}" presName="FiveNodes_1_text" presStyleLbl="node1" presStyleIdx="4" presStyleCnt="5">
        <dgm:presLayoutVars>
          <dgm:bulletEnabled val="1"/>
        </dgm:presLayoutVars>
      </dgm:prSet>
      <dgm:spPr/>
    </dgm:pt>
    <dgm:pt modelId="{E93A09EF-04A5-42DD-A1CA-B70C6E2EFD6E}" type="pres">
      <dgm:prSet presAssocID="{65B09763-EF4E-45C7-BE7F-2A74F9B8B8A6}" presName="FiveNodes_2_text" presStyleLbl="node1" presStyleIdx="4" presStyleCnt="5">
        <dgm:presLayoutVars>
          <dgm:bulletEnabled val="1"/>
        </dgm:presLayoutVars>
      </dgm:prSet>
      <dgm:spPr/>
    </dgm:pt>
    <dgm:pt modelId="{B16D71A8-5919-4B02-89C5-958E5FDA9607}" type="pres">
      <dgm:prSet presAssocID="{65B09763-EF4E-45C7-BE7F-2A74F9B8B8A6}" presName="FiveNodes_3_text" presStyleLbl="node1" presStyleIdx="4" presStyleCnt="5">
        <dgm:presLayoutVars>
          <dgm:bulletEnabled val="1"/>
        </dgm:presLayoutVars>
      </dgm:prSet>
      <dgm:spPr/>
    </dgm:pt>
    <dgm:pt modelId="{CDFA3E24-7A3E-4454-9FC3-D05C729249BD}" type="pres">
      <dgm:prSet presAssocID="{65B09763-EF4E-45C7-BE7F-2A74F9B8B8A6}" presName="FiveNodes_4_text" presStyleLbl="node1" presStyleIdx="4" presStyleCnt="5">
        <dgm:presLayoutVars>
          <dgm:bulletEnabled val="1"/>
        </dgm:presLayoutVars>
      </dgm:prSet>
      <dgm:spPr/>
    </dgm:pt>
    <dgm:pt modelId="{0B780827-B2A1-4E9D-8A95-4A5E1AF1C4A1}" type="pres">
      <dgm:prSet presAssocID="{65B09763-EF4E-45C7-BE7F-2A74F9B8B8A6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FE91C019-521F-4A59-876F-FFDC6F2BD69D}" type="presOf" srcId="{65B09763-EF4E-45C7-BE7F-2A74F9B8B8A6}" destId="{DAD0D15C-9D62-4D9D-89FA-DE2852EF8F69}" srcOrd="0" destOrd="0" presId="urn:microsoft.com/office/officeart/2005/8/layout/vProcess5"/>
    <dgm:cxn modelId="{7C418620-F06D-4A1D-9160-5592435DB81B}" type="presOf" srcId="{C1C0CD4F-BDCB-4746-83B2-4B76994ECB03}" destId="{71010B6B-DCB4-4A84-9772-21014C9C6BE0}" srcOrd="0" destOrd="0" presId="urn:microsoft.com/office/officeart/2005/8/layout/vProcess5"/>
    <dgm:cxn modelId="{14F44E23-69BD-4CC5-990D-757DC571D670}" srcId="{65B09763-EF4E-45C7-BE7F-2A74F9B8B8A6}" destId="{67EFA0AF-0F7D-453C-ACF1-ED912FCDC1AB}" srcOrd="0" destOrd="0" parTransId="{17732342-F174-46BF-8E4E-A1F99B65CB35}" sibTransId="{45D59E45-35C7-43F0-BC6C-A08BCE6B5A38}"/>
    <dgm:cxn modelId="{2EE3C428-86EC-42FB-9CBE-0B9DE629BF93}" type="presOf" srcId="{45D59E45-35C7-43F0-BC6C-A08BCE6B5A38}" destId="{0824164B-3AD0-4CEA-B466-19920B53B93F}" srcOrd="0" destOrd="0" presId="urn:microsoft.com/office/officeart/2005/8/layout/vProcess5"/>
    <dgm:cxn modelId="{F486F136-E571-4D65-99B5-F5685FE5256A}" type="presOf" srcId="{A6698EE2-5CBC-483A-8F62-248B2A05D6EF}" destId="{0B780827-B2A1-4E9D-8A95-4A5E1AF1C4A1}" srcOrd="1" destOrd="0" presId="urn:microsoft.com/office/officeart/2005/8/layout/vProcess5"/>
    <dgm:cxn modelId="{BDAE9737-7C23-451C-A3CC-06C18057B413}" type="presOf" srcId="{975A8655-44CB-4F47-B5B7-C80ACC761A3C}" destId="{652EEA40-C29E-4021-8F99-642912567491}" srcOrd="0" destOrd="0" presId="urn:microsoft.com/office/officeart/2005/8/layout/vProcess5"/>
    <dgm:cxn modelId="{F137B342-4BCC-4048-8B4E-1F144853AD92}" srcId="{65B09763-EF4E-45C7-BE7F-2A74F9B8B8A6}" destId="{975A8655-44CB-4F47-B5B7-C80ACC761A3C}" srcOrd="1" destOrd="0" parTransId="{0EA071EE-264A-48D1-87A8-962332FE6AC8}" sibTransId="{749F5848-6356-45A6-9459-9933A856CE97}"/>
    <dgm:cxn modelId="{DAFA6069-3D16-4F47-BC01-24AB124E2B81}" type="presOf" srcId="{67EFA0AF-0F7D-453C-ACF1-ED912FCDC1AB}" destId="{EA5C6FDA-A81B-4F3D-B897-225B0294EFFC}" srcOrd="0" destOrd="0" presId="urn:microsoft.com/office/officeart/2005/8/layout/vProcess5"/>
    <dgm:cxn modelId="{72548384-1BE9-43AC-B79E-59ABB2042873}" srcId="{65B09763-EF4E-45C7-BE7F-2A74F9B8B8A6}" destId="{3E458925-55D2-4897-9BFD-E076BC47BA83}" srcOrd="3" destOrd="0" parTransId="{C95CCF71-D91D-44A7-855C-EE9DE9524185}" sibTransId="{FE4B29CE-1A43-48FF-BB9D-C8246827D258}"/>
    <dgm:cxn modelId="{72D59BA7-57E5-4F8D-9AEF-4E664435F59E}" type="presOf" srcId="{A6698EE2-5CBC-483A-8F62-248B2A05D6EF}" destId="{26E61154-D8A0-4518-B14C-9024C7332333}" srcOrd="0" destOrd="0" presId="urn:microsoft.com/office/officeart/2005/8/layout/vProcess5"/>
    <dgm:cxn modelId="{939399B0-2EF7-46D9-95F1-C4FCFCB2FCC9}" type="presOf" srcId="{975A8655-44CB-4F47-B5B7-C80ACC761A3C}" destId="{E93A09EF-04A5-42DD-A1CA-B70C6E2EFD6E}" srcOrd="1" destOrd="0" presId="urn:microsoft.com/office/officeart/2005/8/layout/vProcess5"/>
    <dgm:cxn modelId="{360956B8-A3AF-43BF-9AF9-C944B32CB024}" srcId="{65B09763-EF4E-45C7-BE7F-2A74F9B8B8A6}" destId="{A6698EE2-5CBC-483A-8F62-248B2A05D6EF}" srcOrd="4" destOrd="0" parTransId="{5EBF4741-018F-4C08-8544-16140AC2489B}" sibTransId="{73DA38A0-2257-454E-89B8-C6C57E820C11}"/>
    <dgm:cxn modelId="{E691AAC4-4A8B-4E4E-9D8B-4F6FD778D3D9}" type="presOf" srcId="{10D22C18-4F92-4ADA-B9B3-145ADBC981C3}" destId="{3CF93756-45AD-4287-9AF7-9CCC377003DB}" srcOrd="0" destOrd="0" presId="urn:microsoft.com/office/officeart/2005/8/layout/vProcess5"/>
    <dgm:cxn modelId="{3369CEC9-531C-473D-8C90-CA95A4A637EC}" type="presOf" srcId="{749F5848-6356-45A6-9459-9933A856CE97}" destId="{EEDEFDD4-76F7-45B1-81DB-73823A002D8F}" srcOrd="0" destOrd="0" presId="urn:microsoft.com/office/officeart/2005/8/layout/vProcess5"/>
    <dgm:cxn modelId="{A6C313E4-294F-4422-B218-DA17A807E2BB}" srcId="{65B09763-EF4E-45C7-BE7F-2A74F9B8B8A6}" destId="{C1C0CD4F-BDCB-4746-83B2-4B76994ECB03}" srcOrd="2" destOrd="0" parTransId="{7FACC98B-71EC-433A-A19D-ABDA4A28EAB7}" sibTransId="{10D22C18-4F92-4ADA-B9B3-145ADBC981C3}"/>
    <dgm:cxn modelId="{6B77EEEC-791B-4514-A8D8-1468A1E0C1B5}" type="presOf" srcId="{FE4B29CE-1A43-48FF-BB9D-C8246827D258}" destId="{5713A981-17C6-489F-B36F-9586BBDBF46E}" srcOrd="0" destOrd="0" presId="urn:microsoft.com/office/officeart/2005/8/layout/vProcess5"/>
    <dgm:cxn modelId="{181B3FF4-E7D2-4102-BC99-58F3C4703F04}" type="presOf" srcId="{3E458925-55D2-4897-9BFD-E076BC47BA83}" destId="{532DE39C-F623-40C1-A7EF-74D629259FB1}" srcOrd="0" destOrd="0" presId="urn:microsoft.com/office/officeart/2005/8/layout/vProcess5"/>
    <dgm:cxn modelId="{361C06F5-B909-408B-8F49-ACA097046278}" type="presOf" srcId="{67EFA0AF-0F7D-453C-ACF1-ED912FCDC1AB}" destId="{10BBC554-53EA-4126-8528-DE9D935E2B49}" srcOrd="1" destOrd="0" presId="urn:microsoft.com/office/officeart/2005/8/layout/vProcess5"/>
    <dgm:cxn modelId="{25E77FF8-7C2A-4C59-95C4-4A2DA0E83FA0}" type="presOf" srcId="{3E458925-55D2-4897-9BFD-E076BC47BA83}" destId="{CDFA3E24-7A3E-4454-9FC3-D05C729249BD}" srcOrd="1" destOrd="0" presId="urn:microsoft.com/office/officeart/2005/8/layout/vProcess5"/>
    <dgm:cxn modelId="{AD0CCAF9-5DBA-403F-975F-36FB294E9615}" type="presOf" srcId="{C1C0CD4F-BDCB-4746-83B2-4B76994ECB03}" destId="{B16D71A8-5919-4B02-89C5-958E5FDA9607}" srcOrd="1" destOrd="0" presId="urn:microsoft.com/office/officeart/2005/8/layout/vProcess5"/>
    <dgm:cxn modelId="{C5049F2E-77AA-4756-B1B3-92B492ECB739}" type="presParOf" srcId="{DAD0D15C-9D62-4D9D-89FA-DE2852EF8F69}" destId="{C6211DC5-C844-4F00-A99A-6097850CF55A}" srcOrd="0" destOrd="0" presId="urn:microsoft.com/office/officeart/2005/8/layout/vProcess5"/>
    <dgm:cxn modelId="{B26EA83D-B473-4639-B6BA-B5D627A428DB}" type="presParOf" srcId="{DAD0D15C-9D62-4D9D-89FA-DE2852EF8F69}" destId="{EA5C6FDA-A81B-4F3D-B897-225B0294EFFC}" srcOrd="1" destOrd="0" presId="urn:microsoft.com/office/officeart/2005/8/layout/vProcess5"/>
    <dgm:cxn modelId="{E643AEE6-618C-4A12-986C-D2FC699F0C2D}" type="presParOf" srcId="{DAD0D15C-9D62-4D9D-89FA-DE2852EF8F69}" destId="{652EEA40-C29E-4021-8F99-642912567491}" srcOrd="2" destOrd="0" presId="urn:microsoft.com/office/officeart/2005/8/layout/vProcess5"/>
    <dgm:cxn modelId="{2D7BAF7C-04CE-4296-A29E-8D6AB150A1BD}" type="presParOf" srcId="{DAD0D15C-9D62-4D9D-89FA-DE2852EF8F69}" destId="{71010B6B-DCB4-4A84-9772-21014C9C6BE0}" srcOrd="3" destOrd="0" presId="urn:microsoft.com/office/officeart/2005/8/layout/vProcess5"/>
    <dgm:cxn modelId="{97997187-B49B-41EF-8CB6-BC5BFD645D47}" type="presParOf" srcId="{DAD0D15C-9D62-4D9D-89FA-DE2852EF8F69}" destId="{532DE39C-F623-40C1-A7EF-74D629259FB1}" srcOrd="4" destOrd="0" presId="urn:microsoft.com/office/officeart/2005/8/layout/vProcess5"/>
    <dgm:cxn modelId="{6417158B-A3BA-4708-96D6-BD929CA71599}" type="presParOf" srcId="{DAD0D15C-9D62-4D9D-89FA-DE2852EF8F69}" destId="{26E61154-D8A0-4518-B14C-9024C7332333}" srcOrd="5" destOrd="0" presId="urn:microsoft.com/office/officeart/2005/8/layout/vProcess5"/>
    <dgm:cxn modelId="{5CCD6293-681F-47B7-AE28-EA72CE0BF5EF}" type="presParOf" srcId="{DAD0D15C-9D62-4D9D-89FA-DE2852EF8F69}" destId="{0824164B-3AD0-4CEA-B466-19920B53B93F}" srcOrd="6" destOrd="0" presId="urn:microsoft.com/office/officeart/2005/8/layout/vProcess5"/>
    <dgm:cxn modelId="{0269356C-F4AE-4B2D-AFE1-9AD2975CE826}" type="presParOf" srcId="{DAD0D15C-9D62-4D9D-89FA-DE2852EF8F69}" destId="{EEDEFDD4-76F7-45B1-81DB-73823A002D8F}" srcOrd="7" destOrd="0" presId="urn:microsoft.com/office/officeart/2005/8/layout/vProcess5"/>
    <dgm:cxn modelId="{95C479EF-06A5-495F-A0C3-2454341213D8}" type="presParOf" srcId="{DAD0D15C-9D62-4D9D-89FA-DE2852EF8F69}" destId="{3CF93756-45AD-4287-9AF7-9CCC377003DB}" srcOrd="8" destOrd="0" presId="urn:microsoft.com/office/officeart/2005/8/layout/vProcess5"/>
    <dgm:cxn modelId="{0118EB4F-35EF-4F18-858C-001780FD3F07}" type="presParOf" srcId="{DAD0D15C-9D62-4D9D-89FA-DE2852EF8F69}" destId="{5713A981-17C6-489F-B36F-9586BBDBF46E}" srcOrd="9" destOrd="0" presId="urn:microsoft.com/office/officeart/2005/8/layout/vProcess5"/>
    <dgm:cxn modelId="{71094865-6F5A-485E-A0CD-BCCF9513D862}" type="presParOf" srcId="{DAD0D15C-9D62-4D9D-89FA-DE2852EF8F69}" destId="{10BBC554-53EA-4126-8528-DE9D935E2B49}" srcOrd="10" destOrd="0" presId="urn:microsoft.com/office/officeart/2005/8/layout/vProcess5"/>
    <dgm:cxn modelId="{5C907CBD-A69B-4438-ABCD-32B5412E2ABC}" type="presParOf" srcId="{DAD0D15C-9D62-4D9D-89FA-DE2852EF8F69}" destId="{E93A09EF-04A5-42DD-A1CA-B70C6E2EFD6E}" srcOrd="11" destOrd="0" presId="urn:microsoft.com/office/officeart/2005/8/layout/vProcess5"/>
    <dgm:cxn modelId="{6E2E52FD-96B0-44C2-BA70-ED33B054FBDE}" type="presParOf" srcId="{DAD0D15C-9D62-4D9D-89FA-DE2852EF8F69}" destId="{B16D71A8-5919-4B02-89C5-958E5FDA9607}" srcOrd="12" destOrd="0" presId="urn:microsoft.com/office/officeart/2005/8/layout/vProcess5"/>
    <dgm:cxn modelId="{162B7184-0AC6-4061-8EFF-328F23E21B26}" type="presParOf" srcId="{DAD0D15C-9D62-4D9D-89FA-DE2852EF8F69}" destId="{CDFA3E24-7A3E-4454-9FC3-D05C729249BD}" srcOrd="13" destOrd="0" presId="urn:microsoft.com/office/officeart/2005/8/layout/vProcess5"/>
    <dgm:cxn modelId="{0C4184A2-E43F-4F54-B0B9-3726D6E6C20B}" type="presParOf" srcId="{DAD0D15C-9D62-4D9D-89FA-DE2852EF8F69}" destId="{0B780827-B2A1-4E9D-8A95-4A5E1AF1C4A1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AB4D1E6-A7F9-424A-879F-C8A49000889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C76454-7EE6-4E78-83AF-E67F42F61F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Built a Streamlit web app to make resume uploading and skill matching easy for non-technical users</a:t>
          </a:r>
          <a:endParaRPr lang="en-US"/>
        </a:p>
      </dgm:t>
    </dgm:pt>
    <dgm:pt modelId="{A5466416-93FB-4477-A951-83C429473509}" type="parTrans" cxnId="{872EFB9E-0463-48B2-9A52-EA57F3D6C348}">
      <dgm:prSet/>
      <dgm:spPr/>
      <dgm:t>
        <a:bodyPr/>
        <a:lstStyle/>
        <a:p>
          <a:endParaRPr lang="en-US"/>
        </a:p>
      </dgm:t>
    </dgm:pt>
    <dgm:pt modelId="{3AA8E038-2ACB-4812-AA0C-E8B2CA0267E8}" type="sibTrans" cxnId="{872EFB9E-0463-48B2-9A52-EA57F3D6C34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28DD05F-62DB-4680-A3E0-8336AB40DA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Enabled drag-and-drop or file browse options to upload resumes in PDF or DOCX formats</a:t>
          </a:r>
          <a:endParaRPr lang="en-US"/>
        </a:p>
      </dgm:t>
    </dgm:pt>
    <dgm:pt modelId="{DA74C995-894D-43A2-98B7-54C467DEB165}" type="parTrans" cxnId="{258AE41A-C9B2-4E02-B245-AF17DA0208E9}">
      <dgm:prSet/>
      <dgm:spPr/>
      <dgm:t>
        <a:bodyPr/>
        <a:lstStyle/>
        <a:p>
          <a:endParaRPr lang="en-US"/>
        </a:p>
      </dgm:t>
    </dgm:pt>
    <dgm:pt modelId="{42737BFF-767E-4BE3-9D9C-19A9FAFBEAB4}" type="sibTrans" cxnId="{258AE41A-C9B2-4E02-B245-AF17DA0208E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2D0E79F-8671-4829-8B53-689D05473C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Provided instant feedback on skill match scores and missing skills after upload</a:t>
          </a:r>
          <a:endParaRPr lang="en-US"/>
        </a:p>
      </dgm:t>
    </dgm:pt>
    <dgm:pt modelId="{D7EF5189-1385-48EC-A6C2-8C54840152AA}" type="parTrans" cxnId="{4AED3E58-CAFA-4815-A805-79474D1E9236}">
      <dgm:prSet/>
      <dgm:spPr/>
      <dgm:t>
        <a:bodyPr/>
        <a:lstStyle/>
        <a:p>
          <a:endParaRPr lang="en-US"/>
        </a:p>
      </dgm:t>
    </dgm:pt>
    <dgm:pt modelId="{FBD1D11C-7A69-45DF-9A6F-B02EE8ADE5CE}" type="sibTrans" cxnId="{4AED3E58-CAFA-4815-A805-79474D1E923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269A214-F989-4FF7-AAAF-5FE3D692AB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Displayed parsed resume content in a clean, readable layout</a:t>
          </a:r>
          <a:endParaRPr lang="en-US"/>
        </a:p>
      </dgm:t>
    </dgm:pt>
    <dgm:pt modelId="{5F89060A-9BA7-4622-B788-5FB26AE2238A}" type="parTrans" cxnId="{064CF1B5-9E8A-4B4E-A6C3-24B13A72BBCD}">
      <dgm:prSet/>
      <dgm:spPr/>
      <dgm:t>
        <a:bodyPr/>
        <a:lstStyle/>
        <a:p>
          <a:endParaRPr lang="en-US"/>
        </a:p>
      </dgm:t>
    </dgm:pt>
    <dgm:pt modelId="{FC9B91A9-ACE5-414E-B166-235AC26AB745}" type="sibTrans" cxnId="{064CF1B5-9E8A-4B4E-A6C3-24B13A72BBC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876E801-4B0A-4277-B2FB-3E61B2A719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Designed with a responsive, minimal UI for fast performance and mobile accessibility</a:t>
          </a:r>
          <a:endParaRPr lang="en-US"/>
        </a:p>
      </dgm:t>
    </dgm:pt>
    <dgm:pt modelId="{34253C17-1C57-4A89-8D42-7E6D2E31E08F}" type="parTrans" cxnId="{13482574-F128-4ACE-9D9A-D1F320B67AE4}">
      <dgm:prSet/>
      <dgm:spPr/>
      <dgm:t>
        <a:bodyPr/>
        <a:lstStyle/>
        <a:p>
          <a:endParaRPr lang="en-US"/>
        </a:p>
      </dgm:t>
    </dgm:pt>
    <dgm:pt modelId="{1D74D389-7534-4909-B57F-55F152C89C43}" type="sibTrans" cxnId="{13482574-F128-4ACE-9D9A-D1F320B67AE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37CEF80-4BEE-4308-82A0-B3BA044C42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Integrated with backend database to log and track uploads for audit and reporting</a:t>
          </a:r>
          <a:endParaRPr lang="en-US"/>
        </a:p>
      </dgm:t>
    </dgm:pt>
    <dgm:pt modelId="{2F7C472A-52F3-40E0-B28B-D3F52972153A}" type="parTrans" cxnId="{EECAD254-0696-4A2B-8E35-A241A56DE3FA}">
      <dgm:prSet/>
      <dgm:spPr/>
      <dgm:t>
        <a:bodyPr/>
        <a:lstStyle/>
        <a:p>
          <a:endParaRPr lang="en-US"/>
        </a:p>
      </dgm:t>
    </dgm:pt>
    <dgm:pt modelId="{9719C8EF-4702-4FD6-8729-3E6D780EABE3}" type="sibTrans" cxnId="{EECAD254-0696-4A2B-8E35-A241A56DE3FA}">
      <dgm:prSet/>
      <dgm:spPr/>
      <dgm:t>
        <a:bodyPr/>
        <a:lstStyle/>
        <a:p>
          <a:endParaRPr lang="en-US"/>
        </a:p>
      </dgm:t>
    </dgm:pt>
    <dgm:pt modelId="{EDB3CD25-C2C8-4AE8-897A-78246E785858}" type="pres">
      <dgm:prSet presAssocID="{7AB4D1E6-A7F9-424A-879F-C8A49000889E}" presName="root" presStyleCnt="0">
        <dgm:presLayoutVars>
          <dgm:dir/>
          <dgm:resizeHandles val="exact"/>
        </dgm:presLayoutVars>
      </dgm:prSet>
      <dgm:spPr/>
    </dgm:pt>
    <dgm:pt modelId="{128EA1EC-5A3C-4A8D-91DE-755F83549B5A}" type="pres">
      <dgm:prSet presAssocID="{B0C76454-7EE6-4E78-83AF-E67F42F61F2B}" presName="compNode" presStyleCnt="0"/>
      <dgm:spPr/>
    </dgm:pt>
    <dgm:pt modelId="{5E53C4BC-4AE5-42DF-AB8F-7DA15B0F3C0E}" type="pres">
      <dgm:prSet presAssocID="{B0C76454-7EE6-4E78-83AF-E67F42F61F2B}" presName="bgRect" presStyleLbl="bgShp" presStyleIdx="0" presStyleCnt="6"/>
      <dgm:spPr/>
    </dgm:pt>
    <dgm:pt modelId="{F333F998-E299-4059-AA9A-34A095E191F9}" type="pres">
      <dgm:prSet presAssocID="{B0C76454-7EE6-4E78-83AF-E67F42F61F2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00228D01-14B9-4A13-89AA-4F6908C29B37}" type="pres">
      <dgm:prSet presAssocID="{B0C76454-7EE6-4E78-83AF-E67F42F61F2B}" presName="spaceRect" presStyleCnt="0"/>
      <dgm:spPr/>
    </dgm:pt>
    <dgm:pt modelId="{C17A992A-F5E6-448C-80F6-FC19EDB9028B}" type="pres">
      <dgm:prSet presAssocID="{B0C76454-7EE6-4E78-83AF-E67F42F61F2B}" presName="parTx" presStyleLbl="revTx" presStyleIdx="0" presStyleCnt="6">
        <dgm:presLayoutVars>
          <dgm:chMax val="0"/>
          <dgm:chPref val="0"/>
        </dgm:presLayoutVars>
      </dgm:prSet>
      <dgm:spPr/>
    </dgm:pt>
    <dgm:pt modelId="{87FDC128-36CA-4502-BAAD-7DCF604B01E8}" type="pres">
      <dgm:prSet presAssocID="{3AA8E038-2ACB-4812-AA0C-E8B2CA0267E8}" presName="sibTrans" presStyleCnt="0"/>
      <dgm:spPr/>
    </dgm:pt>
    <dgm:pt modelId="{8A2488D2-861B-421D-BE95-457F815CF925}" type="pres">
      <dgm:prSet presAssocID="{528DD05F-62DB-4680-A3E0-8336AB40DAD9}" presName="compNode" presStyleCnt="0"/>
      <dgm:spPr/>
    </dgm:pt>
    <dgm:pt modelId="{E3E9755F-F3B2-4323-8A39-5CACCFA17F73}" type="pres">
      <dgm:prSet presAssocID="{528DD05F-62DB-4680-A3E0-8336AB40DAD9}" presName="bgRect" presStyleLbl="bgShp" presStyleIdx="1" presStyleCnt="6"/>
      <dgm:spPr/>
    </dgm:pt>
    <dgm:pt modelId="{DCC0A41B-D5A6-4FF1-A76E-DB4ECF92B3BC}" type="pres">
      <dgm:prSet presAssocID="{528DD05F-62DB-4680-A3E0-8336AB40DAD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raser"/>
        </a:ext>
      </dgm:extLst>
    </dgm:pt>
    <dgm:pt modelId="{74AE32F7-EE63-4DD1-AFA7-ADDAB10325E7}" type="pres">
      <dgm:prSet presAssocID="{528DD05F-62DB-4680-A3E0-8336AB40DAD9}" presName="spaceRect" presStyleCnt="0"/>
      <dgm:spPr/>
    </dgm:pt>
    <dgm:pt modelId="{F2C56A50-ABC0-48A6-B7E8-5F24122B54DD}" type="pres">
      <dgm:prSet presAssocID="{528DD05F-62DB-4680-A3E0-8336AB40DAD9}" presName="parTx" presStyleLbl="revTx" presStyleIdx="1" presStyleCnt="6">
        <dgm:presLayoutVars>
          <dgm:chMax val="0"/>
          <dgm:chPref val="0"/>
        </dgm:presLayoutVars>
      </dgm:prSet>
      <dgm:spPr/>
    </dgm:pt>
    <dgm:pt modelId="{05880A34-AB62-4414-BF5E-47F7CD4A7E9C}" type="pres">
      <dgm:prSet presAssocID="{42737BFF-767E-4BE3-9D9C-19A9FAFBEAB4}" presName="sibTrans" presStyleCnt="0"/>
      <dgm:spPr/>
    </dgm:pt>
    <dgm:pt modelId="{D9260625-1E88-4D51-9D62-F5160FCE5279}" type="pres">
      <dgm:prSet presAssocID="{E2D0E79F-8671-4829-8B53-689D05473C96}" presName="compNode" presStyleCnt="0"/>
      <dgm:spPr/>
    </dgm:pt>
    <dgm:pt modelId="{95A1C717-FD86-481E-B58B-8CE248A27F33}" type="pres">
      <dgm:prSet presAssocID="{E2D0E79F-8671-4829-8B53-689D05473C96}" presName="bgRect" presStyleLbl="bgShp" presStyleIdx="2" presStyleCnt="6"/>
      <dgm:spPr/>
    </dgm:pt>
    <dgm:pt modelId="{1B77C35F-AD9E-4CE6-AE3A-D9CC91DB2375}" type="pres">
      <dgm:prSet presAssocID="{E2D0E79F-8671-4829-8B53-689D05473C9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EF28E29-05F9-4200-B102-CC085478130A}" type="pres">
      <dgm:prSet presAssocID="{E2D0E79F-8671-4829-8B53-689D05473C96}" presName="spaceRect" presStyleCnt="0"/>
      <dgm:spPr/>
    </dgm:pt>
    <dgm:pt modelId="{F8DC6B14-B57E-4B28-AC3D-28D91D532030}" type="pres">
      <dgm:prSet presAssocID="{E2D0E79F-8671-4829-8B53-689D05473C96}" presName="parTx" presStyleLbl="revTx" presStyleIdx="2" presStyleCnt="6">
        <dgm:presLayoutVars>
          <dgm:chMax val="0"/>
          <dgm:chPref val="0"/>
        </dgm:presLayoutVars>
      </dgm:prSet>
      <dgm:spPr/>
    </dgm:pt>
    <dgm:pt modelId="{D5BC9D58-0005-4057-82F4-6A7EE5774475}" type="pres">
      <dgm:prSet presAssocID="{FBD1D11C-7A69-45DF-9A6F-B02EE8ADE5CE}" presName="sibTrans" presStyleCnt="0"/>
      <dgm:spPr/>
    </dgm:pt>
    <dgm:pt modelId="{FDFD6F98-20F6-4B36-9E6D-A2C1FDD09FA6}" type="pres">
      <dgm:prSet presAssocID="{7269A214-F989-4FF7-AAAF-5FE3D692ABEC}" presName="compNode" presStyleCnt="0"/>
      <dgm:spPr/>
    </dgm:pt>
    <dgm:pt modelId="{F362C50C-203A-4C78-A0AB-60B25DDDF8EF}" type="pres">
      <dgm:prSet presAssocID="{7269A214-F989-4FF7-AAAF-5FE3D692ABEC}" presName="bgRect" presStyleLbl="bgShp" presStyleIdx="3" presStyleCnt="6"/>
      <dgm:spPr/>
    </dgm:pt>
    <dgm:pt modelId="{93F4F870-70A4-4BB1-8053-728ECD2B5DBC}" type="pres">
      <dgm:prSet presAssocID="{7269A214-F989-4FF7-AAAF-5FE3D692ABE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0EE9A6F-A879-4B50-8BD4-E67A1A3946F4}" type="pres">
      <dgm:prSet presAssocID="{7269A214-F989-4FF7-AAAF-5FE3D692ABEC}" presName="spaceRect" presStyleCnt="0"/>
      <dgm:spPr/>
    </dgm:pt>
    <dgm:pt modelId="{574DE6D0-F3EA-4015-8655-935A98786EBC}" type="pres">
      <dgm:prSet presAssocID="{7269A214-F989-4FF7-AAAF-5FE3D692ABEC}" presName="parTx" presStyleLbl="revTx" presStyleIdx="3" presStyleCnt="6">
        <dgm:presLayoutVars>
          <dgm:chMax val="0"/>
          <dgm:chPref val="0"/>
        </dgm:presLayoutVars>
      </dgm:prSet>
      <dgm:spPr/>
    </dgm:pt>
    <dgm:pt modelId="{1C62FD80-9EE0-4DC0-B2FC-F91CD9FCE81C}" type="pres">
      <dgm:prSet presAssocID="{FC9B91A9-ACE5-414E-B166-235AC26AB745}" presName="sibTrans" presStyleCnt="0"/>
      <dgm:spPr/>
    </dgm:pt>
    <dgm:pt modelId="{9BE45CE0-D148-4EF6-9AA2-DCB07DD6B66A}" type="pres">
      <dgm:prSet presAssocID="{6876E801-4B0A-4277-B2FB-3E61B2A71971}" presName="compNode" presStyleCnt="0"/>
      <dgm:spPr/>
    </dgm:pt>
    <dgm:pt modelId="{8CED10F1-CD33-4B32-AED3-0545B499067F}" type="pres">
      <dgm:prSet presAssocID="{6876E801-4B0A-4277-B2FB-3E61B2A71971}" presName="bgRect" presStyleLbl="bgShp" presStyleIdx="4" presStyleCnt="6"/>
      <dgm:spPr/>
    </dgm:pt>
    <dgm:pt modelId="{851ED39E-CE96-4B3C-84CA-1D294D39EEF8}" type="pres">
      <dgm:prSet presAssocID="{6876E801-4B0A-4277-B2FB-3E61B2A7197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8038A92D-D8E8-4D53-8EA8-F938D5F9C229}" type="pres">
      <dgm:prSet presAssocID="{6876E801-4B0A-4277-B2FB-3E61B2A71971}" presName="spaceRect" presStyleCnt="0"/>
      <dgm:spPr/>
    </dgm:pt>
    <dgm:pt modelId="{50C812AB-95E2-4410-8EA3-22A41D711705}" type="pres">
      <dgm:prSet presAssocID="{6876E801-4B0A-4277-B2FB-3E61B2A71971}" presName="parTx" presStyleLbl="revTx" presStyleIdx="4" presStyleCnt="6">
        <dgm:presLayoutVars>
          <dgm:chMax val="0"/>
          <dgm:chPref val="0"/>
        </dgm:presLayoutVars>
      </dgm:prSet>
      <dgm:spPr/>
    </dgm:pt>
    <dgm:pt modelId="{36BEDC83-10CD-496F-BF43-599F267DC0FC}" type="pres">
      <dgm:prSet presAssocID="{1D74D389-7534-4909-B57F-55F152C89C43}" presName="sibTrans" presStyleCnt="0"/>
      <dgm:spPr/>
    </dgm:pt>
    <dgm:pt modelId="{FF1D7034-DCD5-4374-A6F8-5D54F9874DFC}" type="pres">
      <dgm:prSet presAssocID="{537CEF80-4BEE-4308-82A0-B3BA044C4230}" presName="compNode" presStyleCnt="0"/>
      <dgm:spPr/>
    </dgm:pt>
    <dgm:pt modelId="{9F3D53D3-C000-4828-B520-1737C238CED6}" type="pres">
      <dgm:prSet presAssocID="{537CEF80-4BEE-4308-82A0-B3BA044C4230}" presName="bgRect" presStyleLbl="bgShp" presStyleIdx="5" presStyleCnt="6"/>
      <dgm:spPr/>
    </dgm:pt>
    <dgm:pt modelId="{84DB828B-76D9-4ED2-99D6-D2ABFA4A248F}" type="pres">
      <dgm:prSet presAssocID="{537CEF80-4BEE-4308-82A0-B3BA044C423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7AC2398-5F00-4D27-B8C2-399E55C896C2}" type="pres">
      <dgm:prSet presAssocID="{537CEF80-4BEE-4308-82A0-B3BA044C4230}" presName="spaceRect" presStyleCnt="0"/>
      <dgm:spPr/>
    </dgm:pt>
    <dgm:pt modelId="{9F949E01-928B-4A42-BF66-419A61D0E3AF}" type="pres">
      <dgm:prSet presAssocID="{537CEF80-4BEE-4308-82A0-B3BA044C4230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65574013-995D-4204-B21C-FF79B5F3F502}" type="presOf" srcId="{B0C76454-7EE6-4E78-83AF-E67F42F61F2B}" destId="{C17A992A-F5E6-448C-80F6-FC19EDB9028B}" srcOrd="0" destOrd="0" presId="urn:microsoft.com/office/officeart/2018/2/layout/IconVerticalSolidList"/>
    <dgm:cxn modelId="{258AE41A-C9B2-4E02-B245-AF17DA0208E9}" srcId="{7AB4D1E6-A7F9-424A-879F-C8A49000889E}" destId="{528DD05F-62DB-4680-A3E0-8336AB40DAD9}" srcOrd="1" destOrd="0" parTransId="{DA74C995-894D-43A2-98B7-54C467DEB165}" sibTransId="{42737BFF-767E-4BE3-9D9C-19A9FAFBEAB4}"/>
    <dgm:cxn modelId="{A9A43325-D3E7-4442-B73F-EEA44834A814}" type="presOf" srcId="{7269A214-F989-4FF7-AAAF-5FE3D692ABEC}" destId="{574DE6D0-F3EA-4015-8655-935A98786EBC}" srcOrd="0" destOrd="0" presId="urn:microsoft.com/office/officeart/2018/2/layout/IconVerticalSolidList"/>
    <dgm:cxn modelId="{13482574-F128-4ACE-9D9A-D1F320B67AE4}" srcId="{7AB4D1E6-A7F9-424A-879F-C8A49000889E}" destId="{6876E801-4B0A-4277-B2FB-3E61B2A71971}" srcOrd="4" destOrd="0" parTransId="{34253C17-1C57-4A89-8D42-7E6D2E31E08F}" sibTransId="{1D74D389-7534-4909-B57F-55F152C89C43}"/>
    <dgm:cxn modelId="{EECAD254-0696-4A2B-8E35-A241A56DE3FA}" srcId="{7AB4D1E6-A7F9-424A-879F-C8A49000889E}" destId="{537CEF80-4BEE-4308-82A0-B3BA044C4230}" srcOrd="5" destOrd="0" parTransId="{2F7C472A-52F3-40E0-B28B-D3F52972153A}" sibTransId="{9719C8EF-4702-4FD6-8729-3E6D780EABE3}"/>
    <dgm:cxn modelId="{4AED3E58-CAFA-4815-A805-79474D1E9236}" srcId="{7AB4D1E6-A7F9-424A-879F-C8A49000889E}" destId="{E2D0E79F-8671-4829-8B53-689D05473C96}" srcOrd="2" destOrd="0" parTransId="{D7EF5189-1385-48EC-A6C2-8C54840152AA}" sibTransId="{FBD1D11C-7A69-45DF-9A6F-B02EE8ADE5CE}"/>
    <dgm:cxn modelId="{872EFB9E-0463-48B2-9A52-EA57F3D6C348}" srcId="{7AB4D1E6-A7F9-424A-879F-C8A49000889E}" destId="{B0C76454-7EE6-4E78-83AF-E67F42F61F2B}" srcOrd="0" destOrd="0" parTransId="{A5466416-93FB-4477-A951-83C429473509}" sibTransId="{3AA8E038-2ACB-4812-AA0C-E8B2CA0267E8}"/>
    <dgm:cxn modelId="{BE275FAC-7EB4-47D3-8C80-ED64076C403A}" type="presOf" srcId="{7AB4D1E6-A7F9-424A-879F-C8A49000889E}" destId="{EDB3CD25-C2C8-4AE8-897A-78246E785858}" srcOrd="0" destOrd="0" presId="urn:microsoft.com/office/officeart/2018/2/layout/IconVerticalSolidList"/>
    <dgm:cxn modelId="{064CF1B5-9E8A-4B4E-A6C3-24B13A72BBCD}" srcId="{7AB4D1E6-A7F9-424A-879F-C8A49000889E}" destId="{7269A214-F989-4FF7-AAAF-5FE3D692ABEC}" srcOrd="3" destOrd="0" parTransId="{5F89060A-9BA7-4622-B788-5FB26AE2238A}" sibTransId="{FC9B91A9-ACE5-414E-B166-235AC26AB745}"/>
    <dgm:cxn modelId="{27A5AFBD-2A20-4C6F-980A-B20EA6CF06F1}" type="presOf" srcId="{E2D0E79F-8671-4829-8B53-689D05473C96}" destId="{F8DC6B14-B57E-4B28-AC3D-28D91D532030}" srcOrd="0" destOrd="0" presId="urn:microsoft.com/office/officeart/2018/2/layout/IconVerticalSolidList"/>
    <dgm:cxn modelId="{60E7F9D3-ACB4-401E-BED9-9FC2CFCD37BB}" type="presOf" srcId="{537CEF80-4BEE-4308-82A0-B3BA044C4230}" destId="{9F949E01-928B-4A42-BF66-419A61D0E3AF}" srcOrd="0" destOrd="0" presId="urn:microsoft.com/office/officeart/2018/2/layout/IconVerticalSolidList"/>
    <dgm:cxn modelId="{412FC9EF-B208-410C-ADA5-DEC37D1F7CEB}" type="presOf" srcId="{528DD05F-62DB-4680-A3E0-8336AB40DAD9}" destId="{F2C56A50-ABC0-48A6-B7E8-5F24122B54DD}" srcOrd="0" destOrd="0" presId="urn:microsoft.com/office/officeart/2018/2/layout/IconVerticalSolidList"/>
    <dgm:cxn modelId="{27C108FC-18D1-4C7E-9133-0D437FE8E3CA}" type="presOf" srcId="{6876E801-4B0A-4277-B2FB-3E61B2A71971}" destId="{50C812AB-95E2-4410-8EA3-22A41D711705}" srcOrd="0" destOrd="0" presId="urn:microsoft.com/office/officeart/2018/2/layout/IconVerticalSolidList"/>
    <dgm:cxn modelId="{18BA7B95-D124-4EEA-BA56-1D25C9BA094D}" type="presParOf" srcId="{EDB3CD25-C2C8-4AE8-897A-78246E785858}" destId="{128EA1EC-5A3C-4A8D-91DE-755F83549B5A}" srcOrd="0" destOrd="0" presId="urn:microsoft.com/office/officeart/2018/2/layout/IconVerticalSolidList"/>
    <dgm:cxn modelId="{CEF7ACED-E984-4BCA-A8C5-8CEA515720C0}" type="presParOf" srcId="{128EA1EC-5A3C-4A8D-91DE-755F83549B5A}" destId="{5E53C4BC-4AE5-42DF-AB8F-7DA15B0F3C0E}" srcOrd="0" destOrd="0" presId="urn:microsoft.com/office/officeart/2018/2/layout/IconVerticalSolidList"/>
    <dgm:cxn modelId="{8193AE27-55FF-4BA1-A713-225FD2C03FD8}" type="presParOf" srcId="{128EA1EC-5A3C-4A8D-91DE-755F83549B5A}" destId="{F333F998-E299-4059-AA9A-34A095E191F9}" srcOrd="1" destOrd="0" presId="urn:microsoft.com/office/officeart/2018/2/layout/IconVerticalSolidList"/>
    <dgm:cxn modelId="{92305664-C944-47B0-A86F-B38ECDFDF078}" type="presParOf" srcId="{128EA1EC-5A3C-4A8D-91DE-755F83549B5A}" destId="{00228D01-14B9-4A13-89AA-4F6908C29B37}" srcOrd="2" destOrd="0" presId="urn:microsoft.com/office/officeart/2018/2/layout/IconVerticalSolidList"/>
    <dgm:cxn modelId="{715FF648-1D77-41CC-9662-232FC7C0F7E7}" type="presParOf" srcId="{128EA1EC-5A3C-4A8D-91DE-755F83549B5A}" destId="{C17A992A-F5E6-448C-80F6-FC19EDB9028B}" srcOrd="3" destOrd="0" presId="urn:microsoft.com/office/officeart/2018/2/layout/IconVerticalSolidList"/>
    <dgm:cxn modelId="{90FC79E7-35F1-4341-ACF9-AFD27825E044}" type="presParOf" srcId="{EDB3CD25-C2C8-4AE8-897A-78246E785858}" destId="{87FDC128-36CA-4502-BAAD-7DCF604B01E8}" srcOrd="1" destOrd="0" presId="urn:microsoft.com/office/officeart/2018/2/layout/IconVerticalSolidList"/>
    <dgm:cxn modelId="{45E2126F-0A0F-4821-813D-AF2AD3FAC9F8}" type="presParOf" srcId="{EDB3CD25-C2C8-4AE8-897A-78246E785858}" destId="{8A2488D2-861B-421D-BE95-457F815CF925}" srcOrd="2" destOrd="0" presId="urn:microsoft.com/office/officeart/2018/2/layout/IconVerticalSolidList"/>
    <dgm:cxn modelId="{97FCC9A5-6D17-4097-8711-5D8298D976B1}" type="presParOf" srcId="{8A2488D2-861B-421D-BE95-457F815CF925}" destId="{E3E9755F-F3B2-4323-8A39-5CACCFA17F73}" srcOrd="0" destOrd="0" presId="urn:microsoft.com/office/officeart/2018/2/layout/IconVerticalSolidList"/>
    <dgm:cxn modelId="{84A39D63-ABBF-4C93-B7C8-6159D07C9B2D}" type="presParOf" srcId="{8A2488D2-861B-421D-BE95-457F815CF925}" destId="{DCC0A41B-D5A6-4FF1-A76E-DB4ECF92B3BC}" srcOrd="1" destOrd="0" presId="urn:microsoft.com/office/officeart/2018/2/layout/IconVerticalSolidList"/>
    <dgm:cxn modelId="{19B1B6DF-238F-417B-BE26-E01A2F9A2A10}" type="presParOf" srcId="{8A2488D2-861B-421D-BE95-457F815CF925}" destId="{74AE32F7-EE63-4DD1-AFA7-ADDAB10325E7}" srcOrd="2" destOrd="0" presId="urn:microsoft.com/office/officeart/2018/2/layout/IconVerticalSolidList"/>
    <dgm:cxn modelId="{A68AD5F3-FE2F-4CD7-AB44-C605E0307FCE}" type="presParOf" srcId="{8A2488D2-861B-421D-BE95-457F815CF925}" destId="{F2C56A50-ABC0-48A6-B7E8-5F24122B54DD}" srcOrd="3" destOrd="0" presId="urn:microsoft.com/office/officeart/2018/2/layout/IconVerticalSolidList"/>
    <dgm:cxn modelId="{D3F64979-5005-4CF6-81A5-22F040C4A483}" type="presParOf" srcId="{EDB3CD25-C2C8-4AE8-897A-78246E785858}" destId="{05880A34-AB62-4414-BF5E-47F7CD4A7E9C}" srcOrd="3" destOrd="0" presId="urn:microsoft.com/office/officeart/2018/2/layout/IconVerticalSolidList"/>
    <dgm:cxn modelId="{31B4B382-F972-43B9-A3B9-E36A65E003B4}" type="presParOf" srcId="{EDB3CD25-C2C8-4AE8-897A-78246E785858}" destId="{D9260625-1E88-4D51-9D62-F5160FCE5279}" srcOrd="4" destOrd="0" presId="urn:microsoft.com/office/officeart/2018/2/layout/IconVerticalSolidList"/>
    <dgm:cxn modelId="{48CC6648-6E6C-4633-81A2-5DE34B10AFAC}" type="presParOf" srcId="{D9260625-1E88-4D51-9D62-F5160FCE5279}" destId="{95A1C717-FD86-481E-B58B-8CE248A27F33}" srcOrd="0" destOrd="0" presId="urn:microsoft.com/office/officeart/2018/2/layout/IconVerticalSolidList"/>
    <dgm:cxn modelId="{DAE95366-8368-477F-8C29-DCFF4BAC0390}" type="presParOf" srcId="{D9260625-1E88-4D51-9D62-F5160FCE5279}" destId="{1B77C35F-AD9E-4CE6-AE3A-D9CC91DB2375}" srcOrd="1" destOrd="0" presId="urn:microsoft.com/office/officeart/2018/2/layout/IconVerticalSolidList"/>
    <dgm:cxn modelId="{963D6907-0AB8-4FC8-ABDD-2CE26EFC9D58}" type="presParOf" srcId="{D9260625-1E88-4D51-9D62-F5160FCE5279}" destId="{6EF28E29-05F9-4200-B102-CC085478130A}" srcOrd="2" destOrd="0" presId="urn:microsoft.com/office/officeart/2018/2/layout/IconVerticalSolidList"/>
    <dgm:cxn modelId="{CFE27800-6440-4CD9-913C-3A720E696633}" type="presParOf" srcId="{D9260625-1E88-4D51-9D62-F5160FCE5279}" destId="{F8DC6B14-B57E-4B28-AC3D-28D91D532030}" srcOrd="3" destOrd="0" presId="urn:microsoft.com/office/officeart/2018/2/layout/IconVerticalSolidList"/>
    <dgm:cxn modelId="{9FD86904-3CD0-4AC8-89D0-643669566625}" type="presParOf" srcId="{EDB3CD25-C2C8-4AE8-897A-78246E785858}" destId="{D5BC9D58-0005-4057-82F4-6A7EE5774475}" srcOrd="5" destOrd="0" presId="urn:microsoft.com/office/officeart/2018/2/layout/IconVerticalSolidList"/>
    <dgm:cxn modelId="{9883555D-B790-4E27-A757-B62B4FCC64A0}" type="presParOf" srcId="{EDB3CD25-C2C8-4AE8-897A-78246E785858}" destId="{FDFD6F98-20F6-4B36-9E6D-A2C1FDD09FA6}" srcOrd="6" destOrd="0" presId="urn:microsoft.com/office/officeart/2018/2/layout/IconVerticalSolidList"/>
    <dgm:cxn modelId="{B78D555D-3A3B-47BD-A258-098D31B38169}" type="presParOf" srcId="{FDFD6F98-20F6-4B36-9E6D-A2C1FDD09FA6}" destId="{F362C50C-203A-4C78-A0AB-60B25DDDF8EF}" srcOrd="0" destOrd="0" presId="urn:microsoft.com/office/officeart/2018/2/layout/IconVerticalSolidList"/>
    <dgm:cxn modelId="{4B9C3D84-4AEC-4CAD-B32D-E7D54F498654}" type="presParOf" srcId="{FDFD6F98-20F6-4B36-9E6D-A2C1FDD09FA6}" destId="{93F4F870-70A4-4BB1-8053-728ECD2B5DBC}" srcOrd="1" destOrd="0" presId="urn:microsoft.com/office/officeart/2018/2/layout/IconVerticalSolidList"/>
    <dgm:cxn modelId="{71FF5BA4-3BB9-4EBA-9B5C-444868C0354E}" type="presParOf" srcId="{FDFD6F98-20F6-4B36-9E6D-A2C1FDD09FA6}" destId="{80EE9A6F-A879-4B50-8BD4-E67A1A3946F4}" srcOrd="2" destOrd="0" presId="urn:microsoft.com/office/officeart/2018/2/layout/IconVerticalSolidList"/>
    <dgm:cxn modelId="{ECEAE885-DC81-4095-A3F4-9E3E536A5DD2}" type="presParOf" srcId="{FDFD6F98-20F6-4B36-9E6D-A2C1FDD09FA6}" destId="{574DE6D0-F3EA-4015-8655-935A98786EBC}" srcOrd="3" destOrd="0" presId="urn:microsoft.com/office/officeart/2018/2/layout/IconVerticalSolidList"/>
    <dgm:cxn modelId="{C66B6141-A86B-464E-947C-4665AF2E1AD7}" type="presParOf" srcId="{EDB3CD25-C2C8-4AE8-897A-78246E785858}" destId="{1C62FD80-9EE0-4DC0-B2FC-F91CD9FCE81C}" srcOrd="7" destOrd="0" presId="urn:microsoft.com/office/officeart/2018/2/layout/IconVerticalSolidList"/>
    <dgm:cxn modelId="{8CE372F3-35EB-41FB-9B74-66B1DD1D017D}" type="presParOf" srcId="{EDB3CD25-C2C8-4AE8-897A-78246E785858}" destId="{9BE45CE0-D148-4EF6-9AA2-DCB07DD6B66A}" srcOrd="8" destOrd="0" presId="urn:microsoft.com/office/officeart/2018/2/layout/IconVerticalSolidList"/>
    <dgm:cxn modelId="{7222C4F8-6381-4479-A71E-2A1A60B4BA97}" type="presParOf" srcId="{9BE45CE0-D148-4EF6-9AA2-DCB07DD6B66A}" destId="{8CED10F1-CD33-4B32-AED3-0545B499067F}" srcOrd="0" destOrd="0" presId="urn:microsoft.com/office/officeart/2018/2/layout/IconVerticalSolidList"/>
    <dgm:cxn modelId="{63AC3F2F-76F3-49D5-866B-9CE4DEB0FB4B}" type="presParOf" srcId="{9BE45CE0-D148-4EF6-9AA2-DCB07DD6B66A}" destId="{851ED39E-CE96-4B3C-84CA-1D294D39EEF8}" srcOrd="1" destOrd="0" presId="urn:microsoft.com/office/officeart/2018/2/layout/IconVerticalSolidList"/>
    <dgm:cxn modelId="{2CED0501-96F2-4EBB-A28A-1BB7E0C3A958}" type="presParOf" srcId="{9BE45CE0-D148-4EF6-9AA2-DCB07DD6B66A}" destId="{8038A92D-D8E8-4D53-8EA8-F938D5F9C229}" srcOrd="2" destOrd="0" presId="urn:microsoft.com/office/officeart/2018/2/layout/IconVerticalSolidList"/>
    <dgm:cxn modelId="{52F44A4B-4D5E-460F-88A9-04C5E4AF9C90}" type="presParOf" srcId="{9BE45CE0-D148-4EF6-9AA2-DCB07DD6B66A}" destId="{50C812AB-95E2-4410-8EA3-22A41D711705}" srcOrd="3" destOrd="0" presId="urn:microsoft.com/office/officeart/2018/2/layout/IconVerticalSolidList"/>
    <dgm:cxn modelId="{8F187327-39BF-4D93-9D63-318962E7BF91}" type="presParOf" srcId="{EDB3CD25-C2C8-4AE8-897A-78246E785858}" destId="{36BEDC83-10CD-496F-BF43-599F267DC0FC}" srcOrd="9" destOrd="0" presId="urn:microsoft.com/office/officeart/2018/2/layout/IconVerticalSolidList"/>
    <dgm:cxn modelId="{D38D1698-846D-4974-8D1B-C3F97751E273}" type="presParOf" srcId="{EDB3CD25-C2C8-4AE8-897A-78246E785858}" destId="{FF1D7034-DCD5-4374-A6F8-5D54F9874DFC}" srcOrd="10" destOrd="0" presId="urn:microsoft.com/office/officeart/2018/2/layout/IconVerticalSolidList"/>
    <dgm:cxn modelId="{B6553DBC-AAFD-475B-9A5E-BD1A964D7206}" type="presParOf" srcId="{FF1D7034-DCD5-4374-A6F8-5D54F9874DFC}" destId="{9F3D53D3-C000-4828-B520-1737C238CED6}" srcOrd="0" destOrd="0" presId="urn:microsoft.com/office/officeart/2018/2/layout/IconVerticalSolidList"/>
    <dgm:cxn modelId="{F7F5D300-78A6-48CA-81F1-848C4DA25BC5}" type="presParOf" srcId="{FF1D7034-DCD5-4374-A6F8-5D54F9874DFC}" destId="{84DB828B-76D9-4ED2-99D6-D2ABFA4A248F}" srcOrd="1" destOrd="0" presId="urn:microsoft.com/office/officeart/2018/2/layout/IconVerticalSolidList"/>
    <dgm:cxn modelId="{BC1BB8AC-CBE3-46B2-8E7D-366AFC70DF7F}" type="presParOf" srcId="{FF1D7034-DCD5-4374-A6F8-5D54F9874DFC}" destId="{C7AC2398-5F00-4D27-B8C2-399E55C896C2}" srcOrd="2" destOrd="0" presId="urn:microsoft.com/office/officeart/2018/2/layout/IconVerticalSolidList"/>
    <dgm:cxn modelId="{7962BFD7-5FC1-46FE-815D-437CC1E31AC7}" type="presParOf" srcId="{FF1D7034-DCD5-4374-A6F8-5D54F9874DFC}" destId="{9F949E01-928B-4A42-BF66-419A61D0E3A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54AFAD-5183-44B0-95F9-CDBE43DD4C6F}">
      <dsp:nvSpPr>
        <dsp:cNvPr id="0" name=""/>
        <dsp:cNvSpPr/>
      </dsp:nvSpPr>
      <dsp:spPr>
        <a:xfrm>
          <a:off x="1491112" y="41684"/>
          <a:ext cx="781300" cy="7813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32125E-7BE4-448A-8760-8120EE929A0B}">
      <dsp:nvSpPr>
        <dsp:cNvPr id="0" name=""/>
        <dsp:cNvSpPr/>
      </dsp:nvSpPr>
      <dsp:spPr>
        <a:xfrm>
          <a:off x="1655185" y="205757"/>
          <a:ext cx="453154" cy="4531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1F21CF-3EBE-4E9E-932B-3168469EEE6B}">
      <dsp:nvSpPr>
        <dsp:cNvPr id="0" name=""/>
        <dsp:cNvSpPr/>
      </dsp:nvSpPr>
      <dsp:spPr>
        <a:xfrm>
          <a:off x="2439834" y="41684"/>
          <a:ext cx="1841637" cy="781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Programming Language: Python</a:t>
          </a:r>
          <a:endParaRPr lang="en-US" sz="1200" kern="1200"/>
        </a:p>
      </dsp:txBody>
      <dsp:txXfrm>
        <a:off x="2439834" y="41684"/>
        <a:ext cx="1841637" cy="781300"/>
      </dsp:txXfrm>
    </dsp:sp>
    <dsp:sp modelId="{4FA43AC6-A953-44D3-A3CC-6FB7CA3F7C51}">
      <dsp:nvSpPr>
        <dsp:cNvPr id="0" name=""/>
        <dsp:cNvSpPr/>
      </dsp:nvSpPr>
      <dsp:spPr>
        <a:xfrm>
          <a:off x="4602363" y="41684"/>
          <a:ext cx="781300" cy="7813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0B1AD9-D58C-48E4-A72C-D872E5A63196}">
      <dsp:nvSpPr>
        <dsp:cNvPr id="0" name=""/>
        <dsp:cNvSpPr/>
      </dsp:nvSpPr>
      <dsp:spPr>
        <a:xfrm>
          <a:off x="4766436" y="205757"/>
          <a:ext cx="453154" cy="4531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CEED-F98F-4079-96EA-58894D55B569}">
      <dsp:nvSpPr>
        <dsp:cNvPr id="0" name=""/>
        <dsp:cNvSpPr/>
      </dsp:nvSpPr>
      <dsp:spPr>
        <a:xfrm>
          <a:off x="5551085" y="41684"/>
          <a:ext cx="1841637" cy="781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Database: Azure SQL Server</a:t>
          </a:r>
          <a:endParaRPr lang="en-US" sz="1200" kern="1200"/>
        </a:p>
      </dsp:txBody>
      <dsp:txXfrm>
        <a:off x="5551085" y="41684"/>
        <a:ext cx="1841637" cy="781300"/>
      </dsp:txXfrm>
    </dsp:sp>
    <dsp:sp modelId="{31BF0E67-0E54-4DDD-9D40-BC0F17605677}">
      <dsp:nvSpPr>
        <dsp:cNvPr id="0" name=""/>
        <dsp:cNvSpPr/>
      </dsp:nvSpPr>
      <dsp:spPr>
        <a:xfrm>
          <a:off x="1491112" y="1448191"/>
          <a:ext cx="781300" cy="7813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0995A6-F443-4A71-8D27-2406E89AB2E5}">
      <dsp:nvSpPr>
        <dsp:cNvPr id="0" name=""/>
        <dsp:cNvSpPr/>
      </dsp:nvSpPr>
      <dsp:spPr>
        <a:xfrm>
          <a:off x="1655185" y="1612264"/>
          <a:ext cx="453154" cy="4531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EC9D36-4659-4993-BB9C-2C6C5C107EAE}">
      <dsp:nvSpPr>
        <dsp:cNvPr id="0" name=""/>
        <dsp:cNvSpPr/>
      </dsp:nvSpPr>
      <dsp:spPr>
        <a:xfrm>
          <a:off x="2439834" y="1448191"/>
          <a:ext cx="1841637" cy="781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Development Environment: Visual Studio Code</a:t>
          </a:r>
          <a:endParaRPr lang="en-US" sz="1200" kern="1200"/>
        </a:p>
      </dsp:txBody>
      <dsp:txXfrm>
        <a:off x="2439834" y="1448191"/>
        <a:ext cx="1841637" cy="781300"/>
      </dsp:txXfrm>
    </dsp:sp>
    <dsp:sp modelId="{1810D2B3-95DD-4993-A0A2-A443FCF0C9B2}">
      <dsp:nvSpPr>
        <dsp:cNvPr id="0" name=""/>
        <dsp:cNvSpPr/>
      </dsp:nvSpPr>
      <dsp:spPr>
        <a:xfrm>
          <a:off x="4602363" y="1448191"/>
          <a:ext cx="781300" cy="7813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EDB3AB-00A9-45BA-A0EF-26AEE7E4EA24}">
      <dsp:nvSpPr>
        <dsp:cNvPr id="0" name=""/>
        <dsp:cNvSpPr/>
      </dsp:nvSpPr>
      <dsp:spPr>
        <a:xfrm>
          <a:off x="4766436" y="1612264"/>
          <a:ext cx="453154" cy="4531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6D7845-3D65-405E-8465-9EF4AD3C5D79}">
      <dsp:nvSpPr>
        <dsp:cNvPr id="0" name=""/>
        <dsp:cNvSpPr/>
      </dsp:nvSpPr>
      <dsp:spPr>
        <a:xfrm>
          <a:off x="5551085" y="1448191"/>
          <a:ext cx="1841637" cy="781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Deployment Platform: Streamlit Cloud / Localhost</a:t>
          </a:r>
          <a:endParaRPr lang="en-US" sz="1200" kern="1200"/>
        </a:p>
      </dsp:txBody>
      <dsp:txXfrm>
        <a:off x="5551085" y="1448191"/>
        <a:ext cx="1841637" cy="781300"/>
      </dsp:txXfrm>
    </dsp:sp>
    <dsp:sp modelId="{5855371D-89C2-444C-8743-A148D236678E}">
      <dsp:nvSpPr>
        <dsp:cNvPr id="0" name=""/>
        <dsp:cNvSpPr/>
      </dsp:nvSpPr>
      <dsp:spPr>
        <a:xfrm>
          <a:off x="1491112" y="2854697"/>
          <a:ext cx="781300" cy="7813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8F89E4-C202-4DA0-9CBE-2943887727F2}">
      <dsp:nvSpPr>
        <dsp:cNvPr id="0" name=""/>
        <dsp:cNvSpPr/>
      </dsp:nvSpPr>
      <dsp:spPr>
        <a:xfrm>
          <a:off x="1655185" y="3018771"/>
          <a:ext cx="453154" cy="45315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AA38D1-DCF2-45B5-B5CE-F3E2F45D1E2A}">
      <dsp:nvSpPr>
        <dsp:cNvPr id="0" name=""/>
        <dsp:cNvSpPr/>
      </dsp:nvSpPr>
      <dsp:spPr>
        <a:xfrm>
          <a:off x="2439834" y="2854697"/>
          <a:ext cx="1841637" cy="781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Version Control System: GitHub</a:t>
          </a:r>
          <a:endParaRPr lang="en-US" sz="1200" kern="1200"/>
        </a:p>
      </dsp:txBody>
      <dsp:txXfrm>
        <a:off x="2439834" y="2854697"/>
        <a:ext cx="1841637" cy="781300"/>
      </dsp:txXfrm>
    </dsp:sp>
    <dsp:sp modelId="{83F49569-8EE4-4DD2-A7BC-BB1246CD96B9}">
      <dsp:nvSpPr>
        <dsp:cNvPr id="0" name=""/>
        <dsp:cNvSpPr/>
      </dsp:nvSpPr>
      <dsp:spPr>
        <a:xfrm>
          <a:off x="4602363" y="2854697"/>
          <a:ext cx="781300" cy="7813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CD7424-AB6E-4DF1-96A8-04EA212D3383}">
      <dsp:nvSpPr>
        <dsp:cNvPr id="0" name=""/>
        <dsp:cNvSpPr/>
      </dsp:nvSpPr>
      <dsp:spPr>
        <a:xfrm>
          <a:off x="4766436" y="3018771"/>
          <a:ext cx="453154" cy="45315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B25E8C-973C-4FA0-8FD8-6ADA98854C33}">
      <dsp:nvSpPr>
        <dsp:cNvPr id="0" name=""/>
        <dsp:cNvSpPr/>
      </dsp:nvSpPr>
      <dsp:spPr>
        <a:xfrm>
          <a:off x="5551085" y="2854697"/>
          <a:ext cx="1841637" cy="781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Azure SQL hosted structured data with real-time Power BI access and secure, scalable storage</a:t>
          </a:r>
        </a:p>
      </dsp:txBody>
      <dsp:txXfrm>
        <a:off x="5551085" y="2854697"/>
        <a:ext cx="1841637" cy="7813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CE8483-5AD2-44EC-A92F-0CFB79BBCA4D}">
      <dsp:nvSpPr>
        <dsp:cNvPr id="0" name=""/>
        <dsp:cNvSpPr/>
      </dsp:nvSpPr>
      <dsp:spPr>
        <a:xfrm>
          <a:off x="0" y="3571"/>
          <a:ext cx="6317736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FD705F-40F2-4A8E-A6B6-A37EE804D410}">
      <dsp:nvSpPr>
        <dsp:cNvPr id="0" name=""/>
        <dsp:cNvSpPr/>
      </dsp:nvSpPr>
      <dsp:spPr>
        <a:xfrm>
          <a:off x="230144" y="174753"/>
          <a:ext cx="418445" cy="4184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4E07BC-F697-4CF7-8550-C16686657E14}">
      <dsp:nvSpPr>
        <dsp:cNvPr id="0" name=""/>
        <dsp:cNvSpPr/>
      </dsp:nvSpPr>
      <dsp:spPr>
        <a:xfrm>
          <a:off x="878734" y="3571"/>
          <a:ext cx="5439001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Core libraries: pandas, streamlit, pyodbc </a:t>
          </a:r>
        </a:p>
      </dsp:txBody>
      <dsp:txXfrm>
        <a:off x="878734" y="3571"/>
        <a:ext cx="5439001" cy="760809"/>
      </dsp:txXfrm>
    </dsp:sp>
    <dsp:sp modelId="{718F1C40-1A6D-4607-B883-7C0CF913CED2}">
      <dsp:nvSpPr>
        <dsp:cNvPr id="0" name=""/>
        <dsp:cNvSpPr/>
      </dsp:nvSpPr>
      <dsp:spPr>
        <a:xfrm>
          <a:off x="0" y="954583"/>
          <a:ext cx="6317736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9CF0F8-68DC-4E75-95D9-A848298B1524}">
      <dsp:nvSpPr>
        <dsp:cNvPr id="0" name=""/>
        <dsp:cNvSpPr/>
      </dsp:nvSpPr>
      <dsp:spPr>
        <a:xfrm>
          <a:off x="230144" y="1125765"/>
          <a:ext cx="418445" cy="4184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DFEF49-8088-4FB6-9195-9E001A6CC539}">
      <dsp:nvSpPr>
        <dsp:cNvPr id="0" name=""/>
        <dsp:cNvSpPr/>
      </dsp:nvSpPr>
      <dsp:spPr>
        <a:xfrm>
          <a:off x="878734" y="954583"/>
          <a:ext cx="5439001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NLP and matching: spacy, nltk, sentence-transformers, rapidfuzz, fuzzywuzzy </a:t>
          </a:r>
        </a:p>
      </dsp:txBody>
      <dsp:txXfrm>
        <a:off x="878734" y="954583"/>
        <a:ext cx="5439001" cy="760809"/>
      </dsp:txXfrm>
    </dsp:sp>
    <dsp:sp modelId="{CA8D57C3-6B5E-4AED-828D-2B6D54D30A7B}">
      <dsp:nvSpPr>
        <dsp:cNvPr id="0" name=""/>
        <dsp:cNvSpPr/>
      </dsp:nvSpPr>
      <dsp:spPr>
        <a:xfrm>
          <a:off x="0" y="1905595"/>
          <a:ext cx="6317736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ABB24B-0A78-4B91-AE5B-B3B0D0A37ABA}">
      <dsp:nvSpPr>
        <dsp:cNvPr id="0" name=""/>
        <dsp:cNvSpPr/>
      </dsp:nvSpPr>
      <dsp:spPr>
        <a:xfrm>
          <a:off x="230144" y="2076777"/>
          <a:ext cx="418445" cy="4184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6F51ED-EABD-41D1-824E-35393EA3D6C6}">
      <dsp:nvSpPr>
        <dsp:cNvPr id="0" name=""/>
        <dsp:cNvSpPr/>
      </dsp:nvSpPr>
      <dsp:spPr>
        <a:xfrm>
          <a:off x="878734" y="1905595"/>
          <a:ext cx="5439001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Document parsing: python-docx, PyMuPDF, pdfplumber </a:t>
          </a:r>
        </a:p>
      </dsp:txBody>
      <dsp:txXfrm>
        <a:off x="878734" y="1905595"/>
        <a:ext cx="5439001" cy="760809"/>
      </dsp:txXfrm>
    </dsp:sp>
    <dsp:sp modelId="{A5FD25DC-BC64-45B7-B1E4-D3F91A487808}">
      <dsp:nvSpPr>
        <dsp:cNvPr id="0" name=""/>
        <dsp:cNvSpPr/>
      </dsp:nvSpPr>
      <dsp:spPr>
        <a:xfrm>
          <a:off x="0" y="2856607"/>
          <a:ext cx="6317736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B23F49-0CFA-44DB-850A-E2978C4071AD}">
      <dsp:nvSpPr>
        <dsp:cNvPr id="0" name=""/>
        <dsp:cNvSpPr/>
      </dsp:nvSpPr>
      <dsp:spPr>
        <a:xfrm>
          <a:off x="230144" y="3027789"/>
          <a:ext cx="418445" cy="4184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6DF03-4A04-4B99-9532-AAC46679BB10}">
      <dsp:nvSpPr>
        <dsp:cNvPr id="0" name=""/>
        <dsp:cNvSpPr/>
      </dsp:nvSpPr>
      <dsp:spPr>
        <a:xfrm>
          <a:off x="878734" y="2856607"/>
          <a:ext cx="5439001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Built-in utilities: re (regex), logging, os, sys </a:t>
          </a:r>
        </a:p>
      </dsp:txBody>
      <dsp:txXfrm>
        <a:off x="878734" y="2856607"/>
        <a:ext cx="5439001" cy="760809"/>
      </dsp:txXfrm>
    </dsp:sp>
    <dsp:sp modelId="{E1874D29-3E9D-4E78-B5C8-070F096F68F8}">
      <dsp:nvSpPr>
        <dsp:cNvPr id="0" name=""/>
        <dsp:cNvSpPr/>
      </dsp:nvSpPr>
      <dsp:spPr>
        <a:xfrm>
          <a:off x="0" y="3807618"/>
          <a:ext cx="6317736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FD2838-E6F5-4463-916D-C8B3A602BE90}">
      <dsp:nvSpPr>
        <dsp:cNvPr id="0" name=""/>
        <dsp:cNvSpPr/>
      </dsp:nvSpPr>
      <dsp:spPr>
        <a:xfrm>
          <a:off x="230144" y="3978800"/>
          <a:ext cx="418445" cy="4184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682E74-6739-49BE-A862-269DC4F5E4ED}">
      <dsp:nvSpPr>
        <dsp:cNvPr id="0" name=""/>
        <dsp:cNvSpPr/>
      </dsp:nvSpPr>
      <dsp:spPr>
        <a:xfrm>
          <a:off x="878734" y="3807618"/>
          <a:ext cx="5439001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Optional UI enhancement: streamlit-autorefresh </a:t>
          </a:r>
        </a:p>
      </dsp:txBody>
      <dsp:txXfrm>
        <a:off x="878734" y="3807618"/>
        <a:ext cx="5439001" cy="7608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A0DB2E-CBAC-4516-B17B-2CB2B8782309}">
      <dsp:nvSpPr>
        <dsp:cNvPr id="0" name=""/>
        <dsp:cNvSpPr/>
      </dsp:nvSpPr>
      <dsp:spPr>
        <a:xfrm>
          <a:off x="457868" y="1188729"/>
          <a:ext cx="747509" cy="7475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A79FAD-6266-4A59-904B-29D85FDA3706}">
      <dsp:nvSpPr>
        <dsp:cNvPr id="0" name=""/>
        <dsp:cNvSpPr/>
      </dsp:nvSpPr>
      <dsp:spPr>
        <a:xfrm>
          <a:off x="1056" y="2185417"/>
          <a:ext cx="1661132" cy="66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Gathered resumes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56" y="2185417"/>
        <a:ext cx="1661132" cy="664453"/>
      </dsp:txXfrm>
    </dsp:sp>
    <dsp:sp modelId="{C861F1DC-45F8-4950-A595-364E6A468064}">
      <dsp:nvSpPr>
        <dsp:cNvPr id="0" name=""/>
        <dsp:cNvSpPr/>
      </dsp:nvSpPr>
      <dsp:spPr>
        <a:xfrm>
          <a:off x="2409699" y="1188729"/>
          <a:ext cx="747509" cy="7475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EB753-74F9-469F-9F89-5E3C8584E730}">
      <dsp:nvSpPr>
        <dsp:cNvPr id="0" name=""/>
        <dsp:cNvSpPr/>
      </dsp:nvSpPr>
      <dsp:spPr>
        <a:xfrm>
          <a:off x="1952888" y="2185417"/>
          <a:ext cx="1661132" cy="66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Collected job </a:t>
          </a:r>
          <a:r>
            <a:rPr lang="en-US" sz="1800" i="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descriptions</a:t>
          </a:r>
          <a:r>
            <a:rPr lang="en-US" sz="180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952888" y="2185417"/>
        <a:ext cx="1661132" cy="664453"/>
      </dsp:txXfrm>
    </dsp:sp>
    <dsp:sp modelId="{6021F16B-44E8-4D4D-9521-B60C7C34DE49}">
      <dsp:nvSpPr>
        <dsp:cNvPr id="0" name=""/>
        <dsp:cNvSpPr/>
      </dsp:nvSpPr>
      <dsp:spPr>
        <a:xfrm>
          <a:off x="4361530" y="1188729"/>
          <a:ext cx="747509" cy="7475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3640B-2FE8-400B-9C0D-394941BFAD25}">
      <dsp:nvSpPr>
        <dsp:cNvPr id="0" name=""/>
        <dsp:cNvSpPr/>
      </dsp:nvSpPr>
      <dsp:spPr>
        <a:xfrm>
          <a:off x="3904719" y="2185417"/>
          <a:ext cx="1661132" cy="66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Converted unstructured files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04719" y="2185417"/>
        <a:ext cx="1661132" cy="664453"/>
      </dsp:txXfrm>
    </dsp:sp>
    <dsp:sp modelId="{057CFDE6-CCB6-4DC3-9266-13E6265AA8DC}">
      <dsp:nvSpPr>
        <dsp:cNvPr id="0" name=""/>
        <dsp:cNvSpPr/>
      </dsp:nvSpPr>
      <dsp:spPr>
        <a:xfrm>
          <a:off x="6313361" y="1188729"/>
          <a:ext cx="747509" cy="7475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2F6F1-A6E7-464B-9102-F34388CC0297}">
      <dsp:nvSpPr>
        <dsp:cNvPr id="0" name=""/>
        <dsp:cNvSpPr/>
      </dsp:nvSpPr>
      <dsp:spPr>
        <a:xfrm>
          <a:off x="5856550" y="2185417"/>
          <a:ext cx="1661132" cy="66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Ensured dataset diversity.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56550" y="2185417"/>
        <a:ext cx="1661132" cy="664453"/>
      </dsp:txXfrm>
    </dsp:sp>
    <dsp:sp modelId="{96ED6900-CD7D-40FB-B6D7-A2AFE88EDDB4}">
      <dsp:nvSpPr>
        <dsp:cNvPr id="0" name=""/>
        <dsp:cNvSpPr/>
      </dsp:nvSpPr>
      <dsp:spPr>
        <a:xfrm>
          <a:off x="8253636" y="1188729"/>
          <a:ext cx="770622" cy="74750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FEA401-866D-4EEA-9501-528D1A1784F2}">
      <dsp:nvSpPr>
        <dsp:cNvPr id="0" name=""/>
        <dsp:cNvSpPr/>
      </dsp:nvSpPr>
      <dsp:spPr>
        <a:xfrm>
          <a:off x="7808381" y="2185417"/>
          <a:ext cx="1661132" cy="66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Stored all raw files</a:t>
          </a:r>
          <a:r>
            <a:rPr lang="en-US" sz="1800" b="0" i="0" kern="1200" baseline="0" dirty="0"/>
            <a:t>.</a:t>
          </a:r>
          <a:endParaRPr lang="en-US" sz="1800" kern="1200" dirty="0"/>
        </a:p>
      </dsp:txBody>
      <dsp:txXfrm>
        <a:off x="7808381" y="2185417"/>
        <a:ext cx="1661132" cy="6644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5C6FDA-A81B-4F3D-B897-225B0294EFFC}">
      <dsp:nvSpPr>
        <dsp:cNvPr id="0" name=""/>
        <dsp:cNvSpPr/>
      </dsp:nvSpPr>
      <dsp:spPr>
        <a:xfrm>
          <a:off x="0" y="0"/>
          <a:ext cx="6840553" cy="6619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Used NLP to extract Name, Skills, Education, and Experience</a:t>
          </a:r>
        </a:p>
      </dsp:txBody>
      <dsp:txXfrm>
        <a:off x="19389" y="19389"/>
        <a:ext cx="6048770" cy="623204"/>
      </dsp:txXfrm>
    </dsp:sp>
    <dsp:sp modelId="{652EEA40-C29E-4021-8F99-642912567491}">
      <dsp:nvSpPr>
        <dsp:cNvPr id="0" name=""/>
        <dsp:cNvSpPr/>
      </dsp:nvSpPr>
      <dsp:spPr>
        <a:xfrm>
          <a:off x="510820" y="753925"/>
          <a:ext cx="6840553" cy="6619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Cleaned text using tokenization and stop word removal</a:t>
          </a:r>
        </a:p>
      </dsp:txBody>
      <dsp:txXfrm>
        <a:off x="530209" y="773314"/>
        <a:ext cx="5860666" cy="623204"/>
      </dsp:txXfrm>
    </dsp:sp>
    <dsp:sp modelId="{71010B6B-DCB4-4A84-9772-21014C9C6BE0}">
      <dsp:nvSpPr>
        <dsp:cNvPr id="0" name=""/>
        <dsp:cNvSpPr/>
      </dsp:nvSpPr>
      <dsp:spPr>
        <a:xfrm>
          <a:off x="1021641" y="1507850"/>
          <a:ext cx="6840553" cy="6619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Detected contact info like phone and email using patterns</a:t>
          </a:r>
        </a:p>
      </dsp:txBody>
      <dsp:txXfrm>
        <a:off x="1041030" y="1527239"/>
        <a:ext cx="5860666" cy="623204"/>
      </dsp:txXfrm>
    </dsp:sp>
    <dsp:sp modelId="{532DE39C-F623-40C1-A7EF-74D629259FB1}">
      <dsp:nvSpPr>
        <dsp:cNvPr id="0" name=""/>
        <dsp:cNvSpPr/>
      </dsp:nvSpPr>
      <dsp:spPr>
        <a:xfrm>
          <a:off x="1532461" y="2261775"/>
          <a:ext cx="6840553" cy="6619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Parsed both structured and unstructured resumes</a:t>
          </a:r>
        </a:p>
      </dsp:txBody>
      <dsp:txXfrm>
        <a:off x="1551850" y="2281164"/>
        <a:ext cx="5860666" cy="623204"/>
      </dsp:txXfrm>
    </dsp:sp>
    <dsp:sp modelId="{26E61154-D8A0-4518-B14C-9024C7332333}">
      <dsp:nvSpPr>
        <dsp:cNvPr id="0" name=""/>
        <dsp:cNvSpPr/>
      </dsp:nvSpPr>
      <dsp:spPr>
        <a:xfrm>
          <a:off x="2043282" y="3015700"/>
          <a:ext cx="6840553" cy="6619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Converted parsed data into structured format for analysis</a:t>
          </a:r>
        </a:p>
      </dsp:txBody>
      <dsp:txXfrm>
        <a:off x="2062671" y="3035089"/>
        <a:ext cx="5860666" cy="623204"/>
      </dsp:txXfrm>
    </dsp:sp>
    <dsp:sp modelId="{0824164B-3AD0-4CEA-B466-19920B53B93F}">
      <dsp:nvSpPr>
        <dsp:cNvPr id="0" name=""/>
        <dsp:cNvSpPr/>
      </dsp:nvSpPr>
      <dsp:spPr>
        <a:xfrm>
          <a:off x="6410264" y="483615"/>
          <a:ext cx="430288" cy="43028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507079" y="483615"/>
        <a:ext cx="236658" cy="323792"/>
      </dsp:txXfrm>
    </dsp:sp>
    <dsp:sp modelId="{EEDEFDD4-76F7-45B1-81DB-73823A002D8F}">
      <dsp:nvSpPr>
        <dsp:cNvPr id="0" name=""/>
        <dsp:cNvSpPr/>
      </dsp:nvSpPr>
      <dsp:spPr>
        <a:xfrm>
          <a:off x="6921085" y="1237540"/>
          <a:ext cx="430288" cy="43028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017900" y="1237540"/>
        <a:ext cx="236658" cy="323792"/>
      </dsp:txXfrm>
    </dsp:sp>
    <dsp:sp modelId="{3CF93756-45AD-4287-9AF7-9CCC377003DB}">
      <dsp:nvSpPr>
        <dsp:cNvPr id="0" name=""/>
        <dsp:cNvSpPr/>
      </dsp:nvSpPr>
      <dsp:spPr>
        <a:xfrm>
          <a:off x="7431905" y="1980432"/>
          <a:ext cx="430288" cy="43028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528720" y="1980432"/>
        <a:ext cx="236658" cy="323792"/>
      </dsp:txXfrm>
    </dsp:sp>
    <dsp:sp modelId="{5713A981-17C6-489F-B36F-9586BBDBF46E}">
      <dsp:nvSpPr>
        <dsp:cNvPr id="0" name=""/>
        <dsp:cNvSpPr/>
      </dsp:nvSpPr>
      <dsp:spPr>
        <a:xfrm>
          <a:off x="7942726" y="2741712"/>
          <a:ext cx="430288" cy="43028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039541" y="2741712"/>
        <a:ext cx="236658" cy="32379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53C4BC-4AE5-42DF-AB8F-7DA15B0F3C0E}">
      <dsp:nvSpPr>
        <dsp:cNvPr id="0" name=""/>
        <dsp:cNvSpPr/>
      </dsp:nvSpPr>
      <dsp:spPr>
        <a:xfrm>
          <a:off x="0" y="1214"/>
          <a:ext cx="9032095" cy="517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33F998-E299-4059-AA9A-34A095E191F9}">
      <dsp:nvSpPr>
        <dsp:cNvPr id="0" name=""/>
        <dsp:cNvSpPr/>
      </dsp:nvSpPr>
      <dsp:spPr>
        <a:xfrm>
          <a:off x="156568" y="117670"/>
          <a:ext cx="284670" cy="2846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7A992A-F5E6-448C-80F6-FC19EDB9028B}">
      <dsp:nvSpPr>
        <dsp:cNvPr id="0" name=""/>
        <dsp:cNvSpPr/>
      </dsp:nvSpPr>
      <dsp:spPr>
        <a:xfrm>
          <a:off x="597807" y="1214"/>
          <a:ext cx="8434287" cy="5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77" tIns="54777" rIns="54777" bIns="5477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0" kern="1200" baseline="0"/>
            <a:t>Built a Streamlit web app to make resume uploading and skill matching easy for non-technical users</a:t>
          </a:r>
          <a:endParaRPr lang="en-US" sz="1400" kern="1200"/>
        </a:p>
      </dsp:txBody>
      <dsp:txXfrm>
        <a:off x="597807" y="1214"/>
        <a:ext cx="8434287" cy="517582"/>
      </dsp:txXfrm>
    </dsp:sp>
    <dsp:sp modelId="{E3E9755F-F3B2-4323-8A39-5CACCFA17F73}">
      <dsp:nvSpPr>
        <dsp:cNvPr id="0" name=""/>
        <dsp:cNvSpPr/>
      </dsp:nvSpPr>
      <dsp:spPr>
        <a:xfrm>
          <a:off x="0" y="648192"/>
          <a:ext cx="9032095" cy="517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C0A41B-D5A6-4FF1-A76E-DB4ECF92B3BC}">
      <dsp:nvSpPr>
        <dsp:cNvPr id="0" name=""/>
        <dsp:cNvSpPr/>
      </dsp:nvSpPr>
      <dsp:spPr>
        <a:xfrm>
          <a:off x="156568" y="764648"/>
          <a:ext cx="284670" cy="2846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C56A50-ABC0-48A6-B7E8-5F24122B54DD}">
      <dsp:nvSpPr>
        <dsp:cNvPr id="0" name=""/>
        <dsp:cNvSpPr/>
      </dsp:nvSpPr>
      <dsp:spPr>
        <a:xfrm>
          <a:off x="597807" y="648192"/>
          <a:ext cx="8434287" cy="5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77" tIns="54777" rIns="54777" bIns="5477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0" kern="1200" baseline="0"/>
            <a:t>Enabled drag-and-drop or file browse options to upload resumes in PDF or DOCX formats</a:t>
          </a:r>
          <a:endParaRPr lang="en-US" sz="1400" kern="1200"/>
        </a:p>
      </dsp:txBody>
      <dsp:txXfrm>
        <a:off x="597807" y="648192"/>
        <a:ext cx="8434287" cy="517582"/>
      </dsp:txXfrm>
    </dsp:sp>
    <dsp:sp modelId="{95A1C717-FD86-481E-B58B-8CE248A27F33}">
      <dsp:nvSpPr>
        <dsp:cNvPr id="0" name=""/>
        <dsp:cNvSpPr/>
      </dsp:nvSpPr>
      <dsp:spPr>
        <a:xfrm>
          <a:off x="0" y="1295170"/>
          <a:ext cx="9032095" cy="517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77C35F-AD9E-4CE6-AE3A-D9CC91DB2375}">
      <dsp:nvSpPr>
        <dsp:cNvPr id="0" name=""/>
        <dsp:cNvSpPr/>
      </dsp:nvSpPr>
      <dsp:spPr>
        <a:xfrm>
          <a:off x="156568" y="1411626"/>
          <a:ext cx="284670" cy="2846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DC6B14-B57E-4B28-AC3D-28D91D532030}">
      <dsp:nvSpPr>
        <dsp:cNvPr id="0" name=""/>
        <dsp:cNvSpPr/>
      </dsp:nvSpPr>
      <dsp:spPr>
        <a:xfrm>
          <a:off x="597807" y="1295170"/>
          <a:ext cx="8434287" cy="5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77" tIns="54777" rIns="54777" bIns="5477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0" kern="1200" baseline="0"/>
            <a:t>Provided instant feedback on skill match scores and missing skills after upload</a:t>
          </a:r>
          <a:endParaRPr lang="en-US" sz="1400" kern="1200"/>
        </a:p>
      </dsp:txBody>
      <dsp:txXfrm>
        <a:off x="597807" y="1295170"/>
        <a:ext cx="8434287" cy="517582"/>
      </dsp:txXfrm>
    </dsp:sp>
    <dsp:sp modelId="{F362C50C-203A-4C78-A0AB-60B25DDDF8EF}">
      <dsp:nvSpPr>
        <dsp:cNvPr id="0" name=""/>
        <dsp:cNvSpPr/>
      </dsp:nvSpPr>
      <dsp:spPr>
        <a:xfrm>
          <a:off x="0" y="1942148"/>
          <a:ext cx="9032095" cy="517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F4F870-70A4-4BB1-8053-728ECD2B5DBC}">
      <dsp:nvSpPr>
        <dsp:cNvPr id="0" name=""/>
        <dsp:cNvSpPr/>
      </dsp:nvSpPr>
      <dsp:spPr>
        <a:xfrm>
          <a:off x="156568" y="2058604"/>
          <a:ext cx="284670" cy="2846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4DE6D0-F3EA-4015-8655-935A98786EBC}">
      <dsp:nvSpPr>
        <dsp:cNvPr id="0" name=""/>
        <dsp:cNvSpPr/>
      </dsp:nvSpPr>
      <dsp:spPr>
        <a:xfrm>
          <a:off x="597807" y="1942148"/>
          <a:ext cx="8434287" cy="5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77" tIns="54777" rIns="54777" bIns="5477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0" kern="1200" baseline="0"/>
            <a:t>Displayed parsed resume content in a clean, readable layout</a:t>
          </a:r>
          <a:endParaRPr lang="en-US" sz="1400" kern="1200"/>
        </a:p>
      </dsp:txBody>
      <dsp:txXfrm>
        <a:off x="597807" y="1942148"/>
        <a:ext cx="8434287" cy="517582"/>
      </dsp:txXfrm>
    </dsp:sp>
    <dsp:sp modelId="{8CED10F1-CD33-4B32-AED3-0545B499067F}">
      <dsp:nvSpPr>
        <dsp:cNvPr id="0" name=""/>
        <dsp:cNvSpPr/>
      </dsp:nvSpPr>
      <dsp:spPr>
        <a:xfrm>
          <a:off x="0" y="2589126"/>
          <a:ext cx="9032095" cy="517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1ED39E-CE96-4B3C-84CA-1D294D39EEF8}">
      <dsp:nvSpPr>
        <dsp:cNvPr id="0" name=""/>
        <dsp:cNvSpPr/>
      </dsp:nvSpPr>
      <dsp:spPr>
        <a:xfrm>
          <a:off x="156568" y="2705582"/>
          <a:ext cx="284670" cy="2846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C812AB-95E2-4410-8EA3-22A41D711705}">
      <dsp:nvSpPr>
        <dsp:cNvPr id="0" name=""/>
        <dsp:cNvSpPr/>
      </dsp:nvSpPr>
      <dsp:spPr>
        <a:xfrm>
          <a:off x="597807" y="2589126"/>
          <a:ext cx="8434287" cy="5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77" tIns="54777" rIns="54777" bIns="5477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0" kern="1200" baseline="0"/>
            <a:t>Designed with a responsive, minimal UI for fast performance and mobile accessibility</a:t>
          </a:r>
          <a:endParaRPr lang="en-US" sz="1400" kern="1200"/>
        </a:p>
      </dsp:txBody>
      <dsp:txXfrm>
        <a:off x="597807" y="2589126"/>
        <a:ext cx="8434287" cy="517582"/>
      </dsp:txXfrm>
    </dsp:sp>
    <dsp:sp modelId="{9F3D53D3-C000-4828-B520-1737C238CED6}">
      <dsp:nvSpPr>
        <dsp:cNvPr id="0" name=""/>
        <dsp:cNvSpPr/>
      </dsp:nvSpPr>
      <dsp:spPr>
        <a:xfrm>
          <a:off x="0" y="3236104"/>
          <a:ext cx="9032095" cy="517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DB828B-76D9-4ED2-99D6-D2ABFA4A248F}">
      <dsp:nvSpPr>
        <dsp:cNvPr id="0" name=""/>
        <dsp:cNvSpPr/>
      </dsp:nvSpPr>
      <dsp:spPr>
        <a:xfrm>
          <a:off x="156568" y="3352560"/>
          <a:ext cx="284670" cy="28467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949E01-928B-4A42-BF66-419A61D0E3AF}">
      <dsp:nvSpPr>
        <dsp:cNvPr id="0" name=""/>
        <dsp:cNvSpPr/>
      </dsp:nvSpPr>
      <dsp:spPr>
        <a:xfrm>
          <a:off x="597807" y="3236104"/>
          <a:ext cx="8434287" cy="5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77" tIns="54777" rIns="54777" bIns="5477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0" kern="1200" baseline="0"/>
            <a:t>Integrated with backend database to log and track uploads for audit and reporting</a:t>
          </a:r>
          <a:endParaRPr lang="en-US" sz="1400" kern="1200"/>
        </a:p>
      </dsp:txBody>
      <dsp:txXfrm>
        <a:off x="597807" y="3236104"/>
        <a:ext cx="8434287" cy="5175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2236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5160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0635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293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822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3736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838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293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1325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1830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422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1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5" Type="http://schemas.openxmlformats.org/officeDocument/2006/relationships/slide" Target="slide8.xml"/><Relationship Id="rId4" Type="http://schemas.openxmlformats.org/officeDocument/2006/relationships/slide" Target="slide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slide" Target="slide6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68B51F-0397-D568-D929-A4F9A9CC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neon sign with a glowing sign next to a trash can&#10;&#10;AI-generated content may be incorrect.">
            <a:extLst>
              <a:ext uri="{FF2B5EF4-FFF2-40B4-BE49-F238E27FC236}">
                <a16:creationId xmlns:a16="http://schemas.microsoft.com/office/drawing/2014/main" id="{421153DD-9914-D62E-F620-6C5129E92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0"/>
          <a:stretch>
            <a:fillRect/>
          </a:stretch>
        </p:blipFill>
        <p:spPr>
          <a:xfrm>
            <a:off x="-53831" y="228600"/>
            <a:ext cx="12192000" cy="7075703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0F200B6-228D-F4F2-C6FF-D4257EC20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H="1">
            <a:off x="4556932" y="3127849"/>
            <a:ext cx="7654355" cy="3796328"/>
          </a:xfrm>
          <a:custGeom>
            <a:avLst/>
            <a:gdLst>
              <a:gd name="connsiteX0" fmla="*/ 1835852 w 7654355"/>
              <a:gd name="connsiteY0" fmla="*/ 1549 h 3796328"/>
              <a:gd name="connsiteX1" fmla="*/ 20604 w 7654355"/>
              <a:gd name="connsiteY1" fmla="*/ 803783 h 3796328"/>
              <a:gd name="connsiteX2" fmla="*/ 0 w 7654355"/>
              <a:gd name="connsiteY2" fmla="*/ 826352 h 3796328"/>
              <a:gd name="connsiteX3" fmla="*/ 51841 w 7654355"/>
              <a:gd name="connsiteY3" fmla="*/ 3796328 h 3796328"/>
              <a:gd name="connsiteX4" fmla="*/ 7654355 w 7654355"/>
              <a:gd name="connsiteY4" fmla="*/ 3663625 h 3796328"/>
              <a:gd name="connsiteX5" fmla="*/ 3473222 w 7654355"/>
              <a:gd name="connsiteY5" fmla="*/ 499129 h 3796328"/>
              <a:gd name="connsiteX6" fmla="*/ 3417360 w 7654355"/>
              <a:gd name="connsiteY6" fmla="*/ 459014 h 3796328"/>
              <a:gd name="connsiteX7" fmla="*/ 1990462 w 7654355"/>
              <a:gd name="connsiteY7" fmla="*/ 763 h 3796328"/>
              <a:gd name="connsiteX8" fmla="*/ 1835852 w 7654355"/>
              <a:gd name="connsiteY8" fmla="*/ 1549 h 3796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54355" h="3796328">
                <a:moveTo>
                  <a:pt x="1835852" y="1549"/>
                </a:moveTo>
                <a:cubicBezTo>
                  <a:pt x="1166613" y="24353"/>
                  <a:pt x="510847" y="298769"/>
                  <a:pt x="20604" y="803783"/>
                </a:cubicBezTo>
                <a:lnTo>
                  <a:pt x="0" y="826352"/>
                </a:lnTo>
                <a:lnTo>
                  <a:pt x="51841" y="3796328"/>
                </a:lnTo>
                <a:lnTo>
                  <a:pt x="7654355" y="3663625"/>
                </a:lnTo>
                <a:lnTo>
                  <a:pt x="3473222" y="499129"/>
                </a:lnTo>
                <a:lnTo>
                  <a:pt x="3417360" y="459014"/>
                </a:lnTo>
                <a:cubicBezTo>
                  <a:pt x="2981578" y="162529"/>
                  <a:pt x="2485536" y="12600"/>
                  <a:pt x="1990462" y="763"/>
                </a:cubicBezTo>
                <a:cubicBezTo>
                  <a:pt x="1938891" y="-470"/>
                  <a:pt x="1887332" y="-206"/>
                  <a:pt x="1835852" y="1549"/>
                </a:cubicBezTo>
                <a:close/>
              </a:path>
            </a:pathLst>
          </a:custGeom>
          <a:gradFill>
            <a:gsLst>
              <a:gs pos="22000">
                <a:schemeClr val="bg2">
                  <a:alpha val="80000"/>
                </a:schemeClr>
              </a:gs>
              <a:gs pos="100000">
                <a:schemeClr val="accent1">
                  <a:lumMod val="60000"/>
                  <a:lumOff val="40000"/>
                  <a:alpha val="84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B1AC7D-A6DB-3416-7E9D-D0DD11312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8164" y="4906317"/>
            <a:ext cx="3866407" cy="1625112"/>
          </a:xfrm>
        </p:spPr>
        <p:txBody>
          <a:bodyPr anchor="ctr">
            <a:normAutofit fontScale="90000"/>
          </a:bodyPr>
          <a:lstStyle/>
          <a:p>
            <a:pPr algn="r"/>
            <a:r>
              <a:rPr lang="en-CA" sz="3200"/>
              <a:t>Prajna.Ganji</a:t>
            </a:r>
            <a:br>
              <a:rPr lang="en-CA" sz="3200"/>
            </a:br>
            <a:r>
              <a:rPr lang="en-CA" sz="3200"/>
              <a:t>Neetika.Upadhyay</a:t>
            </a:r>
            <a:br>
              <a:rPr lang="en-CA" sz="3200"/>
            </a:br>
            <a:r>
              <a:rPr lang="en-CA" sz="3200"/>
              <a:t>Shiva shiva</a:t>
            </a:r>
            <a:br>
              <a:rPr lang="en-CA" sz="3200"/>
            </a:br>
            <a:r>
              <a:rPr lang="en-CA" sz="3200"/>
              <a:t>Maruta.zalane</a:t>
            </a:r>
            <a:endParaRPr lang="en-CA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D14315-E309-F9BB-697C-BBF85795F5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5086" y="446314"/>
            <a:ext cx="5388428" cy="598715"/>
          </a:xfrm>
        </p:spPr>
        <p:txBody>
          <a:bodyPr anchor="b">
            <a:noAutofit/>
          </a:bodyPr>
          <a:lstStyle/>
          <a:p>
            <a:pPr algn="ctr"/>
            <a:r>
              <a:rPr lang="en-CA" sz="4400" b="1">
                <a:solidFill>
                  <a:schemeClr val="accent1">
                    <a:lumMod val="20000"/>
                    <a:lumOff val="80000"/>
                  </a:schemeClr>
                </a:solidFill>
              </a:rPr>
              <a:t>Talent Miner</a:t>
            </a:r>
            <a:endParaRPr lang="en-CA" sz="4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914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2AA3712-C5CA-A663-E80E-253CE0930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30173E-77D1-0FD3-B512-93624655E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142" y="783771"/>
            <a:ext cx="4463143" cy="1360715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CA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29B79EB-E213-DBF1-1278-CBE856C04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7" y="2264229"/>
            <a:ext cx="5987145" cy="3713441"/>
          </a:xfrm>
        </p:spPr>
        <p:txBody>
          <a:bodyPr>
            <a:noAutofit/>
          </a:bodyPr>
          <a:lstStyle/>
          <a:p>
            <a:pPr marL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resume data extraction using NLP techniques.</a:t>
            </a:r>
          </a:p>
          <a:p>
            <a:pPr marL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candidate skills with job descriptions to identify top-fit profiles efficiently.</a:t>
            </a:r>
          </a:p>
          <a:p>
            <a:pPr marL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recruiter workload by streamlining the resume screening process.</a:t>
            </a:r>
          </a:p>
          <a:p>
            <a:pPr marL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key hiring insights through interactive Power BI dashboards.</a:t>
            </a:r>
          </a:p>
          <a:p>
            <a:pPr marL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user-friendly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for uploading, matching, and tracking resumes.</a:t>
            </a:r>
          </a:p>
        </p:txBody>
      </p:sp>
      <p:pic>
        <p:nvPicPr>
          <p:cNvPr id="5" name="Content Placeholder 4" descr="A computer with a dart in the center&#10;&#10;AI-generated content may be incorrect.">
            <a:extLst>
              <a:ext uri="{FF2B5EF4-FFF2-40B4-BE49-F238E27FC236}">
                <a16:creationId xmlns:a16="http://schemas.microsoft.com/office/drawing/2014/main" id="{F37B5E55-6D6A-0B65-DC86-DB1AC529E1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724"/>
          <a:stretch>
            <a:fillRect/>
          </a:stretch>
        </p:blipFill>
        <p:spPr>
          <a:xfrm>
            <a:off x="7304314" y="882650"/>
            <a:ext cx="4000918" cy="437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5793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E0832-4F9B-21DF-A8B5-67E43701F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CA" sz="4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&amp; Tools Used</a:t>
            </a:r>
            <a:br>
              <a:rPr lang="en-CA" dirty="0"/>
            </a:br>
            <a:endParaRPr lang="en-CA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29B381E-1F23-4442-ED32-17C045CB4A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9848" y="2139696"/>
          <a:ext cx="8883836" cy="3677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03398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0300B1B-B85E-D514-C6B4-30126EBBC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9C509C-DC9F-72A7-2C51-F7F49BF17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4291463" cy="1828798"/>
          </a:xfrm>
          <a:custGeom>
            <a:avLst/>
            <a:gdLst>
              <a:gd name="connsiteX0" fmla="*/ 4291463 w 4291463"/>
              <a:gd name="connsiteY0" fmla="*/ 1828798 h 1828798"/>
              <a:gd name="connsiteX1" fmla="*/ 0 w 4291463"/>
              <a:gd name="connsiteY1" fmla="*/ 1828798 h 1828798"/>
              <a:gd name="connsiteX2" fmla="*/ 1813870 w 4291463"/>
              <a:gd name="connsiteY2" fmla="*/ 405504 h 1828798"/>
              <a:gd name="connsiteX3" fmla="*/ 1856352 w 4291463"/>
              <a:gd name="connsiteY3" fmla="*/ 373857 h 1828798"/>
              <a:gd name="connsiteX4" fmla="*/ 2949111 w 4291463"/>
              <a:gd name="connsiteY4" fmla="*/ 1756 h 1828798"/>
              <a:gd name="connsiteX5" fmla="*/ 3068193 w 4291463"/>
              <a:gd name="connsiteY5" fmla="*/ 284 h 1828798"/>
              <a:gd name="connsiteX6" fmla="*/ 4291186 w 4291463"/>
              <a:gd name="connsiteY6" fmla="*/ 430072 h 1828798"/>
              <a:gd name="connsiteX7" fmla="*/ 4291463 w 4291463"/>
              <a:gd name="connsiteY7" fmla="*/ 430316 h 1828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1463" h="1828798">
                <a:moveTo>
                  <a:pt x="4291463" y="1828798"/>
                </a:moveTo>
                <a:lnTo>
                  <a:pt x="0" y="1828798"/>
                </a:lnTo>
                <a:lnTo>
                  <a:pt x="1813870" y="405504"/>
                </a:lnTo>
                <a:lnTo>
                  <a:pt x="1856352" y="373857"/>
                </a:lnTo>
                <a:cubicBezTo>
                  <a:pt x="2187982" y="139664"/>
                  <a:pt x="2567993" y="17528"/>
                  <a:pt x="2949111" y="1756"/>
                </a:cubicBezTo>
                <a:cubicBezTo>
                  <a:pt x="2988812" y="114"/>
                  <a:pt x="3028523" y="-375"/>
                  <a:pt x="3068193" y="284"/>
                </a:cubicBezTo>
                <a:cubicBezTo>
                  <a:pt x="3504570" y="7531"/>
                  <a:pt x="3935938" y="153650"/>
                  <a:pt x="4291186" y="430072"/>
                </a:cubicBezTo>
                <a:lnTo>
                  <a:pt x="4291463" y="430316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92F11F5-4650-4EDB-A5A2-609AA6316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-60000" flipH="1">
            <a:off x="3823340" y="2206019"/>
            <a:ext cx="8404540" cy="4724346"/>
          </a:xfrm>
          <a:custGeom>
            <a:avLst/>
            <a:gdLst>
              <a:gd name="connsiteX0" fmla="*/ 1276386 w 8404540"/>
              <a:gd name="connsiteY0" fmla="*/ 1707 h 4724346"/>
              <a:gd name="connsiteX1" fmla="*/ 46392 w 8404540"/>
              <a:gd name="connsiteY1" fmla="*/ 317762 h 4724346"/>
              <a:gd name="connsiteX2" fmla="*/ 0 w 8404540"/>
              <a:gd name="connsiteY2" fmla="*/ 342953 h 4724346"/>
              <a:gd name="connsiteX3" fmla="*/ 76477 w 8404540"/>
              <a:gd name="connsiteY3" fmla="*/ 4724346 h 4724346"/>
              <a:gd name="connsiteX4" fmla="*/ 8404540 w 8404540"/>
              <a:gd name="connsiteY4" fmla="*/ 4578979 h 4724346"/>
              <a:gd name="connsiteX5" fmla="*/ 3081575 w 8404540"/>
              <a:gd name="connsiteY5" fmla="*/ 550286 h 4724346"/>
              <a:gd name="connsiteX6" fmla="*/ 3019989 w 8404540"/>
              <a:gd name="connsiteY6" fmla="*/ 506058 h 4724346"/>
              <a:gd name="connsiteX7" fmla="*/ 1446842 w 8404540"/>
              <a:gd name="connsiteY7" fmla="*/ 840 h 4724346"/>
              <a:gd name="connsiteX8" fmla="*/ 1276386 w 8404540"/>
              <a:gd name="connsiteY8" fmla="*/ 1707 h 4724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404540" h="4724346">
                <a:moveTo>
                  <a:pt x="1276386" y="1707"/>
                </a:moveTo>
                <a:cubicBezTo>
                  <a:pt x="850714" y="16212"/>
                  <a:pt x="429986" y="123046"/>
                  <a:pt x="46392" y="317762"/>
                </a:cubicBezTo>
                <a:lnTo>
                  <a:pt x="0" y="342953"/>
                </a:lnTo>
                <a:lnTo>
                  <a:pt x="76477" y="4724346"/>
                </a:lnTo>
                <a:lnTo>
                  <a:pt x="8404540" y="4578979"/>
                </a:lnTo>
                <a:lnTo>
                  <a:pt x="3081575" y="550286"/>
                </a:lnTo>
                <a:lnTo>
                  <a:pt x="3019989" y="506058"/>
                </a:lnTo>
                <a:cubicBezTo>
                  <a:pt x="2539541" y="179187"/>
                  <a:pt x="1992657" y="13891"/>
                  <a:pt x="1446842" y="840"/>
                </a:cubicBezTo>
                <a:cubicBezTo>
                  <a:pt x="1389987" y="-519"/>
                  <a:pt x="1333142" y="-227"/>
                  <a:pt x="1276386" y="1707"/>
                </a:cubicBez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F985F24-A82E-38BB-9E95-B68E0525A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571" y="734156"/>
            <a:ext cx="10617872" cy="538161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8EDD08-937D-C937-C09C-32A8F3847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572" y="1143001"/>
            <a:ext cx="3681458" cy="685798"/>
          </a:xfrm>
        </p:spPr>
        <p:txBody>
          <a:bodyPr anchor="t">
            <a:normAutofit/>
          </a:bodyPr>
          <a:lstStyle/>
          <a:p>
            <a:r>
              <a:rPr lang="en-US" dirty="0"/>
              <a:t>Python Libraries</a:t>
            </a:r>
            <a:endParaRPr lang="en-CA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0C9FC9-0E76-CABB-F4ED-2F60714B6C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4208741"/>
              </p:ext>
            </p:extLst>
          </p:nvPr>
        </p:nvGraphicFramePr>
        <p:xfrm>
          <a:off x="4550230" y="1143000"/>
          <a:ext cx="6317736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95487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063577F-2949-C31E-B4B0-5E250230F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E4A51B-BAF6-3729-A2C0-89331F2FB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365" y="-318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40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330D46-7368-5829-B2C1-219CCC2B3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313" y="1143000"/>
            <a:ext cx="5505635" cy="1061720"/>
          </a:xfrm>
        </p:spPr>
        <p:txBody>
          <a:bodyPr anchor="t">
            <a:normAutofit/>
          </a:bodyPr>
          <a:lstStyle/>
          <a:p>
            <a:pPr algn="ctr"/>
            <a:r>
              <a:rPr lang="en-CA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Data Acquisition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5EC91E5-605C-A02B-866B-67F385B533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5738715"/>
              </p:ext>
            </p:extLst>
          </p:nvPr>
        </p:nvGraphicFramePr>
        <p:xfrm>
          <a:off x="1578429" y="1937657"/>
          <a:ext cx="94705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86240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hlinkClick r:id="rId2" action="ppaction://hlinksldjump"/>
            <a:extLst>
              <a:ext uri="{FF2B5EF4-FFF2-40B4-BE49-F238E27FC236}">
                <a16:creationId xmlns:a16="http://schemas.microsoft.com/office/drawing/2014/main" id="{2D1E782A-E643-3FE8-C629-1E58996250FD}"/>
              </a:ext>
            </a:extLst>
          </p:cNvPr>
          <p:cNvSpPr/>
          <p:nvPr/>
        </p:nvSpPr>
        <p:spPr>
          <a:xfrm rot="16200000">
            <a:off x="1470746" y="1899557"/>
            <a:ext cx="6858000" cy="3058886"/>
          </a:xfrm>
          <a:custGeom>
            <a:avLst/>
            <a:gdLst>
              <a:gd name="connsiteX0" fmla="*/ 6858000 w 6858000"/>
              <a:gd name="connsiteY0" fmla="*/ 0 h 3058886"/>
              <a:gd name="connsiteX1" fmla="*/ 6858000 w 6858000"/>
              <a:gd name="connsiteY1" fmla="*/ 881743 h 3058886"/>
              <a:gd name="connsiteX2" fmla="*/ 794657 w 6858000"/>
              <a:gd name="connsiteY2" fmla="*/ 881743 h 3058886"/>
              <a:gd name="connsiteX3" fmla="*/ 794657 w 6858000"/>
              <a:gd name="connsiteY3" fmla="*/ 2623458 h 3058886"/>
              <a:gd name="connsiteX4" fmla="*/ 397329 w 6858000"/>
              <a:gd name="connsiteY4" fmla="*/ 3058886 h 3058886"/>
              <a:gd name="connsiteX5" fmla="*/ 0 w 6858000"/>
              <a:gd name="connsiteY5" fmla="*/ 2623458 h 3058886"/>
              <a:gd name="connsiteX6" fmla="*/ 0 w 6858000"/>
              <a:gd name="connsiteY6" fmla="*/ 881743 h 3058886"/>
              <a:gd name="connsiteX7" fmla="*/ 0 w 6858000"/>
              <a:gd name="connsiteY7" fmla="*/ 0 h 305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3058886">
                <a:moveTo>
                  <a:pt x="6858000" y="0"/>
                </a:moveTo>
                <a:lnTo>
                  <a:pt x="6858000" y="881743"/>
                </a:lnTo>
                <a:lnTo>
                  <a:pt x="794657" y="881743"/>
                </a:lnTo>
                <a:lnTo>
                  <a:pt x="794657" y="2623458"/>
                </a:lnTo>
                <a:lnTo>
                  <a:pt x="397329" y="3058886"/>
                </a:lnTo>
                <a:lnTo>
                  <a:pt x="0" y="2623458"/>
                </a:lnTo>
                <a:lnTo>
                  <a:pt x="0" y="88174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17" name="Freeform: Shape 16">
            <a:hlinkClick r:id="rId3" action="ppaction://hlinksldjump"/>
            <a:extLst>
              <a:ext uri="{FF2B5EF4-FFF2-40B4-BE49-F238E27FC236}">
                <a16:creationId xmlns:a16="http://schemas.microsoft.com/office/drawing/2014/main" id="{E1C40E26-1462-EE50-4451-D350E6BDF888}"/>
              </a:ext>
            </a:extLst>
          </p:cNvPr>
          <p:cNvSpPr/>
          <p:nvPr/>
        </p:nvSpPr>
        <p:spPr>
          <a:xfrm rot="16200000">
            <a:off x="453091" y="2057398"/>
            <a:ext cx="6858000" cy="2743204"/>
          </a:xfrm>
          <a:custGeom>
            <a:avLst/>
            <a:gdLst>
              <a:gd name="connsiteX0" fmla="*/ 1711102 w 6858000"/>
              <a:gd name="connsiteY0" fmla="*/ 881744 h 2743204"/>
              <a:gd name="connsiteX1" fmla="*/ 1711102 w 6858000"/>
              <a:gd name="connsiteY1" fmla="*/ 2370912 h 2743204"/>
              <a:gd name="connsiteX2" fmla="*/ 1313774 w 6858000"/>
              <a:gd name="connsiteY2" fmla="*/ 2743204 h 2743204"/>
              <a:gd name="connsiteX3" fmla="*/ 916445 w 6858000"/>
              <a:gd name="connsiteY3" fmla="*/ 2370912 h 2743204"/>
              <a:gd name="connsiteX4" fmla="*/ 916445 w 6858000"/>
              <a:gd name="connsiteY4" fmla="*/ 881744 h 2743204"/>
              <a:gd name="connsiteX5" fmla="*/ 6858000 w 6858000"/>
              <a:gd name="connsiteY5" fmla="*/ 1 h 2743204"/>
              <a:gd name="connsiteX6" fmla="*/ 6858000 w 6858000"/>
              <a:gd name="connsiteY6" fmla="*/ 881744 h 2743204"/>
              <a:gd name="connsiteX7" fmla="*/ 0 w 6858000"/>
              <a:gd name="connsiteY7" fmla="*/ 881743 h 2743204"/>
              <a:gd name="connsiteX8" fmla="*/ 0 w 6858000"/>
              <a:gd name="connsiteY8" fmla="*/ 0 h 27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2743204">
                <a:moveTo>
                  <a:pt x="1711102" y="881744"/>
                </a:moveTo>
                <a:lnTo>
                  <a:pt x="1711102" y="2370912"/>
                </a:lnTo>
                <a:lnTo>
                  <a:pt x="1313774" y="2743204"/>
                </a:lnTo>
                <a:lnTo>
                  <a:pt x="916445" y="2370912"/>
                </a:lnTo>
                <a:lnTo>
                  <a:pt x="916445" y="881744"/>
                </a:lnTo>
                <a:close/>
                <a:moveTo>
                  <a:pt x="6858000" y="1"/>
                </a:moveTo>
                <a:lnTo>
                  <a:pt x="6858000" y="881744"/>
                </a:lnTo>
                <a:lnTo>
                  <a:pt x="0" y="88174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  <p:sp>
        <p:nvSpPr>
          <p:cNvPr id="18" name="Freeform: Shape 17">
            <a:hlinkClick r:id="rId4" action="ppaction://hlinksldjump"/>
            <a:extLst>
              <a:ext uri="{FF2B5EF4-FFF2-40B4-BE49-F238E27FC236}">
                <a16:creationId xmlns:a16="http://schemas.microsoft.com/office/drawing/2014/main" id="{9EF319B3-4F31-CA34-EF9F-B7761E4CDDF9}"/>
              </a:ext>
            </a:extLst>
          </p:cNvPr>
          <p:cNvSpPr/>
          <p:nvPr/>
        </p:nvSpPr>
        <p:spPr>
          <a:xfrm rot="16200000">
            <a:off x="-311276" y="2000927"/>
            <a:ext cx="6858000" cy="2856147"/>
          </a:xfrm>
          <a:custGeom>
            <a:avLst/>
            <a:gdLst>
              <a:gd name="connsiteX0" fmla="*/ 6858000 w 6858000"/>
              <a:gd name="connsiteY0" fmla="*/ 1 h 2856147"/>
              <a:gd name="connsiteX1" fmla="*/ 6858000 w 6858000"/>
              <a:gd name="connsiteY1" fmla="*/ 881744 h 2856147"/>
              <a:gd name="connsiteX2" fmla="*/ 2600328 w 6858000"/>
              <a:gd name="connsiteY2" fmla="*/ 881744 h 2856147"/>
              <a:gd name="connsiteX3" fmla="*/ 2600328 w 6858000"/>
              <a:gd name="connsiteY3" fmla="*/ 2459907 h 2856147"/>
              <a:gd name="connsiteX4" fmla="*/ 2203000 w 6858000"/>
              <a:gd name="connsiteY4" fmla="*/ 2856147 h 2856147"/>
              <a:gd name="connsiteX5" fmla="*/ 1805671 w 6858000"/>
              <a:gd name="connsiteY5" fmla="*/ 2459907 h 2856147"/>
              <a:gd name="connsiteX6" fmla="*/ 1805671 w 6858000"/>
              <a:gd name="connsiteY6" fmla="*/ 881744 h 2856147"/>
              <a:gd name="connsiteX7" fmla="*/ 0 w 6858000"/>
              <a:gd name="connsiteY7" fmla="*/ 881743 h 2856147"/>
              <a:gd name="connsiteX8" fmla="*/ 1 w 6858000"/>
              <a:gd name="connsiteY8" fmla="*/ 0 h 2856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2856147">
                <a:moveTo>
                  <a:pt x="6858000" y="1"/>
                </a:moveTo>
                <a:lnTo>
                  <a:pt x="6858000" y="881744"/>
                </a:lnTo>
                <a:lnTo>
                  <a:pt x="2600328" y="881744"/>
                </a:lnTo>
                <a:lnTo>
                  <a:pt x="2600328" y="2459907"/>
                </a:lnTo>
                <a:lnTo>
                  <a:pt x="2203000" y="2856147"/>
                </a:lnTo>
                <a:lnTo>
                  <a:pt x="1805671" y="2459907"/>
                </a:lnTo>
                <a:lnTo>
                  <a:pt x="1805671" y="881744"/>
                </a:lnTo>
                <a:lnTo>
                  <a:pt x="0" y="881743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  <p:sp>
        <p:nvSpPr>
          <p:cNvPr id="19" name="Freeform: Shape 18">
            <a:hlinkClick r:id="rId5" action="ppaction://hlinksldjump"/>
            <a:extLst>
              <a:ext uri="{FF2B5EF4-FFF2-40B4-BE49-F238E27FC236}">
                <a16:creationId xmlns:a16="http://schemas.microsoft.com/office/drawing/2014/main" id="{5CC6158F-0B12-D4BC-905C-92B2980AE847}"/>
              </a:ext>
            </a:extLst>
          </p:cNvPr>
          <p:cNvSpPr/>
          <p:nvPr/>
        </p:nvSpPr>
        <p:spPr>
          <a:xfrm>
            <a:off x="893987" y="0"/>
            <a:ext cx="2800354" cy="6858000"/>
          </a:xfrm>
          <a:custGeom>
            <a:avLst/>
            <a:gdLst>
              <a:gd name="connsiteX0" fmla="*/ 0 w 2800354"/>
              <a:gd name="connsiteY0" fmla="*/ 0 h 6858000"/>
              <a:gd name="connsiteX1" fmla="*/ 881743 w 2800354"/>
              <a:gd name="connsiteY1" fmla="*/ 0 h 6858000"/>
              <a:gd name="connsiteX2" fmla="*/ 881743 w 2800354"/>
              <a:gd name="connsiteY2" fmla="*/ 3273876 h 6858000"/>
              <a:gd name="connsiteX3" fmla="*/ 2404113 w 2800354"/>
              <a:gd name="connsiteY3" fmla="*/ 3273876 h 6858000"/>
              <a:gd name="connsiteX4" fmla="*/ 2800354 w 2800354"/>
              <a:gd name="connsiteY4" fmla="*/ 3671204 h 6858000"/>
              <a:gd name="connsiteX5" fmla="*/ 2404113 w 2800354"/>
              <a:gd name="connsiteY5" fmla="*/ 4068533 h 6858000"/>
              <a:gd name="connsiteX6" fmla="*/ 881743 w 2800354"/>
              <a:gd name="connsiteY6" fmla="*/ 4068533 h 6858000"/>
              <a:gd name="connsiteX7" fmla="*/ 881743 w 2800354"/>
              <a:gd name="connsiteY7" fmla="*/ 6858000 h 6858000"/>
              <a:gd name="connsiteX8" fmla="*/ 0 w 2800354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00354" h="6858000">
                <a:moveTo>
                  <a:pt x="0" y="0"/>
                </a:moveTo>
                <a:lnTo>
                  <a:pt x="881743" y="0"/>
                </a:lnTo>
                <a:lnTo>
                  <a:pt x="881743" y="3273876"/>
                </a:lnTo>
                <a:lnTo>
                  <a:pt x="2404113" y="3273876"/>
                </a:lnTo>
                <a:lnTo>
                  <a:pt x="2800354" y="3671204"/>
                </a:lnTo>
                <a:lnTo>
                  <a:pt x="2404113" y="4068533"/>
                </a:lnTo>
                <a:lnTo>
                  <a:pt x="881743" y="4068533"/>
                </a:lnTo>
                <a:lnTo>
                  <a:pt x="88174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  <p:sp>
        <p:nvSpPr>
          <p:cNvPr id="20" name="Freeform: Shape 19">
            <a:hlinkClick r:id="rId6" action="ppaction://hlinksldjump"/>
            <a:extLst>
              <a:ext uri="{FF2B5EF4-FFF2-40B4-BE49-F238E27FC236}">
                <a16:creationId xmlns:a16="http://schemas.microsoft.com/office/drawing/2014/main" id="{D558E232-BA54-E350-21AB-B83620B05D2A}"/>
              </a:ext>
            </a:extLst>
          </p:cNvPr>
          <p:cNvSpPr/>
          <p:nvPr/>
        </p:nvSpPr>
        <p:spPr>
          <a:xfrm>
            <a:off x="0" y="0"/>
            <a:ext cx="2877914" cy="6858000"/>
          </a:xfrm>
          <a:custGeom>
            <a:avLst/>
            <a:gdLst>
              <a:gd name="connsiteX0" fmla="*/ 896710 w 2877914"/>
              <a:gd name="connsiteY0" fmla="*/ 2117272 h 6858000"/>
              <a:gd name="connsiteX1" fmla="*/ 2481673 w 2877914"/>
              <a:gd name="connsiteY1" fmla="*/ 2117272 h 6858000"/>
              <a:gd name="connsiteX2" fmla="*/ 2877914 w 2877914"/>
              <a:gd name="connsiteY2" fmla="*/ 2514600 h 6858000"/>
              <a:gd name="connsiteX3" fmla="*/ 2481673 w 2877914"/>
              <a:gd name="connsiteY3" fmla="*/ 2911929 h 6858000"/>
              <a:gd name="connsiteX4" fmla="*/ 896710 w 2877914"/>
              <a:gd name="connsiteY4" fmla="*/ 2911929 h 6858000"/>
              <a:gd name="connsiteX5" fmla="*/ 0 w 2877914"/>
              <a:gd name="connsiteY5" fmla="*/ 0 h 6858000"/>
              <a:gd name="connsiteX6" fmla="*/ 881743 w 2877914"/>
              <a:gd name="connsiteY6" fmla="*/ 0 h 6858000"/>
              <a:gd name="connsiteX7" fmla="*/ 881743 w 2877914"/>
              <a:gd name="connsiteY7" fmla="*/ 6858000 h 6858000"/>
              <a:gd name="connsiteX8" fmla="*/ 0 w 2877914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77914" h="6858000">
                <a:moveTo>
                  <a:pt x="896710" y="2117272"/>
                </a:moveTo>
                <a:lnTo>
                  <a:pt x="2481673" y="2117272"/>
                </a:lnTo>
                <a:lnTo>
                  <a:pt x="2877914" y="2514600"/>
                </a:lnTo>
                <a:lnTo>
                  <a:pt x="2481673" y="2911929"/>
                </a:lnTo>
                <a:lnTo>
                  <a:pt x="896710" y="2911929"/>
                </a:lnTo>
                <a:close/>
                <a:moveTo>
                  <a:pt x="0" y="0"/>
                </a:moveTo>
                <a:lnTo>
                  <a:pt x="881743" y="0"/>
                </a:lnTo>
                <a:lnTo>
                  <a:pt x="88174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 dirty="0"/>
          </a:p>
        </p:txBody>
      </p:sp>
      <p:sp>
        <p:nvSpPr>
          <p:cNvPr id="22" name="TextBox 21">
            <a:hlinkClick r:id="rId5" action="ppaction://hlinksldjump"/>
            <a:extLst>
              <a:ext uri="{FF2B5EF4-FFF2-40B4-BE49-F238E27FC236}">
                <a16:creationId xmlns:a16="http://schemas.microsoft.com/office/drawing/2014/main" id="{07B52978-D877-B68D-7A51-2EEB4776053D}"/>
              </a:ext>
            </a:extLst>
          </p:cNvPr>
          <p:cNvSpPr txBox="1"/>
          <p:nvPr/>
        </p:nvSpPr>
        <p:spPr>
          <a:xfrm>
            <a:off x="1561928" y="3428997"/>
            <a:ext cx="2558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2.Skill Matching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13423A-9596-75EA-0041-586D0BD39D18}"/>
              </a:ext>
            </a:extLst>
          </p:cNvPr>
          <p:cNvSpPr txBox="1"/>
          <p:nvPr/>
        </p:nvSpPr>
        <p:spPr>
          <a:xfrm>
            <a:off x="2480044" y="4406302"/>
            <a:ext cx="2558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3.Data Storage &amp; Integration</a:t>
            </a:r>
            <a:endParaRPr lang="en-CA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hlinkClick r:id="rId2" action="ppaction://hlinksldjump"/>
            <a:extLst>
              <a:ext uri="{FF2B5EF4-FFF2-40B4-BE49-F238E27FC236}">
                <a16:creationId xmlns:a16="http://schemas.microsoft.com/office/drawing/2014/main" id="{8BD4363C-C476-677A-419A-1B123A6F5DC1}"/>
              </a:ext>
            </a:extLst>
          </p:cNvPr>
          <p:cNvSpPr txBox="1"/>
          <p:nvPr/>
        </p:nvSpPr>
        <p:spPr>
          <a:xfrm>
            <a:off x="3543767" y="6188472"/>
            <a:ext cx="2808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5.UI Deployment</a:t>
            </a:r>
            <a:endParaRPr lang="en-CA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ACC5CF-02BA-5F15-FDDC-9ACCF38369CD}"/>
              </a:ext>
            </a:extLst>
          </p:cNvPr>
          <p:cNvSpPr txBox="1"/>
          <p:nvPr/>
        </p:nvSpPr>
        <p:spPr>
          <a:xfrm>
            <a:off x="2613363" y="5297387"/>
            <a:ext cx="2558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4.Power BI Dashboard</a:t>
            </a:r>
            <a:endParaRPr lang="en-CA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E36B61-3EF8-2DDD-6633-23CED7CDBF42}"/>
              </a:ext>
            </a:extLst>
          </p:cNvPr>
          <p:cNvSpPr txBox="1"/>
          <p:nvPr/>
        </p:nvSpPr>
        <p:spPr>
          <a:xfrm>
            <a:off x="6575680" y="1033616"/>
            <a:ext cx="3624234" cy="30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Resume Parsing</a:t>
            </a:r>
          </a:p>
          <a:p>
            <a:pPr>
              <a:lnSpc>
                <a:spcPct val="200000"/>
              </a:lnSpc>
            </a:pPr>
            <a:r>
              <a:rPr lang="en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Skill Matching</a:t>
            </a:r>
          </a:p>
          <a:p>
            <a:pPr>
              <a:lnSpc>
                <a:spcPct val="200000"/>
              </a:lnSpc>
            </a:pPr>
            <a:r>
              <a:rPr lang="en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 Storage &amp; Integration</a:t>
            </a:r>
          </a:p>
          <a:p>
            <a:pPr>
              <a:lnSpc>
                <a:spcPct val="200000"/>
              </a:lnSpc>
            </a:pPr>
            <a:r>
              <a:rPr lang="en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Power BI Dashboard </a:t>
            </a:r>
          </a:p>
          <a:p>
            <a:pPr>
              <a:lnSpc>
                <a:spcPct val="200000"/>
              </a:lnSpc>
            </a:pPr>
            <a:r>
              <a:rPr lang="en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UI Deployment</a:t>
            </a:r>
            <a:endParaRPr lang="en-CA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5B189-FD9A-50E1-2B76-C295515D36A2}"/>
              </a:ext>
            </a:extLst>
          </p:cNvPr>
          <p:cNvSpPr txBox="1"/>
          <p:nvPr/>
        </p:nvSpPr>
        <p:spPr>
          <a:xfrm>
            <a:off x="820998" y="2294751"/>
            <a:ext cx="2558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1.Resume Parsing</a:t>
            </a:r>
          </a:p>
          <a:p>
            <a:br>
              <a:rPr lang="en-CA" sz="2000" dirty="0"/>
            </a:br>
            <a:endParaRPr lang="en-CA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0065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E977A-D3E2-7A72-C151-DBFD0C75B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 Parsing</a:t>
            </a:r>
            <a:br>
              <a:rPr lang="en-US" dirty="0"/>
            </a:br>
            <a:endParaRPr lang="en-CA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255816-00EB-621F-D378-247B4E7EC14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9848" y="2139696"/>
          <a:ext cx="8883836" cy="3677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Isosceles Triangle 2">
            <a:hlinkClick r:id="rId7" action="ppaction://hlinksldjump"/>
            <a:extLst>
              <a:ext uri="{FF2B5EF4-FFF2-40B4-BE49-F238E27FC236}">
                <a16:creationId xmlns:a16="http://schemas.microsoft.com/office/drawing/2014/main" id="{064DB4F7-B875-8661-6A9F-4A8455E23219}"/>
              </a:ext>
            </a:extLst>
          </p:cNvPr>
          <p:cNvSpPr/>
          <p:nvPr/>
        </p:nvSpPr>
        <p:spPr>
          <a:xfrm rot="5400000">
            <a:off x="11693978" y="6359978"/>
            <a:ext cx="560614" cy="435429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326935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2AA3712-C5CA-A663-E80E-253CE0930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68119-C193-3289-6BB8-B5A6D9BB5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142999"/>
            <a:ext cx="4173416" cy="125729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Matching </a:t>
            </a:r>
            <a:br>
              <a:rPr lang="en-US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B5ABC-40E5-221B-1568-36D02FBA2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7" y="2736850"/>
            <a:ext cx="4173415" cy="297815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/>
              <a:t>Compared skills extracted from resumes with job description keywords</a:t>
            </a:r>
          </a:p>
          <a:p>
            <a:pPr>
              <a:lnSpc>
                <a:spcPct val="110000"/>
              </a:lnSpc>
            </a:pPr>
            <a:r>
              <a:rPr lang="en-US" sz="1400"/>
              <a:t>Calculated similarity scores for each resume-job pair</a:t>
            </a:r>
          </a:p>
          <a:p>
            <a:pPr>
              <a:lnSpc>
                <a:spcPct val="110000"/>
              </a:lnSpc>
            </a:pPr>
            <a:r>
              <a:rPr lang="en-US" sz="1400"/>
              <a:t>Used scoring to rank candidates by match percentage</a:t>
            </a:r>
          </a:p>
          <a:p>
            <a:pPr>
              <a:lnSpc>
                <a:spcPct val="110000"/>
              </a:lnSpc>
            </a:pPr>
            <a:r>
              <a:rPr lang="en-US" sz="1400"/>
              <a:t>Enabled recruiters to quickly identify top-aligned profiles</a:t>
            </a:r>
          </a:p>
          <a:p>
            <a:pPr marL="0" indent="0">
              <a:lnSpc>
                <a:spcPct val="110000"/>
              </a:lnSpc>
              <a:buNone/>
            </a:pPr>
            <a:endParaRPr lang="en-CA" sz="1400" dirty="0"/>
          </a:p>
        </p:txBody>
      </p:sp>
      <p:pic>
        <p:nvPicPr>
          <p:cNvPr id="7" name="Graphic 6" descr="Document">
            <a:extLst>
              <a:ext uri="{FF2B5EF4-FFF2-40B4-BE49-F238E27FC236}">
                <a16:creationId xmlns:a16="http://schemas.microsoft.com/office/drawing/2014/main" id="{91BF57FB-874D-1921-28C0-62DEFBD8F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935440"/>
            <a:ext cx="4953000" cy="4953000"/>
          </a:xfrm>
          <a:prstGeom prst="rect">
            <a:avLst/>
          </a:prstGeom>
        </p:spPr>
      </p:pic>
      <p:sp>
        <p:nvSpPr>
          <p:cNvPr id="4" name="Isosceles Triangle 3">
            <a:hlinkClick r:id="rId4" action="ppaction://hlinksldjump"/>
            <a:extLst>
              <a:ext uri="{FF2B5EF4-FFF2-40B4-BE49-F238E27FC236}">
                <a16:creationId xmlns:a16="http://schemas.microsoft.com/office/drawing/2014/main" id="{966C5C7C-8B82-F0EA-B9DF-1B449D6ADEDF}"/>
              </a:ext>
            </a:extLst>
          </p:cNvPr>
          <p:cNvSpPr/>
          <p:nvPr/>
        </p:nvSpPr>
        <p:spPr>
          <a:xfrm rot="5400000">
            <a:off x="11704864" y="6370864"/>
            <a:ext cx="478971" cy="495300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07858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D00CB3E-22D8-C88A-E699-CC9736BC9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F8CD4E-AAC9-2A72-550A-820F13310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8" y="1142999"/>
            <a:ext cx="5771363" cy="1257299"/>
          </a:xfrm>
        </p:spPr>
        <p:txBody>
          <a:bodyPr anchor="ctr">
            <a:normAutofit/>
          </a:bodyPr>
          <a:lstStyle/>
          <a:p>
            <a:r>
              <a:rPr lang="en-CA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&amp; Integration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0941DF-087B-659F-E41C-E8466ADBB5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798" y="2736850"/>
            <a:ext cx="5771364" cy="297815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Stored structured resume and job data in Azure SQL Database for centralized access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Ensured data consistency through normalization and schema design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Connected Azure SQL to Power BI for real-time data visualization and analysis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Enabled automated refresh and scheduled updates in Power BI service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Facilitated secure and scalable cloud storage with role-based access control</a:t>
            </a:r>
          </a:p>
        </p:txBody>
      </p:sp>
      <p:pic>
        <p:nvPicPr>
          <p:cNvPr id="8" name="Graphic 7" descr="Database">
            <a:extLst>
              <a:ext uri="{FF2B5EF4-FFF2-40B4-BE49-F238E27FC236}">
                <a16:creationId xmlns:a16="http://schemas.microsoft.com/office/drawing/2014/main" id="{8C4304D9-38D6-6955-B727-842567F38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4959" y="1856979"/>
            <a:ext cx="3144042" cy="3144042"/>
          </a:xfrm>
          <a:prstGeom prst="rect">
            <a:avLst/>
          </a:prstGeom>
        </p:spPr>
      </p:pic>
      <p:sp>
        <p:nvSpPr>
          <p:cNvPr id="5" name="Isosceles Triangle 4">
            <a:hlinkClick r:id="rId4" action="ppaction://hlinksldjump"/>
            <a:extLst>
              <a:ext uri="{FF2B5EF4-FFF2-40B4-BE49-F238E27FC236}">
                <a16:creationId xmlns:a16="http://schemas.microsoft.com/office/drawing/2014/main" id="{36BA182B-008B-ED62-4CB8-5E9217E2A77B}"/>
              </a:ext>
            </a:extLst>
          </p:cNvPr>
          <p:cNvSpPr/>
          <p:nvPr/>
        </p:nvSpPr>
        <p:spPr>
          <a:xfrm rot="5400000">
            <a:off x="11664043" y="6330043"/>
            <a:ext cx="560614" cy="495300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11686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D00CB3E-22D8-C88A-E699-CC9736BC9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5F833-153F-DC44-D3B2-9705695C9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8" y="1142999"/>
            <a:ext cx="5771363" cy="1257299"/>
          </a:xfrm>
        </p:spPr>
        <p:txBody>
          <a:bodyPr anchor="ctr">
            <a:normAutofit/>
          </a:bodyPr>
          <a:lstStyle/>
          <a:p>
            <a:r>
              <a:rPr lang="en-CA" sz="4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29D646-C57A-E078-F7E4-BA3B98029A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798" y="2253343"/>
            <a:ext cx="5771364" cy="41039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 dynamic Power BI dashboards to track resume parsing and matching performance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Displayed key KPIs such as total resumes uploaded, % matched above 80%, and incomplete profiles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Added filters for job role, experience level, upload source, and match threshold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Enabled real-time insights to support recruiter decision-making and hiring strategies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Offered bilingual accessibility, with the dashboard available in both English and French</a:t>
            </a:r>
            <a:endParaRPr kumimoji="0" lang="en-US" altLang="en-US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Graphic 7" descr="BI Dashboard">
            <a:extLst>
              <a:ext uri="{FF2B5EF4-FFF2-40B4-BE49-F238E27FC236}">
                <a16:creationId xmlns:a16="http://schemas.microsoft.com/office/drawing/2014/main" id="{E6542773-4AA4-373B-38C3-E9E1FD555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4959" y="1856979"/>
            <a:ext cx="3144042" cy="3144042"/>
          </a:xfrm>
          <a:prstGeom prst="rect">
            <a:avLst/>
          </a:prstGeom>
        </p:spPr>
      </p:pic>
      <p:sp>
        <p:nvSpPr>
          <p:cNvPr id="5" name="Isosceles Triangle 4">
            <a:hlinkClick r:id="rId4" action="ppaction://hlinksldjump"/>
            <a:extLst>
              <a:ext uri="{FF2B5EF4-FFF2-40B4-BE49-F238E27FC236}">
                <a16:creationId xmlns:a16="http://schemas.microsoft.com/office/drawing/2014/main" id="{A25128C9-80CE-18D0-11E8-A396F38DA56D}"/>
              </a:ext>
            </a:extLst>
          </p:cNvPr>
          <p:cNvSpPr/>
          <p:nvPr/>
        </p:nvSpPr>
        <p:spPr>
          <a:xfrm rot="5400000">
            <a:off x="11664043" y="6330043"/>
            <a:ext cx="560614" cy="495300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71639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5C18E-34A8-3144-F379-A509E3267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CA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B1AC2D2-2B41-4C3D-1B08-0A93554EDC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414741"/>
              </p:ext>
            </p:extLst>
          </p:nvPr>
        </p:nvGraphicFramePr>
        <p:xfrm>
          <a:off x="1069848" y="2166257"/>
          <a:ext cx="9032095" cy="3754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Isosceles Triangle 4">
            <a:hlinkClick r:id="" action="ppaction://noaction"/>
            <a:extLst>
              <a:ext uri="{FF2B5EF4-FFF2-40B4-BE49-F238E27FC236}">
                <a16:creationId xmlns:a16="http://schemas.microsoft.com/office/drawing/2014/main" id="{1241594D-731F-534C-4637-2FA49679BF7C}"/>
              </a:ext>
            </a:extLst>
          </p:cNvPr>
          <p:cNvSpPr/>
          <p:nvPr/>
        </p:nvSpPr>
        <p:spPr>
          <a:xfrm rot="5400000">
            <a:off x="11664043" y="6330043"/>
            <a:ext cx="560614" cy="495300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76324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5EF3571B-DB9B-11D8-167E-885B2F59E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1" y="1055913"/>
            <a:ext cx="5464629" cy="58020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502DDA-342B-EE9F-E9F0-FAD6461A05E5}"/>
              </a:ext>
            </a:extLst>
          </p:cNvPr>
          <p:cNvSpPr txBox="1"/>
          <p:nvPr/>
        </p:nvSpPr>
        <p:spPr>
          <a:xfrm>
            <a:off x="2743200" y="56605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/ Workflow </a:t>
            </a:r>
            <a:endParaRPr lang="en-CA" sz="2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9034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6401" y="3378954"/>
            <a:ext cx="6394567" cy="3479046"/>
          </a:xfrm>
          <a:custGeom>
            <a:avLst/>
            <a:gdLst/>
            <a:ahLst/>
            <a:cxnLst/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F049F8-87E1-403E-2A50-2F4544BF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077988-3B53-E4EF-8BAD-FB2BCE82F803}"/>
              </a:ext>
            </a:extLst>
          </p:cNvPr>
          <p:cNvSpPr txBox="1"/>
          <p:nvPr/>
        </p:nvSpPr>
        <p:spPr>
          <a:xfrm>
            <a:off x="0" y="159545"/>
            <a:ext cx="8686800" cy="11467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</a:pPr>
            <a:r>
              <a:rPr lang="en-CA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Roadblocks &amp; Solutions</a:t>
            </a:r>
            <a:endParaRPr lang="en-US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2459C3-0B9A-D4BE-07BF-8176F2516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788535"/>
              </p:ext>
            </p:extLst>
          </p:nvPr>
        </p:nvGraphicFramePr>
        <p:xfrm>
          <a:off x="1251857" y="1874930"/>
          <a:ext cx="10014579" cy="3611469"/>
        </p:xfrm>
        <a:graphic>
          <a:graphicData uri="http://schemas.openxmlformats.org/drawingml/2006/table">
            <a:tbl>
              <a:tblPr>
                <a:solidFill>
                  <a:schemeClr val="bg1">
                    <a:lumMod val="95000"/>
                  </a:schemeClr>
                </a:solidFill>
              </a:tblPr>
              <a:tblGrid>
                <a:gridCol w="3554754">
                  <a:extLst>
                    <a:ext uri="{9D8B030D-6E8A-4147-A177-3AD203B41FA5}">
                      <a16:colId xmlns:a16="http://schemas.microsoft.com/office/drawing/2014/main" val="1631752232"/>
                    </a:ext>
                  </a:extLst>
                </a:gridCol>
                <a:gridCol w="6459825">
                  <a:extLst>
                    <a:ext uri="{9D8B030D-6E8A-4147-A177-3AD203B41FA5}">
                      <a16:colId xmlns:a16="http://schemas.microsoft.com/office/drawing/2014/main" val="1775215579"/>
                    </a:ext>
                  </a:extLst>
                </a:gridCol>
              </a:tblGrid>
              <a:tr h="512173">
                <a:tc>
                  <a:txBody>
                    <a:bodyPr/>
                    <a:lstStyle/>
                    <a:p>
                      <a:r>
                        <a:rPr lang="en-CA" sz="1500" b="1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</a:t>
                      </a:r>
                      <a:endParaRPr lang="en-CA" sz="1500" cap="none" spc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636" marR="114636" marT="114636" marB="573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5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 Implemented</a:t>
                      </a:r>
                      <a:endParaRPr lang="en-CA" sz="1500" cap="none" spc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636" marR="114636" marT="114636" marB="573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436762"/>
                  </a:ext>
                </a:extLst>
              </a:tr>
              <a:tr h="774824">
                <a:tc>
                  <a:txBody>
                    <a:bodyPr/>
                    <a:lstStyle/>
                    <a:p>
                      <a:r>
                        <a:rPr lang="en-CA" sz="1500" b="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Inconsistent resume structures</a:t>
                      </a:r>
                    </a:p>
                  </a:txBody>
                  <a:tcPr marL="114636" marR="114636" marT="114636" marB="573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5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Utilized regex and NLP techniques for adaptable data extraction</a:t>
                      </a:r>
                    </a:p>
                  </a:txBody>
                  <a:tcPr marL="114636" marR="114636" marT="114636" marB="573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322355"/>
                  </a:ext>
                </a:extLst>
              </a:tr>
              <a:tr h="774824">
                <a:tc>
                  <a:txBody>
                    <a:bodyPr/>
                    <a:lstStyle/>
                    <a:p>
                      <a:r>
                        <a:rPr lang="en-CA" sz="15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 keyword variations</a:t>
                      </a:r>
                    </a:p>
                  </a:txBody>
                  <a:tcPr marL="114636" marR="114636" marT="114636" marB="573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Employed fuzzy matching algorithms to align similar skill terms</a:t>
                      </a:r>
                    </a:p>
                  </a:txBody>
                  <a:tcPr marL="114636" marR="114636" marT="114636" marB="573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689229"/>
                  </a:ext>
                </a:extLst>
              </a:tr>
              <a:tr h="774824">
                <a:tc>
                  <a:txBody>
                    <a:bodyPr/>
                    <a:lstStyle/>
                    <a:p>
                      <a:r>
                        <a:rPr lang="en-CA" sz="1500" b="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quota limitations</a:t>
                      </a:r>
                    </a:p>
                  </a:txBody>
                  <a:tcPr marL="114636" marR="114636" marT="114636" marB="573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 vCore settings and configured budget usage alerts</a:t>
                      </a:r>
                    </a:p>
                  </a:txBody>
                  <a:tcPr marL="114636" marR="114636" marT="114636" marB="573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422004"/>
                  </a:ext>
                </a:extLst>
              </a:tr>
              <a:tr h="774824">
                <a:tc>
                  <a:txBody>
                    <a:bodyPr/>
                    <a:lstStyle/>
                    <a:p>
                      <a:r>
                        <a:rPr lang="en-US" sz="15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 selection filtering in UI</a:t>
                      </a:r>
                    </a:p>
                  </a:txBody>
                  <a:tcPr marL="114636" marR="114636" marT="114636" marB="573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dynamic dropdown filters using Stream lit for better UX</a:t>
                      </a:r>
                    </a:p>
                  </a:txBody>
                  <a:tcPr marL="114636" marR="114636" marT="114636" marB="573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17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88251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D00CB3E-22D8-C88A-E699-CC9736BC9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9DA00E-3AC7-A7EE-8C25-46B3D1711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8" y="1142999"/>
            <a:ext cx="5771363" cy="1257299"/>
          </a:xfrm>
        </p:spPr>
        <p:txBody>
          <a:bodyPr anchor="ctr">
            <a:normAutofit/>
          </a:bodyPr>
          <a:lstStyle/>
          <a:p>
            <a:pPr algn="ctr"/>
            <a:r>
              <a:rPr lang="en-CA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DE564F-B76C-8BC0-1C3B-2CE75F6B56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798" y="2736850"/>
            <a:ext cx="5771364" cy="297815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Built a scalable and automated solution for resume screening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Reduced manual workload in shortlisting candidates through skill-based matching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Delivered real-time, data-driven insights using Power BI dashboards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Developed a user-friendly UI with Streamlit to simplify resume uploads and parsing</a:t>
            </a:r>
          </a:p>
        </p:txBody>
      </p:sp>
      <p:pic>
        <p:nvPicPr>
          <p:cNvPr id="14" name="Graphic 13" descr="Social Network">
            <a:extLst>
              <a:ext uri="{FF2B5EF4-FFF2-40B4-BE49-F238E27FC236}">
                <a16:creationId xmlns:a16="http://schemas.microsoft.com/office/drawing/2014/main" id="{C0C993D1-B65F-11AA-88FB-F2F095EAF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4959" y="1856979"/>
            <a:ext cx="3144042" cy="314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6624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2AA3712-C5CA-A663-E80E-253CE0930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05927C-15A0-3552-4720-5AFD0E8EA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09600"/>
            <a:ext cx="4876800" cy="134983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Technical Improvements </a:t>
            </a:r>
            <a:br>
              <a:rPr lang="en-US" sz="2700" dirty="0"/>
            </a:br>
            <a:endParaRPr lang="en-CA" sz="2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136F2-65F7-EBEC-6794-BD2E28CD8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7" y="2736850"/>
            <a:ext cx="4173415" cy="2978152"/>
          </a:xfrm>
        </p:spPr>
        <p:txBody>
          <a:bodyPr>
            <a:normAutofit/>
          </a:bodyPr>
          <a:lstStyle/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multilingual NLP support 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resume upload directly in app 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machine learning for smarter matching </a:t>
            </a:r>
          </a:p>
          <a:p>
            <a:endParaRPr lang="en-CA" dirty="0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8BFFB45A-4A76-F1CD-C6EB-A8E65889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935440"/>
            <a:ext cx="49530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480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SwellVTI">
  <a:themeElements>
    <a:clrScheme name="Swell">
      <a:dk1>
        <a:sysClr val="windowText" lastClr="000000"/>
      </a:dk1>
      <a:lt1>
        <a:sysClr val="window" lastClr="FFFFFF"/>
      </a:lt1>
      <a:dk2>
        <a:srgbClr val="233B47"/>
      </a:dk2>
      <a:lt2>
        <a:srgbClr val="FEEFD9"/>
      </a:lt2>
      <a:accent1>
        <a:srgbClr val="16AEA7"/>
      </a:accent1>
      <a:accent2>
        <a:srgbClr val="618F88"/>
      </a:accent2>
      <a:accent3>
        <a:srgbClr val="7A9973"/>
      </a:accent3>
      <a:accent4>
        <a:srgbClr val="8AAE8E"/>
      </a:accent4>
      <a:accent5>
        <a:srgbClr val="EB8F60"/>
      </a:accent5>
      <a:accent6>
        <a:srgbClr val="E57A6F"/>
      </a:accent6>
      <a:hlink>
        <a:srgbClr val="13968F"/>
      </a:hlink>
      <a:folHlink>
        <a:srgbClr val="E5615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642</Words>
  <Application>Microsoft Office PowerPoint</Application>
  <PresentationFormat>Widescreen</PresentationFormat>
  <Paragraphs>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Neue Haas Grotesk Text Pro</vt:lpstr>
      <vt:lpstr>Times New Roman</vt:lpstr>
      <vt:lpstr>SwellVTI</vt:lpstr>
      <vt:lpstr>Prajna.Ganji Neetika.Upadhyay Shiva shiva Maruta.zalane</vt:lpstr>
      <vt:lpstr>Objective</vt:lpstr>
      <vt:lpstr>Technologies &amp; Tools Used </vt:lpstr>
      <vt:lpstr>Python Libraries</vt:lpstr>
      <vt:lpstr>Source Data Acquisition</vt:lpstr>
      <vt:lpstr>PowerPoint Presentation</vt:lpstr>
      <vt:lpstr>Resume Parsing </vt:lpstr>
      <vt:lpstr>Skill Matching  </vt:lpstr>
      <vt:lpstr>Data Storage &amp; Integration</vt:lpstr>
      <vt:lpstr>Power BI Dashboard</vt:lpstr>
      <vt:lpstr>User Interface</vt:lpstr>
      <vt:lpstr>PowerPoint Presentation</vt:lpstr>
      <vt:lpstr>PowerPoint Presentation</vt:lpstr>
      <vt:lpstr>Conclusion</vt:lpstr>
      <vt:lpstr>Future Technical Improvements 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Prajna Ganji</dc:creator>
  <cp:lastModifiedBy>Prajna Ganji</cp:lastModifiedBy>
  <cp:revision>13</cp:revision>
  <dcterms:created xsi:type="dcterms:W3CDTF">2025-07-24T23:51:57Z</dcterms:created>
  <dcterms:modified xsi:type="dcterms:W3CDTF">2025-07-26T00:38:48Z</dcterms:modified>
</cp:coreProperties>
</file>