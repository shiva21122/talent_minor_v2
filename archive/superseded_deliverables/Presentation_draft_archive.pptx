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3"/>
  </p:notesMasterIdLst>
  <p:sldIdLst>
    <p:sldId id="256" r:id="rId2"/>
    <p:sldId id="263" r:id="rId3"/>
    <p:sldId id="273" r:id="rId4"/>
    <p:sldId id="259" r:id="rId5"/>
    <p:sldId id="280" r:id="rId6"/>
    <p:sldId id="284" r:id="rId7"/>
    <p:sldId id="285" r:id="rId8"/>
    <p:sldId id="275" r:id="rId9"/>
    <p:sldId id="287" r:id="rId10"/>
    <p:sldId id="281" r:id="rId11"/>
    <p:sldId id="262" r:id="rId12"/>
    <p:sldId id="286" r:id="rId13"/>
    <p:sldId id="265" r:id="rId14"/>
    <p:sldId id="269" r:id="rId15"/>
    <p:sldId id="282" r:id="rId16"/>
    <p:sldId id="268" r:id="rId17"/>
    <p:sldId id="283" r:id="rId18"/>
    <p:sldId id="288" r:id="rId19"/>
    <p:sldId id="279" r:id="rId20"/>
    <p:sldId id="276"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F5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18CE3F-229F-4223-8C4C-562EB009B91B}" v="1432" dt="2025-07-30T20:19:35.6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jna Ganji" userId="S::ganj0005@algonquinlive.com::663c665a-aa52-4228-bf91-ad27c7b18122" providerId="AD" clId="Web-{1054526B-8D70-8A5D-3BEA-ECB9CE444F59}"/>
    <pc:docChg chg="addSld delSld">
      <pc:chgData name="Prajna Ganji" userId="S::ganj0005@algonquinlive.com::663c665a-aa52-4228-bf91-ad27c7b18122" providerId="AD" clId="Web-{1054526B-8D70-8A5D-3BEA-ECB9CE444F59}" dt="2025-07-30T15:56:33.941" v="1"/>
      <pc:docMkLst>
        <pc:docMk/>
      </pc:docMkLst>
      <pc:sldChg chg="new del">
        <pc:chgData name="Prajna Ganji" userId="S::ganj0005@algonquinlive.com::663c665a-aa52-4228-bf91-ad27c7b18122" providerId="AD" clId="Web-{1054526B-8D70-8A5D-3BEA-ECB9CE444F59}" dt="2025-07-30T15:56:33.941" v="1"/>
        <pc:sldMkLst>
          <pc:docMk/>
          <pc:sldMk cId="2632359697" sldId="286"/>
        </pc:sldMkLst>
      </pc:sldChg>
    </pc:docChg>
  </pc:docChgLst>
  <pc:docChgLst>
    <pc:chgData name="Prajna Ganji" userId="663c665a-aa52-4228-bf91-ad27c7b18122" providerId="ADAL" clId="{DD3BCDD5-FA4D-407D-82CC-49BA8E6C18BD}"/>
    <pc:docChg chg="custSel addSld modSld">
      <pc:chgData name="Prajna Ganji" userId="663c665a-aa52-4228-bf91-ad27c7b18122" providerId="ADAL" clId="{DD3BCDD5-FA4D-407D-82CC-49BA8E6C18BD}" dt="2025-07-28T20:33:21.403" v="57" actId="207"/>
      <pc:docMkLst>
        <pc:docMk/>
      </pc:docMkLst>
      <pc:sldChg chg="modSp mod">
        <pc:chgData name="Prajna Ganji" userId="663c665a-aa52-4228-bf91-ad27c7b18122" providerId="ADAL" clId="{DD3BCDD5-FA4D-407D-82CC-49BA8E6C18BD}" dt="2025-07-28T19:28:53.911" v="12" actId="27636"/>
        <pc:sldMkLst>
          <pc:docMk/>
          <pc:sldMk cId="224891446" sldId="256"/>
        </pc:sldMkLst>
        <pc:spChg chg="mod">
          <ac:chgData name="Prajna Ganji" userId="663c665a-aa52-4228-bf91-ad27c7b18122" providerId="ADAL" clId="{DD3BCDD5-FA4D-407D-82CC-49BA8E6C18BD}" dt="2025-07-28T19:28:53.911" v="12" actId="27636"/>
          <ac:spMkLst>
            <pc:docMk/>
            <pc:sldMk cId="224891446" sldId="256"/>
            <ac:spMk id="2" creationId="{56B1AC7D-A6DB-3416-7E9D-D0DD11312A1B}"/>
          </ac:spMkLst>
        </pc:spChg>
      </pc:sldChg>
      <pc:sldChg chg="modSp mod">
        <pc:chgData name="Prajna Ganji" userId="663c665a-aa52-4228-bf91-ad27c7b18122" providerId="ADAL" clId="{DD3BCDD5-FA4D-407D-82CC-49BA8E6C18BD}" dt="2025-07-28T20:32:54.131" v="54" actId="207"/>
        <pc:sldMkLst>
          <pc:docMk/>
          <pc:sldMk cId="447163928" sldId="268"/>
        </pc:sldMkLst>
        <pc:spChg chg="mod">
          <ac:chgData name="Prajna Ganji" userId="663c665a-aa52-4228-bf91-ad27c7b18122" providerId="ADAL" clId="{DD3BCDD5-FA4D-407D-82CC-49BA8E6C18BD}" dt="2025-07-28T20:32:54.131" v="54" actId="207"/>
          <ac:spMkLst>
            <pc:docMk/>
            <pc:sldMk cId="447163928" sldId="268"/>
            <ac:spMk id="2" creationId="{8BC5F833-153F-DC44-D3B2-9705695C9155}"/>
          </ac:spMkLst>
        </pc:spChg>
      </pc:sldChg>
      <pc:sldChg chg="modSp mod">
        <pc:chgData name="Prajna Ganji" userId="663c665a-aa52-4228-bf91-ad27c7b18122" providerId="ADAL" clId="{DD3BCDD5-FA4D-407D-82CC-49BA8E6C18BD}" dt="2025-07-28T20:33:05.255" v="55" actId="207"/>
        <pc:sldMkLst>
          <pc:docMk/>
          <pc:sldMk cId="1492829785" sldId="277"/>
        </pc:sldMkLst>
      </pc:sldChg>
      <pc:sldChg chg="modSp mod">
        <pc:chgData name="Prajna Ganji" userId="663c665a-aa52-4228-bf91-ad27c7b18122" providerId="ADAL" clId="{DD3BCDD5-FA4D-407D-82CC-49BA8E6C18BD}" dt="2025-07-28T20:33:12.993" v="56" actId="207"/>
        <pc:sldMkLst>
          <pc:docMk/>
          <pc:sldMk cId="3581140504" sldId="278"/>
        </pc:sldMkLst>
      </pc:sldChg>
      <pc:sldChg chg="modSp mod">
        <pc:chgData name="Prajna Ganji" userId="663c665a-aa52-4228-bf91-ad27c7b18122" providerId="ADAL" clId="{DD3BCDD5-FA4D-407D-82CC-49BA8E6C18BD}" dt="2025-07-28T20:33:21.403" v="57" actId="207"/>
        <pc:sldMkLst>
          <pc:docMk/>
          <pc:sldMk cId="2887969713" sldId="279"/>
        </pc:sldMkLst>
        <pc:spChg chg="mod">
          <ac:chgData name="Prajna Ganji" userId="663c665a-aa52-4228-bf91-ad27c7b18122" providerId="ADAL" clId="{DD3BCDD5-FA4D-407D-82CC-49BA8E6C18BD}" dt="2025-07-28T20:33:21.403" v="57" actId="207"/>
          <ac:spMkLst>
            <pc:docMk/>
            <pc:sldMk cId="2887969713" sldId="279"/>
            <ac:spMk id="5" creationId="{00685BB7-77B5-A444-5F58-17AB191A5528}"/>
          </ac:spMkLst>
        </pc:spChg>
      </pc:sldChg>
      <pc:sldChg chg="addSp delSp modSp new mod setBg">
        <pc:chgData name="Prajna Ganji" userId="663c665a-aa52-4228-bf91-ad27c7b18122" providerId="ADAL" clId="{DD3BCDD5-FA4D-407D-82CC-49BA8E6C18BD}" dt="2025-07-28T20:30:58.115" v="53" actId="20577"/>
        <pc:sldMkLst>
          <pc:docMk/>
          <pc:sldMk cId="444343148" sldId="281"/>
        </pc:sldMkLst>
        <pc:spChg chg="mod">
          <ac:chgData name="Prajna Ganji" userId="663c665a-aa52-4228-bf91-ad27c7b18122" providerId="ADAL" clId="{DD3BCDD5-FA4D-407D-82CC-49BA8E6C18BD}" dt="2025-07-28T20:30:43.475" v="52" actId="207"/>
          <ac:spMkLst>
            <pc:docMk/>
            <pc:sldMk cId="444343148" sldId="281"/>
            <ac:spMk id="2" creationId="{2B012ED3-81CE-3437-18D9-C601BE5F635D}"/>
          </ac:spMkLst>
        </pc:spChg>
        <pc:spChg chg="add mod">
          <ac:chgData name="Prajna Ganji" userId="663c665a-aa52-4228-bf91-ad27c7b18122" providerId="ADAL" clId="{DD3BCDD5-FA4D-407D-82CC-49BA8E6C18BD}" dt="2025-07-28T20:30:58.115" v="53" actId="20577"/>
          <ac:spMkLst>
            <pc:docMk/>
            <pc:sldMk cId="444343148" sldId="281"/>
            <ac:spMk id="4" creationId="{7A3CAA6C-FE65-E811-D370-7D9E5E77E156}"/>
          </ac:spMkLst>
        </pc:spChg>
        <pc:spChg chg="add">
          <ac:chgData name="Prajna Ganji" userId="663c665a-aa52-4228-bf91-ad27c7b18122" providerId="ADAL" clId="{DD3BCDD5-FA4D-407D-82CC-49BA8E6C18BD}" dt="2025-07-28T20:29:55.602" v="43" actId="26606"/>
          <ac:spMkLst>
            <pc:docMk/>
            <pc:sldMk cId="444343148" sldId="281"/>
            <ac:spMk id="11" creationId="{3D00CB3E-22D8-C88A-E699-CC9736BC98D4}"/>
          </ac:spMkLst>
        </pc:spChg>
        <pc:picChg chg="add">
          <ac:chgData name="Prajna Ganji" userId="663c665a-aa52-4228-bf91-ad27c7b18122" providerId="ADAL" clId="{DD3BCDD5-FA4D-407D-82CC-49BA8E6C18BD}" dt="2025-07-28T20:29:55.602" v="43" actId="26606"/>
          <ac:picMkLst>
            <pc:docMk/>
            <pc:sldMk cId="444343148" sldId="281"/>
            <ac:picMk id="8" creationId="{3001F0CF-E4DB-4F95-A5B7-FD3B61C7A9DF}"/>
          </ac:picMkLst>
        </pc:picChg>
      </pc:sldChg>
      <pc:sldChg chg="addSp delSp modSp mod">
        <pc:chgData name="Prajna Ganji" userId="663c665a-aa52-4228-bf91-ad27c7b18122" providerId="ADAL" clId="{DD3BCDD5-FA4D-407D-82CC-49BA8E6C18BD}" dt="2025-07-28T20:16:18.918" v="19" actId="20577"/>
        <pc:sldMkLst>
          <pc:docMk/>
          <pc:sldMk cId="2728503569" sldId="281"/>
        </pc:sldMkLst>
      </pc:sldChg>
    </pc:docChg>
  </pc:docChgLst>
  <pc:docChgLst>
    <pc:chgData name="Maruta Zalane" userId="S::zala0014@algonquinlive.com::0a93484c-bb7c-4619-9918-4d38eb127280" providerId="AD" clId="Web-{75B042F8-B797-EFAF-DE4E-E1239253533B}"/>
    <pc:docChg chg="addSld delSld modSld">
      <pc:chgData name="Maruta Zalane" userId="S::zala0014@algonquinlive.com::0a93484c-bb7c-4619-9918-4d38eb127280" providerId="AD" clId="Web-{75B042F8-B797-EFAF-DE4E-E1239253533B}" dt="2025-07-31T00:26:14.342" v="10"/>
      <pc:docMkLst>
        <pc:docMk/>
      </pc:docMkLst>
      <pc:sldChg chg="del">
        <pc:chgData name="Maruta Zalane" userId="S::zala0014@algonquinlive.com::0a93484c-bb7c-4619-9918-4d38eb127280" providerId="AD" clId="Web-{75B042F8-B797-EFAF-DE4E-E1239253533B}" dt="2025-07-30T21:41:13.408" v="0"/>
        <pc:sldMkLst>
          <pc:docMk/>
          <pc:sldMk cId="3581140504" sldId="278"/>
        </pc:sldMkLst>
      </pc:sldChg>
      <pc:sldChg chg="addSp delSp modSp add mod replId modClrScheme chgLayout">
        <pc:chgData name="Maruta Zalane" userId="S::zala0014@algonquinlive.com::0a93484c-bb7c-4619-9918-4d38eb127280" providerId="AD" clId="Web-{75B042F8-B797-EFAF-DE4E-E1239253533B}" dt="2025-07-31T00:26:14.342" v="10"/>
        <pc:sldMkLst>
          <pc:docMk/>
          <pc:sldMk cId="501813509" sldId="287"/>
        </pc:sldMkLst>
      </pc:sldChg>
    </pc:docChg>
  </pc:docChgLst>
  <pc:docChgLst>
    <pc:chgData name="Prajna Ganji" userId="S::ganj0005@algonquinlive.com::663c665a-aa52-4228-bf91-ad27c7b18122" providerId="AD" clId="Web-{6CA13158-5FFD-076C-A798-5D2847FC1351}"/>
    <pc:docChg chg="modSld">
      <pc:chgData name="Prajna Ganji" userId="S::ganj0005@algonquinlive.com::663c665a-aa52-4228-bf91-ad27c7b18122" providerId="AD" clId="Web-{6CA13158-5FFD-076C-A798-5D2847FC1351}" dt="2025-07-27T23:22:52.932" v="1"/>
      <pc:docMkLst>
        <pc:docMk/>
      </pc:docMkLst>
      <pc:sldChg chg="addSp delSp">
        <pc:chgData name="Prajna Ganji" userId="S::ganj0005@algonquinlive.com::663c665a-aa52-4228-bf91-ad27c7b18122" providerId="AD" clId="Web-{6CA13158-5FFD-076C-A798-5D2847FC1351}" dt="2025-07-27T23:22:52.932" v="1"/>
        <pc:sldMkLst>
          <pc:docMk/>
          <pc:sldMk cId="2222865325" sldId="275"/>
        </pc:sldMkLst>
      </pc:sldChg>
    </pc:docChg>
  </pc:docChgLst>
  <pc:docChgLst>
    <pc:chgData name="Maruta Zalane" userId="S::zala0014@algonquinlive.com::0a93484c-bb7c-4619-9918-4d38eb127280" providerId="AD" clId="Web-{BBF59E3B-DAD0-A7B2-A111-48ECA43B5442}"/>
    <pc:docChg chg="addSld delSld modSld">
      <pc:chgData name="Maruta Zalane" userId="S::zala0014@algonquinlive.com::0a93484c-bb7c-4619-9918-4d38eb127280" providerId="AD" clId="Web-{BBF59E3B-DAD0-A7B2-A111-48ECA43B5442}" dt="2025-07-31T15:29:54.268" v="309"/>
      <pc:docMkLst>
        <pc:docMk/>
      </pc:docMkLst>
      <pc:sldChg chg="del">
        <pc:chgData name="Maruta Zalane" userId="S::zala0014@algonquinlive.com::0a93484c-bb7c-4619-9918-4d38eb127280" providerId="AD" clId="Web-{BBF59E3B-DAD0-A7B2-A111-48ECA43B5442}" dt="2025-07-31T01:33:40.013" v="191"/>
        <pc:sldMkLst>
          <pc:docMk/>
          <pc:sldMk cId="4132693576" sldId="261"/>
        </pc:sldMkLst>
      </pc:sldChg>
      <pc:sldChg chg="del">
        <pc:chgData name="Maruta Zalane" userId="S::zala0014@algonquinlive.com::0a93484c-bb7c-4619-9918-4d38eb127280" providerId="AD" clId="Web-{BBF59E3B-DAD0-A7B2-A111-48ECA43B5442}" dt="2025-07-31T15:16:21.270" v="268"/>
        <pc:sldMkLst>
          <pc:docMk/>
          <pc:sldMk cId="1492829785" sldId="277"/>
        </pc:sldMkLst>
      </pc:sldChg>
      <pc:sldChg chg="modNotes">
        <pc:chgData name="Maruta Zalane" userId="S::zala0014@algonquinlive.com::0a93484c-bb7c-4619-9918-4d38eb127280" providerId="AD" clId="Web-{BBF59E3B-DAD0-A7B2-A111-48ECA43B5442}" dt="2025-07-31T15:29:38.643" v="306"/>
        <pc:sldMkLst>
          <pc:docMk/>
          <pc:sldMk cId="2887969713" sldId="279"/>
        </pc:sldMkLst>
      </pc:sldChg>
      <pc:sldChg chg="modSp">
        <pc:chgData name="Maruta Zalane" userId="S::zala0014@algonquinlive.com::0a93484c-bb7c-4619-9918-4d38eb127280" providerId="AD" clId="Web-{BBF59E3B-DAD0-A7B2-A111-48ECA43B5442}" dt="2025-07-31T01:12:33.451" v="117" actId="1076"/>
        <pc:sldMkLst>
          <pc:docMk/>
          <pc:sldMk cId="1712139396" sldId="286"/>
        </pc:sldMkLst>
        <pc:grpChg chg="mod">
          <ac:chgData name="Maruta Zalane" userId="S::zala0014@algonquinlive.com::0a93484c-bb7c-4619-9918-4d38eb127280" providerId="AD" clId="Web-{BBF59E3B-DAD0-A7B2-A111-48ECA43B5442}" dt="2025-07-31T01:12:33.451" v="117" actId="1076"/>
          <ac:grpSpMkLst>
            <pc:docMk/>
            <pc:sldMk cId="1712139396" sldId="286"/>
            <ac:grpSpMk id="37" creationId="{E353B49F-6DC4-BABD-2844-26455DA8C0E1}"/>
          </ac:grpSpMkLst>
        </pc:grpChg>
      </pc:sldChg>
      <pc:sldChg chg="addSp delSp modSp del">
        <pc:chgData name="Maruta Zalane" userId="S::zala0014@algonquinlive.com::0a93484c-bb7c-4619-9918-4d38eb127280" providerId="AD" clId="Web-{BBF59E3B-DAD0-A7B2-A111-48ECA43B5442}" dt="2025-07-31T00:27:01.906" v="6"/>
        <pc:sldMkLst>
          <pc:docMk/>
          <pc:sldMk cId="501813509" sldId="287"/>
        </pc:sldMkLst>
      </pc:sldChg>
      <pc:sldChg chg="addSp delSp modSp new mod modClrScheme chgLayout modNotes">
        <pc:chgData name="Maruta Zalane" userId="S::zala0014@algonquinlive.com::0a93484c-bb7c-4619-9918-4d38eb127280" providerId="AD" clId="Web-{BBF59E3B-DAD0-A7B2-A111-48ECA43B5442}" dt="2025-07-31T15:24:31.094" v="270"/>
        <pc:sldMkLst>
          <pc:docMk/>
          <pc:sldMk cId="643433246" sldId="287"/>
        </pc:sldMkLst>
        <pc:spChg chg="mod ord">
          <ac:chgData name="Maruta Zalane" userId="S::zala0014@algonquinlive.com::0a93484c-bb7c-4619-9918-4d38eb127280" providerId="AD" clId="Web-{BBF59E3B-DAD0-A7B2-A111-48ECA43B5442}" dt="2025-07-31T01:29:30.757" v="176" actId="14100"/>
          <ac:spMkLst>
            <pc:docMk/>
            <pc:sldMk cId="643433246" sldId="287"/>
            <ac:spMk id="2" creationId="{27AE38AB-2B02-0824-B7BB-B01903E3527A}"/>
          </ac:spMkLst>
        </pc:spChg>
        <pc:spChg chg="mod ord">
          <ac:chgData name="Maruta Zalane" userId="S::zala0014@algonquinlive.com::0a93484c-bb7c-4619-9918-4d38eb127280" providerId="AD" clId="Web-{BBF59E3B-DAD0-A7B2-A111-48ECA43B5442}" dt="2025-07-31T01:33:22.716" v="190" actId="20577"/>
          <ac:spMkLst>
            <pc:docMk/>
            <pc:sldMk cId="643433246" sldId="287"/>
            <ac:spMk id="3" creationId="{D1B92E69-C7CE-171D-6C4F-42B09A30BF21}"/>
          </ac:spMkLst>
        </pc:spChg>
        <pc:spChg chg="add mod">
          <ac:chgData name="Maruta Zalane" userId="S::zala0014@algonquinlive.com::0a93484c-bb7c-4619-9918-4d38eb127280" providerId="AD" clId="Web-{BBF59E3B-DAD0-A7B2-A111-48ECA43B5442}" dt="2025-07-31T01:29:43.617" v="178" actId="1076"/>
          <ac:spMkLst>
            <pc:docMk/>
            <pc:sldMk cId="643433246" sldId="287"/>
            <ac:spMk id="4" creationId="{4875F87C-9610-961E-A93E-E1E1E2D4BA68}"/>
          </ac:spMkLst>
        </pc:spChg>
        <pc:spChg chg="add mod">
          <ac:chgData name="Maruta Zalane" userId="S::zala0014@algonquinlive.com::0a93484c-bb7c-4619-9918-4d38eb127280" providerId="AD" clId="Web-{BBF59E3B-DAD0-A7B2-A111-48ECA43B5442}" dt="2025-07-31T01:38:01.114" v="237" actId="14100"/>
          <ac:spMkLst>
            <pc:docMk/>
            <pc:sldMk cId="643433246" sldId="287"/>
            <ac:spMk id="5" creationId="{A2C125C9-0CE6-9961-FD7A-D74C719C30B1}"/>
          </ac:spMkLst>
        </pc:spChg>
        <pc:spChg chg="add mod">
          <ac:chgData name="Maruta Zalane" userId="S::zala0014@algonquinlive.com::0a93484c-bb7c-4619-9918-4d38eb127280" providerId="AD" clId="Web-{BBF59E3B-DAD0-A7B2-A111-48ECA43B5442}" dt="2025-07-31T01:38:59.334" v="246" actId="1076"/>
          <ac:spMkLst>
            <pc:docMk/>
            <pc:sldMk cId="643433246" sldId="287"/>
            <ac:spMk id="6" creationId="{C9978C05-5540-C771-4C02-C871A0E4637A}"/>
          </ac:spMkLst>
        </pc:spChg>
        <pc:spChg chg="add mod">
          <ac:chgData name="Maruta Zalane" userId="S::zala0014@algonquinlive.com::0a93484c-bb7c-4619-9918-4d38eb127280" providerId="AD" clId="Web-{BBF59E3B-DAD0-A7B2-A111-48ECA43B5442}" dt="2025-07-31T01:38:26.552" v="239" actId="14100"/>
          <ac:spMkLst>
            <pc:docMk/>
            <pc:sldMk cId="643433246" sldId="287"/>
            <ac:spMk id="11" creationId="{5E6AC6C1-3021-A79A-304E-61A3E2454892}"/>
          </ac:spMkLst>
        </pc:spChg>
        <pc:spChg chg="add mod">
          <ac:chgData name="Maruta Zalane" userId="S::zala0014@algonquinlive.com::0a93484c-bb7c-4619-9918-4d38eb127280" providerId="AD" clId="Web-{BBF59E3B-DAD0-A7B2-A111-48ECA43B5442}" dt="2025-07-31T01:37:46.270" v="233" actId="1076"/>
          <ac:spMkLst>
            <pc:docMk/>
            <pc:sldMk cId="643433246" sldId="287"/>
            <ac:spMk id="15" creationId="{7E788954-262F-0F13-A393-2AA96749097D}"/>
          </ac:spMkLst>
        </pc:spChg>
        <pc:spChg chg="add mod">
          <ac:chgData name="Maruta Zalane" userId="S::zala0014@algonquinlive.com::0a93484c-bb7c-4619-9918-4d38eb127280" providerId="AD" clId="Web-{BBF59E3B-DAD0-A7B2-A111-48ECA43B5442}" dt="2025-07-31T01:37:57.692" v="236" actId="1076"/>
          <ac:spMkLst>
            <pc:docMk/>
            <pc:sldMk cId="643433246" sldId="287"/>
            <ac:spMk id="16" creationId="{2D8FA43E-85B2-6354-DBF3-7D34B68E99B9}"/>
          </ac:spMkLst>
        </pc:spChg>
        <pc:spChg chg="add mod">
          <ac:chgData name="Maruta Zalane" userId="S::zala0014@algonquinlive.com::0a93484c-bb7c-4619-9918-4d38eb127280" providerId="AD" clId="Web-{BBF59E3B-DAD0-A7B2-A111-48ECA43B5442}" dt="2025-07-31T01:39:08.365" v="248" actId="1076"/>
          <ac:spMkLst>
            <pc:docMk/>
            <pc:sldMk cId="643433246" sldId="287"/>
            <ac:spMk id="17" creationId="{CEEBE429-B2F8-06A2-8137-4A4C0070ACAF}"/>
          </ac:spMkLst>
        </pc:spChg>
        <pc:spChg chg="add mod">
          <ac:chgData name="Maruta Zalane" userId="S::zala0014@algonquinlive.com::0a93484c-bb7c-4619-9918-4d38eb127280" providerId="AD" clId="Web-{BBF59E3B-DAD0-A7B2-A111-48ECA43B5442}" dt="2025-07-31T01:37:19.722" v="226" actId="1076"/>
          <ac:spMkLst>
            <pc:docMk/>
            <pc:sldMk cId="643433246" sldId="287"/>
            <ac:spMk id="42" creationId="{68E3AF88-E370-59DA-4FCD-53E0C542239F}"/>
          </ac:spMkLst>
        </pc:spChg>
        <pc:spChg chg="add mod">
          <ac:chgData name="Maruta Zalane" userId="S::zala0014@algonquinlive.com::0a93484c-bb7c-4619-9918-4d38eb127280" providerId="AD" clId="Web-{BBF59E3B-DAD0-A7B2-A111-48ECA43B5442}" dt="2025-07-31T01:37:35.879" v="230" actId="1076"/>
          <ac:spMkLst>
            <pc:docMk/>
            <pc:sldMk cId="643433246" sldId="287"/>
            <ac:spMk id="43" creationId="{256B4B98-F47B-B87A-2A9C-DDA36DC90783}"/>
          </ac:spMkLst>
        </pc:spChg>
      </pc:sldChg>
      <pc:sldChg chg="addSp delSp modSp add replId modNotes">
        <pc:chgData name="Maruta Zalane" userId="S::zala0014@algonquinlive.com::0a93484c-bb7c-4619-9918-4d38eb127280" providerId="AD" clId="Web-{BBF59E3B-DAD0-A7B2-A111-48ECA43B5442}" dt="2025-07-31T15:29:54.268" v="309"/>
        <pc:sldMkLst>
          <pc:docMk/>
          <pc:sldMk cId="4186611406" sldId="288"/>
        </pc:sldMkLst>
        <pc:spChg chg="mod">
          <ac:chgData name="Maruta Zalane" userId="S::zala0014@algonquinlive.com::0a93484c-bb7c-4619-9918-4d38eb127280" providerId="AD" clId="Web-{BBF59E3B-DAD0-A7B2-A111-48ECA43B5442}" dt="2025-07-31T01:41:04.681" v="254"/>
          <ac:spMkLst>
            <pc:docMk/>
            <pc:sldMk cId="4186611406" sldId="288"/>
            <ac:spMk id="2" creationId="{D89CD932-20B2-19CB-3856-FD73C8140070}"/>
          </ac:spMkLst>
        </pc:spChg>
        <pc:spChg chg="add">
          <ac:chgData name="Maruta Zalane" userId="S::zala0014@algonquinlive.com::0a93484c-bb7c-4619-9918-4d38eb127280" providerId="AD" clId="Web-{BBF59E3B-DAD0-A7B2-A111-48ECA43B5442}" dt="2025-07-31T01:41:04.681" v="254"/>
          <ac:spMkLst>
            <pc:docMk/>
            <pc:sldMk cId="4186611406" sldId="288"/>
            <ac:spMk id="36" creationId="{8C4086F5-5AAC-F692-73E3-87A47A65203F}"/>
          </ac:spMkLst>
        </pc:spChg>
        <pc:spChg chg="add">
          <ac:chgData name="Maruta Zalane" userId="S::zala0014@algonquinlive.com::0a93484c-bb7c-4619-9918-4d38eb127280" providerId="AD" clId="Web-{BBF59E3B-DAD0-A7B2-A111-48ECA43B5442}" dt="2025-07-31T01:41:04.681" v="254"/>
          <ac:spMkLst>
            <pc:docMk/>
            <pc:sldMk cId="4186611406" sldId="288"/>
            <ac:spMk id="37" creationId="{3351B06F-42FD-3E0A-3AA8-C51082644657}"/>
          </ac:spMkLst>
        </pc:spChg>
        <pc:graphicFrameChg chg="mod modGraphic">
          <ac:chgData name="Maruta Zalane" userId="S::zala0014@algonquinlive.com::0a93484c-bb7c-4619-9918-4d38eb127280" providerId="AD" clId="Web-{BBF59E3B-DAD0-A7B2-A111-48ECA43B5442}" dt="2025-07-31T01:47:08.955" v="267" actId="20577"/>
          <ac:graphicFrameMkLst>
            <pc:docMk/>
            <pc:sldMk cId="4186611406" sldId="288"/>
            <ac:graphicFrameMk id="5" creationId="{80320E0A-A95B-295D-18CD-528B699792B8}"/>
          </ac:graphicFrameMkLst>
        </pc:graphicFrameChg>
      </pc:sldChg>
    </pc:docChg>
  </pc:docChgLst>
  <pc:docChgLst>
    <pc:chgData name="Neetika Upadhyay" userId="e9b6d962-fa40-468d-9d05-d1a1667f69d2" providerId="ADAL" clId="{7918CE3F-229F-4223-8C4C-562EB009B91B}"/>
    <pc:docChg chg="undo custSel addSld delSld modSld">
      <pc:chgData name="Neetika Upadhyay" userId="e9b6d962-fa40-468d-9d05-d1a1667f69d2" providerId="ADAL" clId="{7918CE3F-229F-4223-8C4C-562EB009B91B}" dt="2025-07-30T20:19:35.692" v="3904" actId="47"/>
      <pc:docMkLst>
        <pc:docMk/>
      </pc:docMkLst>
      <pc:sldChg chg="addSp delSp modSp add del mod modNotesTx">
        <pc:chgData name="Neetika Upadhyay" userId="e9b6d962-fa40-468d-9d05-d1a1667f69d2" providerId="ADAL" clId="{7918CE3F-229F-4223-8C4C-562EB009B91B}" dt="2025-07-30T20:19:35.692" v="3904" actId="47"/>
        <pc:sldMkLst>
          <pc:docMk/>
          <pc:sldMk cId="2140785844" sldId="262"/>
        </pc:sldMkLst>
        <pc:spChg chg="add mod">
          <ac:chgData name="Neetika Upadhyay" userId="e9b6d962-fa40-468d-9d05-d1a1667f69d2" providerId="ADAL" clId="{7918CE3F-229F-4223-8C4C-562EB009B91B}" dt="2025-07-29T22:15:12.160" v="18" actId="20577"/>
          <ac:spMkLst>
            <pc:docMk/>
            <pc:sldMk cId="2140785844" sldId="262"/>
            <ac:spMk id="8" creationId="{36F29FFA-69B8-9E4C-AC83-B876A2FCDA36}"/>
          </ac:spMkLst>
        </pc:spChg>
      </pc:sldChg>
      <pc:sldChg chg="addSp delSp modSp mod modNotesTx">
        <pc:chgData name="Neetika Upadhyay" userId="e9b6d962-fa40-468d-9d05-d1a1667f69d2" providerId="ADAL" clId="{7918CE3F-229F-4223-8C4C-562EB009B91B}" dt="2025-07-30T17:44:35.376" v="3901" actId="14100"/>
        <pc:sldMkLst>
          <pc:docMk/>
          <pc:sldMk cId="3071168683" sldId="265"/>
        </pc:sldMkLst>
        <pc:spChg chg="add mod">
          <ac:chgData name="Neetika Upadhyay" userId="e9b6d962-fa40-468d-9d05-d1a1667f69d2" providerId="ADAL" clId="{7918CE3F-229F-4223-8C4C-562EB009B91B}" dt="2025-07-30T17:20:48.224" v="3265" actId="27636"/>
          <ac:spMkLst>
            <pc:docMk/>
            <pc:sldMk cId="3071168683" sldId="265"/>
            <ac:spMk id="3" creationId="{749E0BFD-E3DB-1BF3-20CB-569EC92BFFB4}"/>
          </ac:spMkLst>
        </pc:spChg>
        <pc:spChg chg="mod">
          <ac:chgData name="Neetika Upadhyay" userId="e9b6d962-fa40-468d-9d05-d1a1667f69d2" providerId="ADAL" clId="{7918CE3F-229F-4223-8C4C-562EB009B91B}" dt="2025-07-30T17:20:21.553" v="3216" actId="14100"/>
          <ac:spMkLst>
            <pc:docMk/>
            <pc:sldMk cId="3071168683" sldId="265"/>
            <ac:spMk id="4" creationId="{B90941DF-087B-659F-E41C-E8466ADBB5D2}"/>
          </ac:spMkLst>
        </pc:spChg>
        <pc:spChg chg="add mod topLvl">
          <ac:chgData name="Neetika Upadhyay" userId="e9b6d962-fa40-468d-9d05-d1a1667f69d2" providerId="ADAL" clId="{7918CE3F-229F-4223-8C4C-562EB009B91B}" dt="2025-07-30T17:42:32.794" v="3822" actId="1037"/>
          <ac:spMkLst>
            <pc:docMk/>
            <pc:sldMk cId="3071168683" sldId="265"/>
            <ac:spMk id="12" creationId="{D5C10F3E-A493-7A7E-B1B6-CA80DE3A3AD1}"/>
          </ac:spMkLst>
        </pc:spChg>
        <pc:spChg chg="add mod topLvl">
          <ac:chgData name="Neetika Upadhyay" userId="e9b6d962-fa40-468d-9d05-d1a1667f69d2" providerId="ADAL" clId="{7918CE3F-229F-4223-8C4C-562EB009B91B}" dt="2025-07-30T17:40:19.419" v="3731" actId="1035"/>
          <ac:spMkLst>
            <pc:docMk/>
            <pc:sldMk cId="3071168683" sldId="265"/>
            <ac:spMk id="13" creationId="{0A45B148-9D46-BAAA-57FB-6771A507F0A4}"/>
          </ac:spMkLst>
        </pc:spChg>
        <pc:spChg chg="add mod topLvl">
          <ac:chgData name="Neetika Upadhyay" userId="e9b6d962-fa40-468d-9d05-d1a1667f69d2" providerId="ADAL" clId="{7918CE3F-229F-4223-8C4C-562EB009B91B}" dt="2025-07-30T17:42:32.794" v="3822" actId="1037"/>
          <ac:spMkLst>
            <pc:docMk/>
            <pc:sldMk cId="3071168683" sldId="265"/>
            <ac:spMk id="14" creationId="{AFE18EA0-2503-50B8-ADE2-CE26A5377B50}"/>
          </ac:spMkLst>
        </pc:spChg>
        <pc:spChg chg="add mod topLvl">
          <ac:chgData name="Neetika Upadhyay" userId="e9b6d962-fa40-468d-9d05-d1a1667f69d2" providerId="ADAL" clId="{7918CE3F-229F-4223-8C4C-562EB009B91B}" dt="2025-07-30T17:42:32.794" v="3822" actId="1037"/>
          <ac:spMkLst>
            <pc:docMk/>
            <pc:sldMk cId="3071168683" sldId="265"/>
            <ac:spMk id="20" creationId="{1F87EA96-D88B-B078-877E-7E68D7C28457}"/>
          </ac:spMkLst>
        </pc:spChg>
        <pc:spChg chg="add mod topLvl">
          <ac:chgData name="Neetika Upadhyay" userId="e9b6d962-fa40-468d-9d05-d1a1667f69d2" providerId="ADAL" clId="{7918CE3F-229F-4223-8C4C-562EB009B91B}" dt="2025-07-30T17:42:32.794" v="3822" actId="1037"/>
          <ac:spMkLst>
            <pc:docMk/>
            <pc:sldMk cId="3071168683" sldId="265"/>
            <ac:spMk id="21" creationId="{2435D538-D7E3-E504-F390-9C43B4594F9F}"/>
          </ac:spMkLst>
        </pc:spChg>
        <pc:spChg chg="add mod">
          <ac:chgData name="Neetika Upadhyay" userId="e9b6d962-fa40-468d-9d05-d1a1667f69d2" providerId="ADAL" clId="{7918CE3F-229F-4223-8C4C-562EB009B91B}" dt="2025-07-30T17:43:43.799" v="3884" actId="1035"/>
          <ac:spMkLst>
            <pc:docMk/>
            <pc:sldMk cId="3071168683" sldId="265"/>
            <ac:spMk id="46" creationId="{70BCEE24-579E-2B51-9375-694C3A7BE783}"/>
          </ac:spMkLst>
        </pc:spChg>
        <pc:spChg chg="add mod">
          <ac:chgData name="Neetika Upadhyay" userId="e9b6d962-fa40-468d-9d05-d1a1667f69d2" providerId="ADAL" clId="{7918CE3F-229F-4223-8C4C-562EB009B91B}" dt="2025-07-30T17:43:43.799" v="3884" actId="1035"/>
          <ac:spMkLst>
            <pc:docMk/>
            <pc:sldMk cId="3071168683" sldId="265"/>
            <ac:spMk id="47" creationId="{0265AE9F-E21C-A687-15F5-95B379005CD3}"/>
          </ac:spMkLst>
        </pc:spChg>
        <pc:spChg chg="add mod">
          <ac:chgData name="Neetika Upadhyay" userId="e9b6d962-fa40-468d-9d05-d1a1667f69d2" providerId="ADAL" clId="{7918CE3F-229F-4223-8C4C-562EB009B91B}" dt="2025-07-30T17:43:43.799" v="3884" actId="1035"/>
          <ac:spMkLst>
            <pc:docMk/>
            <pc:sldMk cId="3071168683" sldId="265"/>
            <ac:spMk id="48" creationId="{702306A2-EB23-D1C4-600F-22DE30C1FD3B}"/>
          </ac:spMkLst>
        </pc:spChg>
        <pc:spChg chg="add mod">
          <ac:chgData name="Neetika Upadhyay" userId="e9b6d962-fa40-468d-9d05-d1a1667f69d2" providerId="ADAL" clId="{7918CE3F-229F-4223-8C4C-562EB009B91B}" dt="2025-07-30T17:44:17.177" v="3900" actId="1036"/>
          <ac:spMkLst>
            <pc:docMk/>
            <pc:sldMk cId="3071168683" sldId="265"/>
            <ac:spMk id="51" creationId="{42F843DF-BF32-BE5C-5215-8003DEDB1E7B}"/>
          </ac:spMkLst>
        </pc:spChg>
        <pc:spChg chg="add mod">
          <ac:chgData name="Neetika Upadhyay" userId="e9b6d962-fa40-468d-9d05-d1a1667f69d2" providerId="ADAL" clId="{7918CE3F-229F-4223-8C4C-562EB009B91B}" dt="2025-07-30T17:43:49.213" v="3888" actId="1035"/>
          <ac:spMkLst>
            <pc:docMk/>
            <pc:sldMk cId="3071168683" sldId="265"/>
            <ac:spMk id="52" creationId="{28899831-9B90-8977-4555-A745F85EDA9E}"/>
          </ac:spMkLst>
        </pc:spChg>
        <pc:spChg chg="add mod">
          <ac:chgData name="Neetika Upadhyay" userId="e9b6d962-fa40-468d-9d05-d1a1667f69d2" providerId="ADAL" clId="{7918CE3F-229F-4223-8C4C-562EB009B91B}" dt="2025-07-30T17:43:49.213" v="3888" actId="1035"/>
          <ac:spMkLst>
            <pc:docMk/>
            <pc:sldMk cId="3071168683" sldId="265"/>
            <ac:spMk id="53" creationId="{0E6901A7-B7A8-BE02-E0AD-506241E177C7}"/>
          </ac:spMkLst>
        </pc:spChg>
        <pc:cxnChg chg="add mod">
          <ac:chgData name="Neetika Upadhyay" userId="e9b6d962-fa40-468d-9d05-d1a1667f69d2" providerId="ADAL" clId="{7918CE3F-229F-4223-8C4C-562EB009B91B}" dt="2025-07-30T17:40:19.419" v="3731" actId="1035"/>
          <ac:cxnSpMkLst>
            <pc:docMk/>
            <pc:sldMk cId="3071168683" sldId="265"/>
            <ac:cxnSpMk id="26" creationId="{11FDF781-C787-ECA2-D4A2-E01488884AC4}"/>
          </ac:cxnSpMkLst>
        </pc:cxnChg>
        <pc:cxnChg chg="add mod topLvl">
          <ac:chgData name="Neetika Upadhyay" userId="e9b6d962-fa40-468d-9d05-d1a1667f69d2" providerId="ADAL" clId="{7918CE3F-229F-4223-8C4C-562EB009B91B}" dt="2025-07-30T17:40:19.419" v="3731" actId="1035"/>
          <ac:cxnSpMkLst>
            <pc:docMk/>
            <pc:sldMk cId="3071168683" sldId="265"/>
            <ac:cxnSpMk id="28" creationId="{BCB6CB6B-4C3D-E473-6BCE-44FC0F4999E0}"/>
          </ac:cxnSpMkLst>
        </pc:cxnChg>
        <pc:cxnChg chg="add mod topLvl">
          <ac:chgData name="Neetika Upadhyay" userId="e9b6d962-fa40-468d-9d05-d1a1667f69d2" providerId="ADAL" clId="{7918CE3F-229F-4223-8C4C-562EB009B91B}" dt="2025-07-30T17:40:19.419" v="3731" actId="1035"/>
          <ac:cxnSpMkLst>
            <pc:docMk/>
            <pc:sldMk cId="3071168683" sldId="265"/>
            <ac:cxnSpMk id="32" creationId="{6DB17802-4B76-4025-303B-3A169250696C}"/>
          </ac:cxnSpMkLst>
        </pc:cxnChg>
        <pc:cxnChg chg="add mod topLvl">
          <ac:chgData name="Neetika Upadhyay" userId="e9b6d962-fa40-468d-9d05-d1a1667f69d2" providerId="ADAL" clId="{7918CE3F-229F-4223-8C4C-562EB009B91B}" dt="2025-07-30T17:40:19.419" v="3731" actId="1035"/>
          <ac:cxnSpMkLst>
            <pc:docMk/>
            <pc:sldMk cId="3071168683" sldId="265"/>
            <ac:cxnSpMk id="34" creationId="{5118CAF6-91E4-943E-B573-6836B0468F3B}"/>
          </ac:cxnSpMkLst>
        </pc:cxnChg>
        <pc:cxnChg chg="add mod">
          <ac:chgData name="Neetika Upadhyay" userId="e9b6d962-fa40-468d-9d05-d1a1667f69d2" providerId="ADAL" clId="{7918CE3F-229F-4223-8C4C-562EB009B91B}" dt="2025-07-30T17:44:17.177" v="3900" actId="1036"/>
          <ac:cxnSpMkLst>
            <pc:docMk/>
            <pc:sldMk cId="3071168683" sldId="265"/>
            <ac:cxnSpMk id="57" creationId="{0BA0FC13-E02C-13AF-5D4B-8C1E7711192A}"/>
          </ac:cxnSpMkLst>
        </pc:cxnChg>
        <pc:cxnChg chg="add mod">
          <ac:chgData name="Neetika Upadhyay" userId="e9b6d962-fa40-468d-9d05-d1a1667f69d2" providerId="ADAL" clId="{7918CE3F-229F-4223-8C4C-562EB009B91B}" dt="2025-07-30T17:44:17.177" v="3900" actId="1036"/>
          <ac:cxnSpMkLst>
            <pc:docMk/>
            <pc:sldMk cId="3071168683" sldId="265"/>
            <ac:cxnSpMk id="59" creationId="{809F78DB-686E-4906-D904-A1B8D62A8CA6}"/>
          </ac:cxnSpMkLst>
        </pc:cxnChg>
        <pc:cxnChg chg="add mod">
          <ac:chgData name="Neetika Upadhyay" userId="e9b6d962-fa40-468d-9d05-d1a1667f69d2" providerId="ADAL" clId="{7918CE3F-229F-4223-8C4C-562EB009B91B}" dt="2025-07-30T17:44:17.177" v="3900" actId="1036"/>
          <ac:cxnSpMkLst>
            <pc:docMk/>
            <pc:sldMk cId="3071168683" sldId="265"/>
            <ac:cxnSpMk id="61" creationId="{7659CDC8-D85C-609D-EB15-41E44FAC99B6}"/>
          </ac:cxnSpMkLst>
        </pc:cxnChg>
        <pc:cxnChg chg="add mod">
          <ac:chgData name="Neetika Upadhyay" userId="e9b6d962-fa40-468d-9d05-d1a1667f69d2" providerId="ADAL" clId="{7918CE3F-229F-4223-8C4C-562EB009B91B}" dt="2025-07-30T17:44:17.177" v="3900" actId="1036"/>
          <ac:cxnSpMkLst>
            <pc:docMk/>
            <pc:sldMk cId="3071168683" sldId="265"/>
            <ac:cxnSpMk id="65" creationId="{41801AA5-09C2-E3F0-98B3-C5CC0F3C48BD}"/>
          </ac:cxnSpMkLst>
        </pc:cxnChg>
        <pc:cxnChg chg="add mod">
          <ac:chgData name="Neetika Upadhyay" userId="e9b6d962-fa40-468d-9d05-d1a1667f69d2" providerId="ADAL" clId="{7918CE3F-229F-4223-8C4C-562EB009B91B}" dt="2025-07-30T17:44:17.177" v="3900" actId="1036"/>
          <ac:cxnSpMkLst>
            <pc:docMk/>
            <pc:sldMk cId="3071168683" sldId="265"/>
            <ac:cxnSpMk id="67" creationId="{F012F6B2-EC87-5740-E97F-3A96C3D07CDA}"/>
          </ac:cxnSpMkLst>
        </pc:cxnChg>
        <pc:cxnChg chg="add mod">
          <ac:chgData name="Neetika Upadhyay" userId="e9b6d962-fa40-468d-9d05-d1a1667f69d2" providerId="ADAL" clId="{7918CE3F-229F-4223-8C4C-562EB009B91B}" dt="2025-07-30T17:44:35.376" v="3901" actId="14100"/>
          <ac:cxnSpMkLst>
            <pc:docMk/>
            <pc:sldMk cId="3071168683" sldId="265"/>
            <ac:cxnSpMk id="69" creationId="{6E903D7F-D65A-9CD4-68A0-65948C11A3ED}"/>
          </ac:cxnSpMkLst>
        </pc:cxnChg>
      </pc:sldChg>
      <pc:sldChg chg="modNotesTx">
        <pc:chgData name="Neetika Upadhyay" userId="e9b6d962-fa40-468d-9d05-d1a1667f69d2" providerId="ADAL" clId="{7918CE3F-229F-4223-8C4C-562EB009B91B}" dt="2025-07-30T17:35:41.451" v="3683" actId="20577"/>
        <pc:sldMkLst>
          <pc:docMk/>
          <pc:sldMk cId="777632414" sldId="269"/>
        </pc:sldMkLst>
      </pc:sldChg>
      <pc:sldChg chg="modSp mod">
        <pc:chgData name="Neetika Upadhyay" userId="e9b6d962-fa40-468d-9d05-d1a1667f69d2" providerId="ADAL" clId="{7918CE3F-229F-4223-8C4C-562EB009B91B}" dt="2025-07-30T16:43:17.363" v="2659" actId="207"/>
        <pc:sldMkLst>
          <pc:docMk/>
          <pc:sldMk cId="295663483" sldId="280"/>
        </pc:sldMkLst>
        <pc:spChg chg="mod">
          <ac:chgData name="Neetika Upadhyay" userId="e9b6d962-fa40-468d-9d05-d1a1667f69d2" providerId="ADAL" clId="{7918CE3F-229F-4223-8C4C-562EB009B91B}" dt="2025-07-30T16:43:17.363" v="2659" actId="207"/>
          <ac:spMkLst>
            <pc:docMk/>
            <pc:sldMk cId="295663483" sldId="280"/>
            <ac:spMk id="7" creationId="{EE88C255-993A-5809-6686-66C7E55B3A83}"/>
          </ac:spMkLst>
        </pc:spChg>
        <pc:spChg chg="mod">
          <ac:chgData name="Neetika Upadhyay" userId="e9b6d962-fa40-468d-9d05-d1a1667f69d2" providerId="ADAL" clId="{7918CE3F-229F-4223-8C4C-562EB009B91B}" dt="2025-07-30T16:43:17.363" v="2659" actId="207"/>
          <ac:spMkLst>
            <pc:docMk/>
            <pc:sldMk cId="295663483" sldId="280"/>
            <ac:spMk id="8" creationId="{0863D165-A008-F7C4-850C-49C46E2DF46F}"/>
          </ac:spMkLst>
        </pc:spChg>
        <pc:spChg chg="mod">
          <ac:chgData name="Neetika Upadhyay" userId="e9b6d962-fa40-468d-9d05-d1a1667f69d2" providerId="ADAL" clId="{7918CE3F-229F-4223-8C4C-562EB009B91B}" dt="2025-07-30T16:43:17.363" v="2659" actId="207"/>
          <ac:spMkLst>
            <pc:docMk/>
            <pc:sldMk cId="295663483" sldId="280"/>
            <ac:spMk id="9" creationId="{6669574D-1693-AF84-362E-4460A48BC958}"/>
          </ac:spMkLst>
        </pc:spChg>
        <pc:spChg chg="mod">
          <ac:chgData name="Neetika Upadhyay" userId="e9b6d962-fa40-468d-9d05-d1a1667f69d2" providerId="ADAL" clId="{7918CE3F-229F-4223-8C4C-562EB009B91B}" dt="2025-07-30T16:43:17.363" v="2659" actId="207"/>
          <ac:spMkLst>
            <pc:docMk/>
            <pc:sldMk cId="295663483" sldId="280"/>
            <ac:spMk id="10" creationId="{4EC26E7B-98E2-BC0E-1F83-974CAA955CAB}"/>
          </ac:spMkLst>
        </pc:spChg>
        <pc:spChg chg="mod">
          <ac:chgData name="Neetika Upadhyay" userId="e9b6d962-fa40-468d-9d05-d1a1667f69d2" providerId="ADAL" clId="{7918CE3F-229F-4223-8C4C-562EB009B91B}" dt="2025-07-30T16:43:17.363" v="2659" actId="207"/>
          <ac:spMkLst>
            <pc:docMk/>
            <pc:sldMk cId="295663483" sldId="280"/>
            <ac:spMk id="11" creationId="{CF2BB5A1-8726-3AAF-EB37-BFBBFF1DF6A5}"/>
          </ac:spMkLst>
        </pc:spChg>
        <pc:spChg chg="mod">
          <ac:chgData name="Neetika Upadhyay" userId="e9b6d962-fa40-468d-9d05-d1a1667f69d2" providerId="ADAL" clId="{7918CE3F-229F-4223-8C4C-562EB009B91B}" dt="2025-07-30T16:43:17.363" v="2659" actId="207"/>
          <ac:spMkLst>
            <pc:docMk/>
            <pc:sldMk cId="295663483" sldId="280"/>
            <ac:spMk id="12" creationId="{C0FA6796-BBA0-BB4C-0219-BDD6C6DD324A}"/>
          </ac:spMkLst>
        </pc:spChg>
        <pc:spChg chg="mod">
          <ac:chgData name="Neetika Upadhyay" userId="e9b6d962-fa40-468d-9d05-d1a1667f69d2" providerId="ADAL" clId="{7918CE3F-229F-4223-8C4C-562EB009B91B}" dt="2025-07-30T16:43:17.363" v="2659" actId="207"/>
          <ac:spMkLst>
            <pc:docMk/>
            <pc:sldMk cId="295663483" sldId="280"/>
            <ac:spMk id="13" creationId="{45589134-658B-A9E4-1E81-B06091611C65}"/>
          </ac:spMkLst>
        </pc:spChg>
        <pc:spChg chg="mod">
          <ac:chgData name="Neetika Upadhyay" userId="e9b6d962-fa40-468d-9d05-d1a1667f69d2" providerId="ADAL" clId="{7918CE3F-229F-4223-8C4C-562EB009B91B}" dt="2025-07-30T16:43:17.363" v="2659" actId="207"/>
          <ac:spMkLst>
            <pc:docMk/>
            <pc:sldMk cId="295663483" sldId="280"/>
            <ac:spMk id="14" creationId="{95F62369-C08E-C3E1-E03A-F23EC1C07697}"/>
          </ac:spMkLst>
        </pc:spChg>
        <pc:spChg chg="mod">
          <ac:chgData name="Neetika Upadhyay" userId="e9b6d962-fa40-468d-9d05-d1a1667f69d2" providerId="ADAL" clId="{7918CE3F-229F-4223-8C4C-562EB009B91B}" dt="2025-07-30T16:43:17.363" v="2659" actId="207"/>
          <ac:spMkLst>
            <pc:docMk/>
            <pc:sldMk cId="295663483" sldId="280"/>
            <ac:spMk id="15" creationId="{431DF66F-191E-A4B5-889F-88FCEEA4F192}"/>
          </ac:spMkLst>
        </pc:spChg>
        <pc:grpChg chg="mod">
          <ac:chgData name="Neetika Upadhyay" userId="e9b6d962-fa40-468d-9d05-d1a1667f69d2" providerId="ADAL" clId="{7918CE3F-229F-4223-8C4C-562EB009B91B}" dt="2025-07-30T16:43:17.138" v="2658" actId="207"/>
          <ac:grpSpMkLst>
            <pc:docMk/>
            <pc:sldMk cId="295663483" sldId="280"/>
            <ac:grpSpMk id="4" creationId="{969BE1B9-E022-F737-E88B-9332EAD8A063}"/>
          </ac:grpSpMkLst>
        </pc:grpChg>
      </pc:sldChg>
      <pc:sldChg chg="modSp mod">
        <pc:chgData name="Neetika Upadhyay" userId="e9b6d962-fa40-468d-9d05-d1a1667f69d2" providerId="ADAL" clId="{7918CE3F-229F-4223-8C4C-562EB009B91B}" dt="2025-07-29T22:05:38.587" v="1" actId="12"/>
        <pc:sldMkLst>
          <pc:docMk/>
          <pc:sldMk cId="444343148" sldId="281"/>
        </pc:sldMkLst>
        <pc:spChg chg="mod">
          <ac:chgData name="Neetika Upadhyay" userId="e9b6d962-fa40-468d-9d05-d1a1667f69d2" providerId="ADAL" clId="{7918CE3F-229F-4223-8C4C-562EB009B91B}" dt="2025-07-29T22:05:38.587" v="1" actId="12"/>
          <ac:spMkLst>
            <pc:docMk/>
            <pc:sldMk cId="444343148" sldId="281"/>
            <ac:spMk id="4" creationId="{7A3CAA6C-FE65-E811-D370-7D9E5E77E156}"/>
          </ac:spMkLst>
        </pc:spChg>
      </pc:sldChg>
      <pc:sldChg chg="delSp mod">
        <pc:chgData name="Neetika Upadhyay" userId="e9b6d962-fa40-468d-9d05-d1a1667f69d2" providerId="ADAL" clId="{7918CE3F-229F-4223-8C4C-562EB009B91B}" dt="2025-07-29T22:18:23.263" v="31" actId="478"/>
        <pc:sldMkLst>
          <pc:docMk/>
          <pc:sldMk cId="4289597356" sldId="282"/>
        </pc:sldMkLst>
      </pc:sldChg>
      <pc:sldChg chg="addSp delSp modSp add mod">
        <pc:chgData name="Neetika Upadhyay" userId="e9b6d962-fa40-468d-9d05-d1a1667f69d2" providerId="ADAL" clId="{7918CE3F-229F-4223-8C4C-562EB009B91B}" dt="2025-07-30T16:51:08.424" v="2922" actId="20577"/>
        <pc:sldMkLst>
          <pc:docMk/>
          <pc:sldMk cId="845995391" sldId="284"/>
        </pc:sldMkLst>
        <pc:spChg chg="add mod">
          <ac:chgData name="Neetika Upadhyay" userId="e9b6d962-fa40-468d-9d05-d1a1667f69d2" providerId="ADAL" clId="{7918CE3F-229F-4223-8C4C-562EB009B91B}" dt="2025-07-30T15:16:44.627" v="1233" actId="12788"/>
          <ac:spMkLst>
            <pc:docMk/>
            <pc:sldMk cId="845995391" sldId="284"/>
            <ac:spMk id="23" creationId="{81F307DA-2F3C-188B-A67D-0432A30D5C66}"/>
          </ac:spMkLst>
        </pc:spChg>
        <pc:spChg chg="add mod">
          <ac:chgData name="Neetika Upadhyay" userId="e9b6d962-fa40-468d-9d05-d1a1667f69d2" providerId="ADAL" clId="{7918CE3F-229F-4223-8C4C-562EB009B91B}" dt="2025-07-30T15:34:19.561" v="1879" actId="1035"/>
          <ac:spMkLst>
            <pc:docMk/>
            <pc:sldMk cId="845995391" sldId="284"/>
            <ac:spMk id="26" creationId="{159A82AC-3842-D54A-B7D3-2EB30D00B96B}"/>
          </ac:spMkLst>
        </pc:spChg>
        <pc:spChg chg="add mod">
          <ac:chgData name="Neetika Upadhyay" userId="e9b6d962-fa40-468d-9d05-d1a1667f69d2" providerId="ADAL" clId="{7918CE3F-229F-4223-8C4C-562EB009B91B}" dt="2025-07-30T15:34:19.561" v="1879" actId="1035"/>
          <ac:spMkLst>
            <pc:docMk/>
            <pc:sldMk cId="845995391" sldId="284"/>
            <ac:spMk id="35" creationId="{5716CDE1-BC86-23BC-5DBF-F586D168C79B}"/>
          </ac:spMkLst>
        </pc:spChg>
        <pc:spChg chg="add del mod">
          <ac:chgData name="Neetika Upadhyay" userId="e9b6d962-fa40-468d-9d05-d1a1667f69d2" providerId="ADAL" clId="{7918CE3F-229F-4223-8C4C-562EB009B91B}" dt="2025-07-30T15:46:06.061" v="2241" actId="1076"/>
          <ac:spMkLst>
            <pc:docMk/>
            <pc:sldMk cId="845995391" sldId="284"/>
            <ac:spMk id="46" creationId="{F50E6CED-1BD6-2234-4CF4-3B1A65ABFD4A}"/>
          </ac:spMkLst>
        </pc:spChg>
        <pc:spChg chg="add mod">
          <ac:chgData name="Neetika Upadhyay" userId="e9b6d962-fa40-468d-9d05-d1a1667f69d2" providerId="ADAL" clId="{7918CE3F-229F-4223-8C4C-562EB009B91B}" dt="2025-07-30T15:41:13.503" v="2099" actId="1037"/>
          <ac:spMkLst>
            <pc:docMk/>
            <pc:sldMk cId="845995391" sldId="284"/>
            <ac:spMk id="48" creationId="{60FC2755-06A9-F9C1-657B-E0171095C9C0}"/>
          </ac:spMkLst>
        </pc:spChg>
        <pc:spChg chg="add mod">
          <ac:chgData name="Neetika Upadhyay" userId="e9b6d962-fa40-468d-9d05-d1a1667f69d2" providerId="ADAL" clId="{7918CE3F-229F-4223-8C4C-562EB009B91B}" dt="2025-07-30T15:22:40.221" v="1449" actId="1035"/>
          <ac:spMkLst>
            <pc:docMk/>
            <pc:sldMk cId="845995391" sldId="284"/>
            <ac:spMk id="49" creationId="{79282152-664B-52A2-FE65-C68BF96A4A00}"/>
          </ac:spMkLst>
        </pc:spChg>
        <pc:spChg chg="add mod">
          <ac:chgData name="Neetika Upadhyay" userId="e9b6d962-fa40-468d-9d05-d1a1667f69d2" providerId="ADAL" clId="{7918CE3F-229F-4223-8C4C-562EB009B91B}" dt="2025-07-30T15:24:45.263" v="1518" actId="1076"/>
          <ac:spMkLst>
            <pc:docMk/>
            <pc:sldMk cId="845995391" sldId="284"/>
            <ac:spMk id="50" creationId="{7F8139EC-36ED-D3DC-9450-8B7D26CB460C}"/>
          </ac:spMkLst>
        </pc:spChg>
        <pc:spChg chg="add mod">
          <ac:chgData name="Neetika Upadhyay" userId="e9b6d962-fa40-468d-9d05-d1a1667f69d2" providerId="ADAL" clId="{7918CE3F-229F-4223-8C4C-562EB009B91B}" dt="2025-07-30T16:51:08.424" v="2922" actId="20577"/>
          <ac:spMkLst>
            <pc:docMk/>
            <pc:sldMk cId="845995391" sldId="284"/>
            <ac:spMk id="51" creationId="{2E1F7970-0941-D9AE-CD8B-1E62CF55DF16}"/>
          </ac:spMkLst>
        </pc:spChg>
        <pc:spChg chg="add mod">
          <ac:chgData name="Neetika Upadhyay" userId="e9b6d962-fa40-468d-9d05-d1a1667f69d2" providerId="ADAL" clId="{7918CE3F-229F-4223-8C4C-562EB009B91B}" dt="2025-07-30T15:41:13.503" v="2099" actId="1037"/>
          <ac:spMkLst>
            <pc:docMk/>
            <pc:sldMk cId="845995391" sldId="284"/>
            <ac:spMk id="58" creationId="{515EC5E7-EE67-88CC-40FA-4F46B3AFA04D}"/>
          </ac:spMkLst>
        </pc:spChg>
        <pc:spChg chg="add mod">
          <ac:chgData name="Neetika Upadhyay" userId="e9b6d962-fa40-468d-9d05-d1a1667f69d2" providerId="ADAL" clId="{7918CE3F-229F-4223-8C4C-562EB009B91B}" dt="2025-07-30T15:41:13.503" v="2099" actId="1037"/>
          <ac:spMkLst>
            <pc:docMk/>
            <pc:sldMk cId="845995391" sldId="284"/>
            <ac:spMk id="60" creationId="{44212420-9DD3-DA7A-B364-982474CF7A40}"/>
          </ac:spMkLst>
        </pc:spChg>
        <pc:spChg chg="add mod">
          <ac:chgData name="Neetika Upadhyay" userId="e9b6d962-fa40-468d-9d05-d1a1667f69d2" providerId="ADAL" clId="{7918CE3F-229F-4223-8C4C-562EB009B91B}" dt="2025-07-30T15:45:24.498" v="2236" actId="1036"/>
          <ac:spMkLst>
            <pc:docMk/>
            <pc:sldMk cId="845995391" sldId="284"/>
            <ac:spMk id="72" creationId="{E4901762-246E-5625-F472-7EBEF4C6E2E2}"/>
          </ac:spMkLst>
        </pc:spChg>
        <pc:spChg chg="add mod">
          <ac:chgData name="Neetika Upadhyay" userId="e9b6d962-fa40-468d-9d05-d1a1667f69d2" providerId="ADAL" clId="{7918CE3F-229F-4223-8C4C-562EB009B91B}" dt="2025-07-30T15:45:14.167" v="2230" actId="1076"/>
          <ac:spMkLst>
            <pc:docMk/>
            <pc:sldMk cId="845995391" sldId="284"/>
            <ac:spMk id="76" creationId="{128D68D2-E12D-A3A5-8C52-999A7BEBB25C}"/>
          </ac:spMkLst>
        </pc:spChg>
        <pc:spChg chg="add mod">
          <ac:chgData name="Neetika Upadhyay" userId="e9b6d962-fa40-468d-9d05-d1a1667f69d2" providerId="ADAL" clId="{7918CE3F-229F-4223-8C4C-562EB009B91B}" dt="2025-07-30T15:41:13.503" v="2099" actId="1037"/>
          <ac:spMkLst>
            <pc:docMk/>
            <pc:sldMk cId="845995391" sldId="284"/>
            <ac:spMk id="81" creationId="{7D565090-0143-63F9-097B-9D8DEED9D92B}"/>
          </ac:spMkLst>
        </pc:spChg>
        <pc:spChg chg="add mod">
          <ac:chgData name="Neetika Upadhyay" userId="e9b6d962-fa40-468d-9d05-d1a1667f69d2" providerId="ADAL" clId="{7918CE3F-229F-4223-8C4C-562EB009B91B}" dt="2025-07-30T15:41:13.503" v="2099" actId="1037"/>
          <ac:spMkLst>
            <pc:docMk/>
            <pc:sldMk cId="845995391" sldId="284"/>
            <ac:spMk id="82" creationId="{D59CF11F-99A4-1295-99E8-E968DA064E4C}"/>
          </ac:spMkLst>
        </pc:spChg>
        <pc:spChg chg="add mod">
          <ac:chgData name="Neetika Upadhyay" userId="e9b6d962-fa40-468d-9d05-d1a1667f69d2" providerId="ADAL" clId="{7918CE3F-229F-4223-8C4C-562EB009B91B}" dt="2025-07-30T15:41:13.503" v="2099" actId="1037"/>
          <ac:spMkLst>
            <pc:docMk/>
            <pc:sldMk cId="845995391" sldId="284"/>
            <ac:spMk id="83" creationId="{F8208F51-6C61-5021-9E4E-FF11FCF99B39}"/>
          </ac:spMkLst>
        </pc:spChg>
        <pc:spChg chg="add mod">
          <ac:chgData name="Neetika Upadhyay" userId="e9b6d962-fa40-468d-9d05-d1a1667f69d2" providerId="ADAL" clId="{7918CE3F-229F-4223-8C4C-562EB009B91B}" dt="2025-07-30T15:37:52.322" v="1953" actId="1035"/>
          <ac:spMkLst>
            <pc:docMk/>
            <pc:sldMk cId="845995391" sldId="284"/>
            <ac:spMk id="84" creationId="{3D30F796-F378-20A4-660A-441A1875C09D}"/>
          </ac:spMkLst>
        </pc:spChg>
        <pc:spChg chg="add mod">
          <ac:chgData name="Neetika Upadhyay" userId="e9b6d962-fa40-468d-9d05-d1a1667f69d2" providerId="ADAL" clId="{7918CE3F-229F-4223-8C4C-562EB009B91B}" dt="2025-07-30T15:44:26.894" v="2215" actId="1076"/>
          <ac:spMkLst>
            <pc:docMk/>
            <pc:sldMk cId="845995391" sldId="284"/>
            <ac:spMk id="103" creationId="{B797FA7B-ABCA-4570-BE2B-314AF95B5767}"/>
          </ac:spMkLst>
        </pc:spChg>
        <pc:spChg chg="add mod">
          <ac:chgData name="Neetika Upadhyay" userId="e9b6d962-fa40-468d-9d05-d1a1667f69d2" providerId="ADAL" clId="{7918CE3F-229F-4223-8C4C-562EB009B91B}" dt="2025-07-30T15:43:46.499" v="2133" actId="1076"/>
          <ac:spMkLst>
            <pc:docMk/>
            <pc:sldMk cId="845995391" sldId="284"/>
            <ac:spMk id="104" creationId="{8A2DF025-7EC0-1AE0-88C3-DA8F7694524F}"/>
          </ac:spMkLst>
        </pc:spChg>
        <pc:spChg chg="add mod">
          <ac:chgData name="Neetika Upadhyay" userId="e9b6d962-fa40-468d-9d05-d1a1667f69d2" providerId="ADAL" clId="{7918CE3F-229F-4223-8C4C-562EB009B91B}" dt="2025-07-30T15:42:06.015" v="2102" actId="2085"/>
          <ac:spMkLst>
            <pc:docMk/>
            <pc:sldMk cId="845995391" sldId="284"/>
            <ac:spMk id="124" creationId="{F4A8838C-976D-249B-A35C-DCFAA5BB0443}"/>
          </ac:spMkLst>
        </pc:spChg>
        <pc:spChg chg="add mod">
          <ac:chgData name="Neetika Upadhyay" userId="e9b6d962-fa40-468d-9d05-d1a1667f69d2" providerId="ADAL" clId="{7918CE3F-229F-4223-8C4C-562EB009B91B}" dt="2025-07-30T15:40:43.066" v="2061" actId="1038"/>
          <ac:spMkLst>
            <pc:docMk/>
            <pc:sldMk cId="845995391" sldId="284"/>
            <ac:spMk id="125" creationId="{4F70C311-6152-E4AB-BB84-D20787676869}"/>
          </ac:spMkLst>
        </pc:spChg>
        <pc:spChg chg="add mod ord">
          <ac:chgData name="Neetika Upadhyay" userId="e9b6d962-fa40-468d-9d05-d1a1667f69d2" providerId="ADAL" clId="{7918CE3F-229F-4223-8C4C-562EB009B91B}" dt="2025-07-30T15:29:34.923" v="1716" actId="14100"/>
          <ac:spMkLst>
            <pc:docMk/>
            <pc:sldMk cId="845995391" sldId="284"/>
            <ac:spMk id="135" creationId="{4C5C5C55-4570-BE85-8C44-57DF975BD4A8}"/>
          </ac:spMkLst>
        </pc:spChg>
        <pc:spChg chg="add mod">
          <ac:chgData name="Neetika Upadhyay" userId="e9b6d962-fa40-468d-9d05-d1a1667f69d2" providerId="ADAL" clId="{7918CE3F-229F-4223-8C4C-562EB009B91B}" dt="2025-07-30T15:41:13.503" v="2099" actId="1037"/>
          <ac:spMkLst>
            <pc:docMk/>
            <pc:sldMk cId="845995391" sldId="284"/>
            <ac:spMk id="140" creationId="{92EBEEC9-9808-31FC-0996-8597BBBE1544}"/>
          </ac:spMkLst>
        </pc:spChg>
        <pc:spChg chg="add mod">
          <ac:chgData name="Neetika Upadhyay" userId="e9b6d962-fa40-468d-9d05-d1a1667f69d2" providerId="ADAL" clId="{7918CE3F-229F-4223-8C4C-562EB009B91B}" dt="2025-07-30T15:41:13.503" v="2099" actId="1037"/>
          <ac:spMkLst>
            <pc:docMk/>
            <pc:sldMk cId="845995391" sldId="284"/>
            <ac:spMk id="152" creationId="{AEA221D7-A6E5-E5FB-5082-4824FAD9A1E5}"/>
          </ac:spMkLst>
        </pc:spChg>
        <pc:spChg chg="add del mod">
          <ac:chgData name="Neetika Upadhyay" userId="e9b6d962-fa40-468d-9d05-d1a1667f69d2" providerId="ADAL" clId="{7918CE3F-229F-4223-8C4C-562EB009B91B}" dt="2025-07-30T15:41:13.503" v="2099" actId="1037"/>
          <ac:spMkLst>
            <pc:docMk/>
            <pc:sldMk cId="845995391" sldId="284"/>
            <ac:spMk id="162" creationId="{CDD5C5E9-8B9F-5024-7E24-3ADEE1314420}"/>
          </ac:spMkLst>
        </pc:spChg>
        <pc:spChg chg="add mod">
          <ac:chgData name="Neetika Upadhyay" userId="e9b6d962-fa40-468d-9d05-d1a1667f69d2" providerId="ADAL" clId="{7918CE3F-229F-4223-8C4C-562EB009B91B}" dt="2025-07-30T15:40:24.031" v="2032" actId="14100"/>
          <ac:spMkLst>
            <pc:docMk/>
            <pc:sldMk cId="845995391" sldId="284"/>
            <ac:spMk id="190" creationId="{6E5BD0D8-74B2-6DE8-69DA-6A1ACA59C4A2}"/>
          </ac:spMkLst>
        </pc:spChg>
        <pc:spChg chg="add mod">
          <ac:chgData name="Neetika Upadhyay" userId="e9b6d962-fa40-468d-9d05-d1a1667f69d2" providerId="ADAL" clId="{7918CE3F-229F-4223-8C4C-562EB009B91B}" dt="2025-07-30T15:41:13.503" v="2099" actId="1037"/>
          <ac:spMkLst>
            <pc:docMk/>
            <pc:sldMk cId="845995391" sldId="284"/>
            <ac:spMk id="213" creationId="{9653A846-2576-7C80-708E-A632F6314840}"/>
          </ac:spMkLst>
        </pc:spChg>
        <pc:spChg chg="add mod">
          <ac:chgData name="Neetika Upadhyay" userId="e9b6d962-fa40-468d-9d05-d1a1667f69d2" providerId="ADAL" clId="{7918CE3F-229F-4223-8C4C-562EB009B91B}" dt="2025-07-30T15:45:54.967" v="2239" actId="14100"/>
          <ac:spMkLst>
            <pc:docMk/>
            <pc:sldMk cId="845995391" sldId="284"/>
            <ac:spMk id="220" creationId="{B7114F2A-8620-ACA9-A281-302E3751D647}"/>
          </ac:spMkLst>
        </pc:spChg>
        <pc:picChg chg="add mod">
          <ac:chgData name="Neetika Upadhyay" userId="e9b6d962-fa40-468d-9d05-d1a1667f69d2" providerId="ADAL" clId="{7918CE3F-229F-4223-8C4C-562EB009B91B}" dt="2025-07-30T15:34:19.561" v="1879" actId="1035"/>
          <ac:picMkLst>
            <pc:docMk/>
            <pc:sldMk cId="845995391" sldId="284"/>
            <ac:picMk id="3" creationId="{8A8EAC4B-2600-DC58-BC80-7DBB87D2C8E1}"/>
          </ac:picMkLst>
        </pc:picChg>
        <pc:picChg chg="add mod">
          <ac:chgData name="Neetika Upadhyay" userId="e9b6d962-fa40-468d-9d05-d1a1667f69d2" providerId="ADAL" clId="{7918CE3F-229F-4223-8C4C-562EB009B91B}" dt="2025-07-30T15:45:47.717" v="2238" actId="207"/>
          <ac:picMkLst>
            <pc:docMk/>
            <pc:sldMk cId="845995391" sldId="284"/>
            <ac:picMk id="41" creationId="{29129F96-18E0-D483-264B-C0FCC571D488}"/>
          </ac:picMkLst>
        </pc:picChg>
        <pc:picChg chg="add mod">
          <ac:chgData name="Neetika Upadhyay" userId="e9b6d962-fa40-468d-9d05-d1a1667f69d2" providerId="ADAL" clId="{7918CE3F-229F-4223-8C4C-562EB009B91B}" dt="2025-07-30T15:45:47.717" v="2238" actId="207"/>
          <ac:picMkLst>
            <pc:docMk/>
            <pc:sldMk cId="845995391" sldId="284"/>
            <ac:picMk id="45" creationId="{D734A56C-D6A9-0AF5-8E3D-EC31783CB090}"/>
          </ac:picMkLst>
        </pc:picChg>
        <pc:picChg chg="add mod">
          <ac:chgData name="Neetika Upadhyay" userId="e9b6d962-fa40-468d-9d05-d1a1667f69d2" providerId="ADAL" clId="{7918CE3F-229F-4223-8C4C-562EB009B91B}" dt="2025-07-30T16:15:59.983" v="2572" actId="1076"/>
          <ac:picMkLst>
            <pc:docMk/>
            <pc:sldMk cId="845995391" sldId="284"/>
            <ac:picMk id="80" creationId="{0044A014-38D0-CC70-7CA6-EE7F278A64FE}"/>
          </ac:picMkLst>
        </pc:picChg>
        <pc:picChg chg="add mod">
          <ac:chgData name="Neetika Upadhyay" userId="e9b6d962-fa40-468d-9d05-d1a1667f69d2" providerId="ADAL" clId="{7918CE3F-229F-4223-8C4C-562EB009B91B}" dt="2025-07-30T15:37:52.322" v="1953" actId="1035"/>
          <ac:picMkLst>
            <pc:docMk/>
            <pc:sldMk cId="845995391" sldId="284"/>
            <ac:picMk id="86" creationId="{D8897B39-C952-4859-F5FE-36E11082686C}"/>
          </ac:picMkLst>
        </pc:picChg>
        <pc:picChg chg="add mod">
          <ac:chgData name="Neetika Upadhyay" userId="e9b6d962-fa40-468d-9d05-d1a1667f69d2" providerId="ADAL" clId="{7918CE3F-229F-4223-8C4C-562EB009B91B}" dt="2025-07-30T15:37:52.322" v="1953" actId="1035"/>
          <ac:picMkLst>
            <pc:docMk/>
            <pc:sldMk cId="845995391" sldId="284"/>
            <ac:picMk id="90" creationId="{4A43573E-79DC-7892-E7A8-03BF78671354}"/>
          </ac:picMkLst>
        </pc:picChg>
        <pc:picChg chg="add mod">
          <ac:chgData name="Neetika Upadhyay" userId="e9b6d962-fa40-468d-9d05-d1a1667f69d2" providerId="ADAL" clId="{7918CE3F-229F-4223-8C4C-562EB009B91B}" dt="2025-07-30T15:44:31.361" v="2225" actId="1037"/>
          <ac:picMkLst>
            <pc:docMk/>
            <pc:sldMk cId="845995391" sldId="284"/>
            <ac:picMk id="102" creationId="{B8F8E28C-3662-9A14-48DB-BBA98CAFB1D3}"/>
          </ac:picMkLst>
        </pc:picChg>
        <pc:picChg chg="add mod">
          <ac:chgData name="Neetika Upadhyay" userId="e9b6d962-fa40-468d-9d05-d1a1667f69d2" providerId="ADAL" clId="{7918CE3F-229F-4223-8C4C-562EB009B91B}" dt="2025-07-30T15:40:43.066" v="2061" actId="1038"/>
          <ac:picMkLst>
            <pc:docMk/>
            <pc:sldMk cId="845995391" sldId="284"/>
            <ac:picMk id="123" creationId="{636B8E6D-5424-ACBC-C98A-99416B35BAC7}"/>
          </ac:picMkLst>
        </pc:picChg>
        <pc:cxnChg chg="add mod">
          <ac:chgData name="Neetika Upadhyay" userId="e9b6d962-fa40-468d-9d05-d1a1667f69d2" providerId="ADAL" clId="{7918CE3F-229F-4223-8C4C-562EB009B91B}" dt="2025-07-30T15:24:18.246" v="1487" actId="14100"/>
          <ac:cxnSpMkLst>
            <pc:docMk/>
            <pc:sldMk cId="845995391" sldId="284"/>
            <ac:cxnSpMk id="146" creationId="{924F2BE6-A6FD-C953-6FB7-84297AA12B5A}"/>
          </ac:cxnSpMkLst>
        </pc:cxnChg>
        <pc:cxnChg chg="add mod">
          <ac:chgData name="Neetika Upadhyay" userId="e9b6d962-fa40-468d-9d05-d1a1667f69d2" providerId="ADAL" clId="{7918CE3F-229F-4223-8C4C-562EB009B91B}" dt="2025-07-30T15:24:45.263" v="1518" actId="1076"/>
          <ac:cxnSpMkLst>
            <pc:docMk/>
            <pc:sldMk cId="845995391" sldId="284"/>
            <ac:cxnSpMk id="148" creationId="{7E0926C0-BF9D-3C47-9828-60FF3380E5FC}"/>
          </ac:cxnSpMkLst>
        </pc:cxnChg>
        <pc:cxnChg chg="add mod">
          <ac:chgData name="Neetika Upadhyay" userId="e9b6d962-fa40-468d-9d05-d1a1667f69d2" providerId="ADAL" clId="{7918CE3F-229F-4223-8C4C-562EB009B91B}" dt="2025-07-30T15:15:18.666" v="1199" actId="1038"/>
          <ac:cxnSpMkLst>
            <pc:docMk/>
            <pc:sldMk cId="845995391" sldId="284"/>
            <ac:cxnSpMk id="150" creationId="{376720C9-7212-21D8-BBDD-855BA2A007E9}"/>
          </ac:cxnSpMkLst>
        </pc:cxnChg>
        <pc:cxnChg chg="add mod">
          <ac:chgData name="Neetika Upadhyay" userId="e9b6d962-fa40-468d-9d05-d1a1667f69d2" providerId="ADAL" clId="{7918CE3F-229F-4223-8C4C-562EB009B91B}" dt="2025-07-30T15:24:45.263" v="1518" actId="1076"/>
          <ac:cxnSpMkLst>
            <pc:docMk/>
            <pc:sldMk cId="845995391" sldId="284"/>
            <ac:cxnSpMk id="164" creationId="{22B1436D-9873-2936-5975-3B9CBA66C4D2}"/>
          </ac:cxnSpMkLst>
        </pc:cxnChg>
        <pc:cxnChg chg="add mod">
          <ac:chgData name="Neetika Upadhyay" userId="e9b6d962-fa40-468d-9d05-d1a1667f69d2" providerId="ADAL" clId="{7918CE3F-229F-4223-8C4C-562EB009B91B}" dt="2025-07-30T15:24:50.111" v="1519" actId="1076"/>
          <ac:cxnSpMkLst>
            <pc:docMk/>
            <pc:sldMk cId="845995391" sldId="284"/>
            <ac:cxnSpMk id="166" creationId="{50552CB8-616B-76A3-48FE-C86DC418205A}"/>
          </ac:cxnSpMkLst>
        </pc:cxnChg>
        <pc:cxnChg chg="add mod">
          <ac:chgData name="Neetika Upadhyay" userId="e9b6d962-fa40-468d-9d05-d1a1667f69d2" providerId="ADAL" clId="{7918CE3F-229F-4223-8C4C-562EB009B91B}" dt="2025-07-30T15:25:01.802" v="1520" actId="1076"/>
          <ac:cxnSpMkLst>
            <pc:docMk/>
            <pc:sldMk cId="845995391" sldId="284"/>
            <ac:cxnSpMk id="168" creationId="{F69316FF-5CEF-E162-8553-A7057F444DB9}"/>
          </ac:cxnSpMkLst>
        </pc:cxnChg>
        <pc:cxnChg chg="add mod">
          <ac:chgData name="Neetika Upadhyay" userId="e9b6d962-fa40-468d-9d05-d1a1667f69d2" providerId="ADAL" clId="{7918CE3F-229F-4223-8C4C-562EB009B91B}" dt="2025-07-30T15:40:24.031" v="2032" actId="14100"/>
          <ac:cxnSpMkLst>
            <pc:docMk/>
            <pc:sldMk cId="845995391" sldId="284"/>
            <ac:cxnSpMk id="192" creationId="{504DD9B6-A443-D4FD-56FC-83B8A3FBAA4E}"/>
          </ac:cxnSpMkLst>
        </pc:cxnChg>
        <pc:cxnChg chg="add mod">
          <ac:chgData name="Neetika Upadhyay" userId="e9b6d962-fa40-468d-9d05-d1a1667f69d2" providerId="ADAL" clId="{7918CE3F-229F-4223-8C4C-562EB009B91B}" dt="2025-07-30T15:40:43.066" v="2061" actId="1038"/>
          <ac:cxnSpMkLst>
            <pc:docMk/>
            <pc:sldMk cId="845995391" sldId="284"/>
            <ac:cxnSpMk id="194" creationId="{008E571E-69CF-3FB3-7360-362937DCF826}"/>
          </ac:cxnSpMkLst>
        </pc:cxnChg>
        <pc:cxnChg chg="add mod">
          <ac:chgData name="Neetika Upadhyay" userId="e9b6d962-fa40-468d-9d05-d1a1667f69d2" providerId="ADAL" clId="{7918CE3F-229F-4223-8C4C-562EB009B91B}" dt="2025-07-30T15:40:47.721" v="2062" actId="14100"/>
          <ac:cxnSpMkLst>
            <pc:docMk/>
            <pc:sldMk cId="845995391" sldId="284"/>
            <ac:cxnSpMk id="203" creationId="{9C97A5A3-2121-27F4-11E0-DDA9D9151EB1}"/>
          </ac:cxnSpMkLst>
        </pc:cxnChg>
        <pc:cxnChg chg="add mod">
          <ac:chgData name="Neetika Upadhyay" userId="e9b6d962-fa40-468d-9d05-d1a1667f69d2" providerId="ADAL" clId="{7918CE3F-229F-4223-8C4C-562EB009B91B}" dt="2025-07-30T15:40:30.805" v="2033" actId="14100"/>
          <ac:cxnSpMkLst>
            <pc:docMk/>
            <pc:sldMk cId="845995391" sldId="284"/>
            <ac:cxnSpMk id="208" creationId="{8EC37E46-BFCF-5CB7-AB6F-9EABA3E8E614}"/>
          </ac:cxnSpMkLst>
        </pc:cxnChg>
        <pc:cxnChg chg="add">
          <ac:chgData name="Neetika Upadhyay" userId="e9b6d962-fa40-468d-9d05-d1a1667f69d2" providerId="ADAL" clId="{7918CE3F-229F-4223-8C4C-562EB009B91B}" dt="2025-07-30T15:38:20.435" v="1958" actId="11529"/>
          <ac:cxnSpMkLst>
            <pc:docMk/>
            <pc:sldMk cId="845995391" sldId="284"/>
            <ac:cxnSpMk id="215" creationId="{2F5DF654-F823-EF30-BD97-66F20D6F28EC}"/>
          </ac:cxnSpMkLst>
        </pc:cxnChg>
        <pc:cxnChg chg="add mod">
          <ac:chgData name="Neetika Upadhyay" userId="e9b6d962-fa40-468d-9d05-d1a1667f69d2" providerId="ADAL" clId="{7918CE3F-229F-4223-8C4C-562EB009B91B}" dt="2025-07-30T15:45:26.834" v="2237" actId="1035"/>
          <ac:cxnSpMkLst>
            <pc:docMk/>
            <pc:sldMk cId="845995391" sldId="284"/>
            <ac:cxnSpMk id="231" creationId="{C20CB3CA-9E38-F009-4DF6-5F64CD4EB9D3}"/>
          </ac:cxnSpMkLst>
        </pc:cxnChg>
        <pc:cxnChg chg="add mod">
          <ac:chgData name="Neetika Upadhyay" userId="e9b6d962-fa40-468d-9d05-d1a1667f69d2" providerId="ADAL" clId="{7918CE3F-229F-4223-8C4C-562EB009B91B}" dt="2025-07-30T16:04:13.049" v="2528" actId="14100"/>
          <ac:cxnSpMkLst>
            <pc:docMk/>
            <pc:sldMk cId="845995391" sldId="284"/>
            <ac:cxnSpMk id="235" creationId="{20E39559-C614-18C5-09D9-9EB22372DC0E}"/>
          </ac:cxnSpMkLst>
        </pc:cxnChg>
        <pc:cxnChg chg="add mod">
          <ac:chgData name="Neetika Upadhyay" userId="e9b6d962-fa40-468d-9d05-d1a1667f69d2" providerId="ADAL" clId="{7918CE3F-229F-4223-8C4C-562EB009B91B}" dt="2025-07-30T15:45:24.498" v="2236" actId="1036"/>
          <ac:cxnSpMkLst>
            <pc:docMk/>
            <pc:sldMk cId="845995391" sldId="284"/>
            <ac:cxnSpMk id="239" creationId="{362596D1-D682-42DE-EC56-050A57A523C8}"/>
          </ac:cxnSpMkLst>
        </pc:cxnChg>
      </pc:sldChg>
      <pc:sldChg chg="addSp delSp modSp add mod modNotesTx">
        <pc:chgData name="Neetika Upadhyay" userId="e9b6d962-fa40-468d-9d05-d1a1667f69d2" providerId="ADAL" clId="{7918CE3F-229F-4223-8C4C-562EB009B91B}" dt="2025-07-30T17:30:29.405" v="3612" actId="478"/>
        <pc:sldMkLst>
          <pc:docMk/>
          <pc:sldMk cId="2545081385" sldId="285"/>
        </pc:sldMkLst>
        <pc:spChg chg="add mod">
          <ac:chgData name="Neetika Upadhyay" userId="e9b6d962-fa40-468d-9d05-d1a1667f69d2" providerId="ADAL" clId="{7918CE3F-229F-4223-8C4C-562EB009B91B}" dt="2025-07-30T15:47:49.057" v="2338" actId="1038"/>
          <ac:spMkLst>
            <pc:docMk/>
            <pc:sldMk cId="2545081385" sldId="285"/>
            <ac:spMk id="5" creationId="{F31D9E89-419B-3CC6-E267-628D001F9415}"/>
          </ac:spMkLst>
        </pc:spChg>
        <pc:spChg chg="mod">
          <ac:chgData name="Neetika Upadhyay" userId="e9b6d962-fa40-468d-9d05-d1a1667f69d2" providerId="ADAL" clId="{7918CE3F-229F-4223-8C4C-562EB009B91B}" dt="2025-07-30T16:18:00.016" v="2583" actId="208"/>
          <ac:spMkLst>
            <pc:docMk/>
            <pc:sldMk cId="2545081385" sldId="285"/>
            <ac:spMk id="23" creationId="{3ACFD87D-CC1E-CD0B-8B0C-ECF76FB2D15D}"/>
          </ac:spMkLst>
        </pc:spChg>
        <pc:spChg chg="mod">
          <ac:chgData name="Neetika Upadhyay" userId="e9b6d962-fa40-468d-9d05-d1a1667f69d2" providerId="ADAL" clId="{7918CE3F-229F-4223-8C4C-562EB009B91B}" dt="2025-07-30T16:11:45.463" v="2534" actId="164"/>
          <ac:spMkLst>
            <pc:docMk/>
            <pc:sldMk cId="2545081385" sldId="285"/>
            <ac:spMk id="35" creationId="{AF4AD765-F0C0-FD83-BDCB-175D539F7E69}"/>
          </ac:spMkLst>
        </pc:spChg>
        <pc:spChg chg="mod">
          <ac:chgData name="Neetika Upadhyay" userId="e9b6d962-fa40-468d-9d05-d1a1667f69d2" providerId="ADAL" clId="{7918CE3F-229F-4223-8C4C-562EB009B91B}" dt="2025-07-30T16:11:45.463" v="2534" actId="164"/>
          <ac:spMkLst>
            <pc:docMk/>
            <pc:sldMk cId="2545081385" sldId="285"/>
            <ac:spMk id="49" creationId="{CB2B97E9-D166-E902-4521-F47B7A7A5204}"/>
          </ac:spMkLst>
        </pc:spChg>
        <pc:spChg chg="mod">
          <ac:chgData name="Neetika Upadhyay" userId="e9b6d962-fa40-468d-9d05-d1a1667f69d2" providerId="ADAL" clId="{7918CE3F-229F-4223-8C4C-562EB009B91B}" dt="2025-07-30T15:59:00.124" v="2524" actId="1036"/>
          <ac:spMkLst>
            <pc:docMk/>
            <pc:sldMk cId="2545081385" sldId="285"/>
            <ac:spMk id="50" creationId="{3E65CFDF-9B13-881E-9C5B-C6DCAF155194}"/>
          </ac:spMkLst>
        </pc:spChg>
        <pc:spChg chg="mod">
          <ac:chgData name="Neetika Upadhyay" userId="e9b6d962-fa40-468d-9d05-d1a1667f69d2" providerId="ADAL" clId="{7918CE3F-229F-4223-8C4C-562EB009B91B}" dt="2025-07-30T15:59:00.124" v="2524" actId="1036"/>
          <ac:spMkLst>
            <pc:docMk/>
            <pc:sldMk cId="2545081385" sldId="285"/>
            <ac:spMk id="51" creationId="{ED36159E-F279-4826-D208-28065FAF0E5B}"/>
          </ac:spMkLst>
        </pc:spChg>
        <pc:spChg chg="mod">
          <ac:chgData name="Neetika Upadhyay" userId="e9b6d962-fa40-468d-9d05-d1a1667f69d2" providerId="ADAL" clId="{7918CE3F-229F-4223-8C4C-562EB009B91B}" dt="2025-07-30T16:11:45.463" v="2534" actId="164"/>
          <ac:spMkLst>
            <pc:docMk/>
            <pc:sldMk cId="2545081385" sldId="285"/>
            <ac:spMk id="58" creationId="{9FFF2C38-EB95-F852-D06C-608B73081DE0}"/>
          </ac:spMkLst>
        </pc:spChg>
        <pc:spChg chg="mod">
          <ac:chgData name="Neetika Upadhyay" userId="e9b6d962-fa40-468d-9d05-d1a1667f69d2" providerId="ADAL" clId="{7918CE3F-229F-4223-8C4C-562EB009B91B}" dt="2025-07-30T16:11:35.244" v="2533" actId="164"/>
          <ac:spMkLst>
            <pc:docMk/>
            <pc:sldMk cId="2545081385" sldId="285"/>
            <ac:spMk id="60" creationId="{A6C1431C-DF5F-94D6-FEE3-4458CCF545C2}"/>
          </ac:spMkLst>
        </pc:spChg>
        <pc:spChg chg="mod">
          <ac:chgData name="Neetika Upadhyay" userId="e9b6d962-fa40-468d-9d05-d1a1667f69d2" providerId="ADAL" clId="{7918CE3F-229F-4223-8C4C-562EB009B91B}" dt="2025-07-30T16:14:35.312" v="2564" actId="208"/>
          <ac:spMkLst>
            <pc:docMk/>
            <pc:sldMk cId="2545081385" sldId="285"/>
            <ac:spMk id="72" creationId="{2DCD4CAD-273C-B4EF-3773-F68573A54445}"/>
          </ac:spMkLst>
        </pc:spChg>
        <pc:spChg chg="mod">
          <ac:chgData name="Neetika Upadhyay" userId="e9b6d962-fa40-468d-9d05-d1a1667f69d2" providerId="ADAL" clId="{7918CE3F-229F-4223-8C4C-562EB009B91B}" dt="2025-07-30T15:49:55.939" v="2346" actId="208"/>
          <ac:spMkLst>
            <pc:docMk/>
            <pc:sldMk cId="2545081385" sldId="285"/>
            <ac:spMk id="81" creationId="{A1416F8A-E9F7-4DF1-B616-9F8A71705529}"/>
          </ac:spMkLst>
        </pc:spChg>
        <pc:spChg chg="mod">
          <ac:chgData name="Neetika Upadhyay" userId="e9b6d962-fa40-468d-9d05-d1a1667f69d2" providerId="ADAL" clId="{7918CE3F-229F-4223-8C4C-562EB009B91B}" dt="2025-07-30T15:49:55.939" v="2346" actId="208"/>
          <ac:spMkLst>
            <pc:docMk/>
            <pc:sldMk cId="2545081385" sldId="285"/>
            <ac:spMk id="82" creationId="{FCBA2884-8B66-EA34-1E9D-1AF1BABB5EC6}"/>
          </ac:spMkLst>
        </pc:spChg>
        <pc:spChg chg="mod">
          <ac:chgData name="Neetika Upadhyay" userId="e9b6d962-fa40-468d-9d05-d1a1667f69d2" providerId="ADAL" clId="{7918CE3F-229F-4223-8C4C-562EB009B91B}" dt="2025-07-30T16:11:45.463" v="2534" actId="164"/>
          <ac:spMkLst>
            <pc:docMk/>
            <pc:sldMk cId="2545081385" sldId="285"/>
            <ac:spMk id="84" creationId="{B6CF9CE3-9117-C06F-6F23-2E25D8AD6A28}"/>
          </ac:spMkLst>
        </pc:spChg>
        <pc:spChg chg="mod">
          <ac:chgData name="Neetika Upadhyay" userId="e9b6d962-fa40-468d-9d05-d1a1667f69d2" providerId="ADAL" clId="{7918CE3F-229F-4223-8C4C-562EB009B91B}" dt="2025-07-30T16:11:45.463" v="2534" actId="164"/>
          <ac:spMkLst>
            <pc:docMk/>
            <pc:sldMk cId="2545081385" sldId="285"/>
            <ac:spMk id="103" creationId="{46629F57-6A3B-196B-1A4B-5FB2F4F8883E}"/>
          </ac:spMkLst>
        </pc:spChg>
        <pc:spChg chg="mod">
          <ac:chgData name="Neetika Upadhyay" userId="e9b6d962-fa40-468d-9d05-d1a1667f69d2" providerId="ADAL" clId="{7918CE3F-229F-4223-8C4C-562EB009B91B}" dt="2025-07-30T15:50:28.081" v="2348" actId="1076"/>
          <ac:spMkLst>
            <pc:docMk/>
            <pc:sldMk cId="2545081385" sldId="285"/>
            <ac:spMk id="104" creationId="{F8095A4E-4528-A20C-8D54-9838EC0C8136}"/>
          </ac:spMkLst>
        </pc:spChg>
        <pc:spChg chg="mod">
          <ac:chgData name="Neetika Upadhyay" userId="e9b6d962-fa40-468d-9d05-d1a1667f69d2" providerId="ADAL" clId="{7918CE3F-229F-4223-8C4C-562EB009B91B}" dt="2025-07-30T16:11:45.463" v="2534" actId="164"/>
          <ac:spMkLst>
            <pc:docMk/>
            <pc:sldMk cId="2545081385" sldId="285"/>
            <ac:spMk id="125" creationId="{89A02388-96D0-0791-2D11-ADF332AF28BA}"/>
          </ac:spMkLst>
        </pc:spChg>
        <pc:spChg chg="mod">
          <ac:chgData name="Neetika Upadhyay" userId="e9b6d962-fa40-468d-9d05-d1a1667f69d2" providerId="ADAL" clId="{7918CE3F-229F-4223-8C4C-562EB009B91B}" dt="2025-07-30T16:11:45.463" v="2534" actId="164"/>
          <ac:spMkLst>
            <pc:docMk/>
            <pc:sldMk cId="2545081385" sldId="285"/>
            <ac:spMk id="152" creationId="{F75248F8-07DE-8367-E5A1-1775E1255D19}"/>
          </ac:spMkLst>
        </pc:spChg>
        <pc:spChg chg="mod">
          <ac:chgData name="Neetika Upadhyay" userId="e9b6d962-fa40-468d-9d05-d1a1667f69d2" providerId="ADAL" clId="{7918CE3F-229F-4223-8C4C-562EB009B91B}" dt="2025-07-30T16:11:45.463" v="2534" actId="164"/>
          <ac:spMkLst>
            <pc:docMk/>
            <pc:sldMk cId="2545081385" sldId="285"/>
            <ac:spMk id="190" creationId="{0998D389-0030-C5BC-9316-F5E137AD3331}"/>
          </ac:spMkLst>
        </pc:spChg>
        <pc:spChg chg="mod">
          <ac:chgData name="Neetika Upadhyay" userId="e9b6d962-fa40-468d-9d05-d1a1667f69d2" providerId="ADAL" clId="{7918CE3F-229F-4223-8C4C-562EB009B91B}" dt="2025-07-30T16:11:45.463" v="2534" actId="164"/>
          <ac:spMkLst>
            <pc:docMk/>
            <pc:sldMk cId="2545081385" sldId="285"/>
            <ac:spMk id="213" creationId="{E9F8C962-E674-1F82-F439-B5738938AEDE}"/>
          </ac:spMkLst>
        </pc:spChg>
        <pc:spChg chg="mod">
          <ac:chgData name="Neetika Upadhyay" userId="e9b6d962-fa40-468d-9d05-d1a1667f69d2" providerId="ADAL" clId="{7918CE3F-229F-4223-8C4C-562EB009B91B}" dt="2025-07-30T16:11:45.463" v="2534" actId="164"/>
          <ac:spMkLst>
            <pc:docMk/>
            <pc:sldMk cId="2545081385" sldId="285"/>
            <ac:spMk id="220" creationId="{3205471F-8BDE-0E0D-F4BB-22F96B9815BE}"/>
          </ac:spMkLst>
        </pc:spChg>
        <pc:grpChg chg="mod">
          <ac:chgData name="Neetika Upadhyay" userId="e9b6d962-fa40-468d-9d05-d1a1667f69d2" providerId="ADAL" clId="{7918CE3F-229F-4223-8C4C-562EB009B91B}" dt="2025-07-30T16:11:49.021" v="2536" actId="14100"/>
          <ac:grpSpMkLst>
            <pc:docMk/>
            <pc:sldMk cId="2545081385" sldId="285"/>
            <ac:grpSpMk id="8" creationId="{AAD2752D-72CF-8C47-E27D-FDF6FA9CE8D2}"/>
          </ac:grpSpMkLst>
        </pc:grpChg>
        <pc:picChg chg="mod">
          <ac:chgData name="Neetika Upadhyay" userId="e9b6d962-fa40-468d-9d05-d1a1667f69d2" providerId="ADAL" clId="{7918CE3F-229F-4223-8C4C-562EB009B91B}" dt="2025-07-30T15:57:21.273" v="2501" actId="1037"/>
          <ac:picMkLst>
            <pc:docMk/>
            <pc:sldMk cId="2545081385" sldId="285"/>
            <ac:picMk id="3" creationId="{F4D4065B-180D-DA2C-FCBB-367288D42537}"/>
          </ac:picMkLst>
        </pc:picChg>
        <pc:picChg chg="mod">
          <ac:chgData name="Neetika Upadhyay" userId="e9b6d962-fa40-468d-9d05-d1a1667f69d2" providerId="ADAL" clId="{7918CE3F-229F-4223-8C4C-562EB009B91B}" dt="2025-07-30T15:47:20.928" v="2324" actId="1037"/>
          <ac:picMkLst>
            <pc:docMk/>
            <pc:sldMk cId="2545081385" sldId="285"/>
            <ac:picMk id="41" creationId="{F535FCB3-3EC4-3AD6-2C73-4707874109CB}"/>
          </ac:picMkLst>
        </pc:picChg>
        <pc:picChg chg="mod">
          <ac:chgData name="Neetika Upadhyay" userId="e9b6d962-fa40-468d-9d05-d1a1667f69d2" providerId="ADAL" clId="{7918CE3F-229F-4223-8C4C-562EB009B91B}" dt="2025-07-30T15:47:13.757" v="2296" actId="1037"/>
          <ac:picMkLst>
            <pc:docMk/>
            <pc:sldMk cId="2545081385" sldId="285"/>
            <ac:picMk id="45" creationId="{8F31C140-C460-8609-F741-BE7B8C00921D}"/>
          </ac:picMkLst>
        </pc:picChg>
        <pc:picChg chg="mod">
          <ac:chgData name="Neetika Upadhyay" userId="e9b6d962-fa40-468d-9d05-d1a1667f69d2" providerId="ADAL" clId="{7918CE3F-229F-4223-8C4C-562EB009B91B}" dt="2025-07-30T15:56:44.421" v="2478" actId="1036"/>
          <ac:picMkLst>
            <pc:docMk/>
            <pc:sldMk cId="2545081385" sldId="285"/>
            <ac:picMk id="123" creationId="{B355D3C4-8551-A9BE-DCFA-75FF30BA4EE1}"/>
          </ac:picMkLst>
        </pc:picChg>
        <pc:picChg chg="add mod">
          <ac:chgData name="Neetika Upadhyay" userId="e9b6d962-fa40-468d-9d05-d1a1667f69d2" providerId="ADAL" clId="{7918CE3F-229F-4223-8C4C-562EB009B91B}" dt="2025-07-30T16:16:54.956" v="2581" actId="1076"/>
          <ac:picMkLst>
            <pc:docMk/>
            <pc:sldMk cId="2545081385" sldId="285"/>
            <ac:picMk id="242" creationId="{7705D8C8-11A0-64FB-E969-8017A22E9A67}"/>
          </ac:picMkLst>
        </pc:picChg>
        <pc:cxnChg chg="add mod">
          <ac:chgData name="Neetika Upadhyay" userId="e9b6d962-fa40-468d-9d05-d1a1667f69d2" providerId="ADAL" clId="{7918CE3F-229F-4223-8C4C-562EB009B91B}" dt="2025-07-30T16:24:00.408" v="2601" actId="208"/>
          <ac:cxnSpMkLst>
            <pc:docMk/>
            <pc:sldMk cId="2545081385" sldId="285"/>
            <ac:cxnSpMk id="19" creationId="{6C32246B-82C2-11E0-73F5-0CD20D0A38D8}"/>
          </ac:cxnSpMkLst>
        </pc:cxnChg>
        <pc:cxnChg chg="add mod">
          <ac:chgData name="Neetika Upadhyay" userId="e9b6d962-fa40-468d-9d05-d1a1667f69d2" providerId="ADAL" clId="{7918CE3F-229F-4223-8C4C-562EB009B91B}" dt="2025-07-30T16:19:15.191" v="2592" actId="1582"/>
          <ac:cxnSpMkLst>
            <pc:docMk/>
            <pc:sldMk cId="2545081385" sldId="285"/>
            <ac:cxnSpMk id="27" creationId="{CA894FCE-7E06-5363-2515-80F09ACDF62F}"/>
          </ac:cxnSpMkLst>
        </pc:cxnChg>
        <pc:cxnChg chg="add mod">
          <ac:chgData name="Neetika Upadhyay" userId="e9b6d962-fa40-468d-9d05-d1a1667f69d2" providerId="ADAL" clId="{7918CE3F-229F-4223-8C4C-562EB009B91B}" dt="2025-07-30T16:19:15.191" v="2592" actId="1582"/>
          <ac:cxnSpMkLst>
            <pc:docMk/>
            <pc:sldMk cId="2545081385" sldId="285"/>
            <ac:cxnSpMk id="32" creationId="{1172181B-6C0D-9980-8181-C53A43F1FBD7}"/>
          </ac:cxnSpMkLst>
        </pc:cxnChg>
        <pc:cxnChg chg="add mod">
          <ac:chgData name="Neetika Upadhyay" userId="e9b6d962-fa40-468d-9d05-d1a1667f69d2" providerId="ADAL" clId="{7918CE3F-229F-4223-8C4C-562EB009B91B}" dt="2025-07-30T16:19:15.191" v="2592" actId="1582"/>
          <ac:cxnSpMkLst>
            <pc:docMk/>
            <pc:sldMk cId="2545081385" sldId="285"/>
            <ac:cxnSpMk id="38" creationId="{50199242-D87F-50F7-2A85-A952A7DD1E42}"/>
          </ac:cxnSpMkLst>
        </pc:cxnChg>
        <pc:cxnChg chg="mod">
          <ac:chgData name="Neetika Upadhyay" userId="e9b6d962-fa40-468d-9d05-d1a1667f69d2" providerId="ADAL" clId="{7918CE3F-229F-4223-8C4C-562EB009B91B}" dt="2025-07-30T16:19:44.636" v="2593" actId="1582"/>
          <ac:cxnSpMkLst>
            <pc:docMk/>
            <pc:sldMk cId="2545081385" sldId="285"/>
            <ac:cxnSpMk id="146" creationId="{AF64F5CC-5CA9-E966-E4EF-1815DD212E24}"/>
          </ac:cxnSpMkLst>
        </pc:cxnChg>
        <pc:cxnChg chg="mod">
          <ac:chgData name="Neetika Upadhyay" userId="e9b6d962-fa40-468d-9d05-d1a1667f69d2" providerId="ADAL" clId="{7918CE3F-229F-4223-8C4C-562EB009B91B}" dt="2025-07-30T16:19:44.636" v="2593" actId="1582"/>
          <ac:cxnSpMkLst>
            <pc:docMk/>
            <pc:sldMk cId="2545081385" sldId="285"/>
            <ac:cxnSpMk id="148" creationId="{1F1C6521-D9EE-6EB1-1E16-7F8524535EBF}"/>
          </ac:cxnSpMkLst>
        </pc:cxnChg>
        <pc:cxnChg chg="mod">
          <ac:chgData name="Neetika Upadhyay" userId="e9b6d962-fa40-468d-9d05-d1a1667f69d2" providerId="ADAL" clId="{7918CE3F-229F-4223-8C4C-562EB009B91B}" dt="2025-07-30T16:19:44.636" v="2593" actId="1582"/>
          <ac:cxnSpMkLst>
            <pc:docMk/>
            <pc:sldMk cId="2545081385" sldId="285"/>
            <ac:cxnSpMk id="150" creationId="{A1835480-A4EE-D582-3E7A-F595121351E7}"/>
          </ac:cxnSpMkLst>
        </pc:cxnChg>
        <pc:cxnChg chg="mod">
          <ac:chgData name="Neetika Upadhyay" userId="e9b6d962-fa40-468d-9d05-d1a1667f69d2" providerId="ADAL" clId="{7918CE3F-229F-4223-8C4C-562EB009B91B}" dt="2025-07-30T16:19:44.636" v="2593" actId="1582"/>
          <ac:cxnSpMkLst>
            <pc:docMk/>
            <pc:sldMk cId="2545081385" sldId="285"/>
            <ac:cxnSpMk id="164" creationId="{EB3ED6C2-E3A6-4E8B-D812-6DD46A5DD13A}"/>
          </ac:cxnSpMkLst>
        </pc:cxnChg>
        <pc:cxnChg chg="mod">
          <ac:chgData name="Neetika Upadhyay" userId="e9b6d962-fa40-468d-9d05-d1a1667f69d2" providerId="ADAL" clId="{7918CE3F-229F-4223-8C4C-562EB009B91B}" dt="2025-07-30T16:19:44.636" v="2593" actId="1582"/>
          <ac:cxnSpMkLst>
            <pc:docMk/>
            <pc:sldMk cId="2545081385" sldId="285"/>
            <ac:cxnSpMk id="166" creationId="{B1150538-57BC-9BC7-C3FE-BC20C171A219}"/>
          </ac:cxnSpMkLst>
        </pc:cxnChg>
        <pc:cxnChg chg="mod">
          <ac:chgData name="Neetika Upadhyay" userId="e9b6d962-fa40-468d-9d05-d1a1667f69d2" providerId="ADAL" clId="{7918CE3F-229F-4223-8C4C-562EB009B91B}" dt="2025-07-30T16:19:44.636" v="2593" actId="1582"/>
          <ac:cxnSpMkLst>
            <pc:docMk/>
            <pc:sldMk cId="2545081385" sldId="285"/>
            <ac:cxnSpMk id="168" creationId="{D8A242AC-E62B-5307-8E91-1CC42DAE4894}"/>
          </ac:cxnSpMkLst>
        </pc:cxnChg>
        <pc:cxnChg chg="mod">
          <ac:chgData name="Neetika Upadhyay" userId="e9b6d962-fa40-468d-9d05-d1a1667f69d2" providerId="ADAL" clId="{7918CE3F-229F-4223-8C4C-562EB009B91B}" dt="2025-07-30T16:18:11.483" v="2587" actId="208"/>
          <ac:cxnSpMkLst>
            <pc:docMk/>
            <pc:sldMk cId="2545081385" sldId="285"/>
            <ac:cxnSpMk id="192" creationId="{E05BD3B0-3EC9-EAF2-E8FA-6854A87223F5}"/>
          </ac:cxnSpMkLst>
        </pc:cxnChg>
        <pc:cxnChg chg="mod">
          <ac:chgData name="Neetika Upadhyay" userId="e9b6d962-fa40-468d-9d05-d1a1667f69d2" providerId="ADAL" clId="{7918CE3F-229F-4223-8C4C-562EB009B91B}" dt="2025-07-30T16:19:15.191" v="2592" actId="1582"/>
          <ac:cxnSpMkLst>
            <pc:docMk/>
            <pc:sldMk cId="2545081385" sldId="285"/>
            <ac:cxnSpMk id="215" creationId="{BE614C0A-30BF-CED1-08D0-D20CE680B3AA}"/>
          </ac:cxnSpMkLst>
        </pc:cxnChg>
        <pc:cxnChg chg="mod">
          <ac:chgData name="Neetika Upadhyay" userId="e9b6d962-fa40-468d-9d05-d1a1667f69d2" providerId="ADAL" clId="{7918CE3F-229F-4223-8C4C-562EB009B91B}" dt="2025-07-30T16:19:15.191" v="2592" actId="1582"/>
          <ac:cxnSpMkLst>
            <pc:docMk/>
            <pc:sldMk cId="2545081385" sldId="285"/>
            <ac:cxnSpMk id="231" creationId="{61EB1A99-511D-C94B-8B2A-2ECF3FB43CB5}"/>
          </ac:cxnSpMkLst>
        </pc:cxnChg>
        <pc:cxnChg chg="mod">
          <ac:chgData name="Neetika Upadhyay" userId="e9b6d962-fa40-468d-9d05-d1a1667f69d2" providerId="ADAL" clId="{7918CE3F-229F-4223-8C4C-562EB009B91B}" dt="2025-07-30T16:19:15.191" v="2592" actId="1582"/>
          <ac:cxnSpMkLst>
            <pc:docMk/>
            <pc:sldMk cId="2545081385" sldId="285"/>
            <ac:cxnSpMk id="239" creationId="{215FC7C2-C3A7-D30E-6FC5-3EEA5AB494AB}"/>
          </ac:cxnSpMkLst>
        </pc:cxnChg>
      </pc:sldChg>
      <pc:sldChg chg="del">
        <pc:chgData name="Neetika Upadhyay" userId="e9b6d962-fa40-468d-9d05-d1a1667f69d2" providerId="ADAL" clId="{7918CE3F-229F-4223-8C4C-562EB009B91B}" dt="2025-07-30T16:00:09.979" v="2527" actId="47"/>
        <pc:sldMkLst>
          <pc:docMk/>
          <pc:sldMk cId="158997148" sldId="286"/>
        </pc:sldMkLst>
      </pc:sldChg>
      <pc:sldChg chg="addSp delSp modSp add mod setBg delDesignElem modNotesTx">
        <pc:chgData name="Neetika Upadhyay" userId="e9b6d962-fa40-468d-9d05-d1a1667f69d2" providerId="ADAL" clId="{7918CE3F-229F-4223-8C4C-562EB009B91B}" dt="2025-07-30T18:29:30.023" v="3902" actId="207"/>
        <pc:sldMkLst>
          <pc:docMk/>
          <pc:sldMk cId="1712139396" sldId="286"/>
        </pc:sldMkLst>
        <pc:spChg chg="add mod">
          <ac:chgData name="Neetika Upadhyay" userId="e9b6d962-fa40-468d-9d05-d1a1667f69d2" providerId="ADAL" clId="{7918CE3F-229F-4223-8C4C-562EB009B91B}" dt="2025-07-30T17:24:48.071" v="3563" actId="164"/>
          <ac:spMkLst>
            <pc:docMk/>
            <pc:sldMk cId="1712139396" sldId="286"/>
            <ac:spMk id="2" creationId="{B6523654-4609-2142-C6AE-CC8AE34ED46A}"/>
          </ac:spMkLst>
        </pc:spChg>
        <pc:spChg chg="add mod">
          <ac:chgData name="Neetika Upadhyay" userId="e9b6d962-fa40-468d-9d05-d1a1667f69d2" providerId="ADAL" clId="{7918CE3F-229F-4223-8C4C-562EB009B91B}" dt="2025-07-30T17:24:48.071" v="3563" actId="164"/>
          <ac:spMkLst>
            <pc:docMk/>
            <pc:sldMk cId="1712139396" sldId="286"/>
            <ac:spMk id="5" creationId="{456E86D0-2F82-15E1-99C5-CA4815411A9B}"/>
          </ac:spMkLst>
        </pc:spChg>
        <pc:spChg chg="add mod">
          <ac:chgData name="Neetika Upadhyay" userId="e9b6d962-fa40-468d-9d05-d1a1667f69d2" providerId="ADAL" clId="{7918CE3F-229F-4223-8C4C-562EB009B91B}" dt="2025-07-30T17:24:48.071" v="3563" actId="164"/>
          <ac:spMkLst>
            <pc:docMk/>
            <pc:sldMk cId="1712139396" sldId="286"/>
            <ac:spMk id="6" creationId="{CCC8CC38-1114-9487-A92C-CF10FE93AA5E}"/>
          </ac:spMkLst>
        </pc:spChg>
        <pc:spChg chg="mod">
          <ac:chgData name="Neetika Upadhyay" userId="e9b6d962-fa40-468d-9d05-d1a1667f69d2" providerId="ADAL" clId="{7918CE3F-229F-4223-8C4C-562EB009B91B}" dt="2025-07-30T16:50:08.608" v="2888" actId="1076"/>
          <ac:spMkLst>
            <pc:docMk/>
            <pc:sldMk cId="1712139396" sldId="286"/>
            <ac:spMk id="8" creationId="{34F0D4E1-83A3-CFDA-68B5-B15CEDE6E12E}"/>
          </ac:spMkLst>
        </pc:spChg>
        <pc:spChg chg="add mod">
          <ac:chgData name="Neetika Upadhyay" userId="e9b6d962-fa40-468d-9d05-d1a1667f69d2" providerId="ADAL" clId="{7918CE3F-229F-4223-8C4C-562EB009B91B}" dt="2025-07-30T17:24:48.071" v="3563" actId="164"/>
          <ac:spMkLst>
            <pc:docMk/>
            <pc:sldMk cId="1712139396" sldId="286"/>
            <ac:spMk id="9" creationId="{DF61B8BD-F37F-A064-271A-3F28B237C049}"/>
          </ac:spMkLst>
        </pc:spChg>
        <pc:spChg chg="add mod">
          <ac:chgData name="Neetika Upadhyay" userId="e9b6d962-fa40-468d-9d05-d1a1667f69d2" providerId="ADAL" clId="{7918CE3F-229F-4223-8C4C-562EB009B91B}" dt="2025-07-30T17:24:48.071" v="3563" actId="164"/>
          <ac:spMkLst>
            <pc:docMk/>
            <pc:sldMk cId="1712139396" sldId="286"/>
            <ac:spMk id="11" creationId="{3EEC0919-FE4B-3EA3-BA3D-AF9AE0381B87}"/>
          </ac:spMkLst>
        </pc:spChg>
        <pc:spChg chg="add mod">
          <ac:chgData name="Neetika Upadhyay" userId="e9b6d962-fa40-468d-9d05-d1a1667f69d2" providerId="ADAL" clId="{7918CE3F-229F-4223-8C4C-562EB009B91B}" dt="2025-07-30T17:24:48.071" v="3563" actId="164"/>
          <ac:spMkLst>
            <pc:docMk/>
            <pc:sldMk cId="1712139396" sldId="286"/>
            <ac:spMk id="25" creationId="{8CB91C47-0839-8A5A-8AF8-545954FAB6E0}"/>
          </ac:spMkLst>
        </pc:spChg>
        <pc:spChg chg="add mod">
          <ac:chgData name="Neetika Upadhyay" userId="e9b6d962-fa40-468d-9d05-d1a1667f69d2" providerId="ADAL" clId="{7918CE3F-229F-4223-8C4C-562EB009B91B}" dt="2025-07-30T17:25:45.890" v="3598" actId="1035"/>
          <ac:spMkLst>
            <pc:docMk/>
            <pc:sldMk cId="1712139396" sldId="286"/>
            <ac:spMk id="26" creationId="{8E5D3312-446A-3DFD-06C6-0227A5894904}"/>
          </ac:spMkLst>
        </pc:spChg>
        <pc:spChg chg="add mod">
          <ac:chgData name="Neetika Upadhyay" userId="e9b6d962-fa40-468d-9d05-d1a1667f69d2" providerId="ADAL" clId="{7918CE3F-229F-4223-8C4C-562EB009B91B}" dt="2025-07-30T17:24:48.071" v="3563" actId="164"/>
          <ac:spMkLst>
            <pc:docMk/>
            <pc:sldMk cId="1712139396" sldId="286"/>
            <ac:spMk id="27" creationId="{F43292CA-B366-9585-4C39-CDB8BE88B4A2}"/>
          </ac:spMkLst>
        </pc:spChg>
        <pc:spChg chg="add mod">
          <ac:chgData name="Neetika Upadhyay" userId="e9b6d962-fa40-468d-9d05-d1a1667f69d2" providerId="ADAL" clId="{7918CE3F-229F-4223-8C4C-562EB009B91B}" dt="2025-07-30T18:29:30.023" v="3902" actId="207"/>
          <ac:spMkLst>
            <pc:docMk/>
            <pc:sldMk cId="1712139396" sldId="286"/>
            <ac:spMk id="34" creationId="{37A8D76F-CBBA-94E5-87FA-D75E1B64941E}"/>
          </ac:spMkLst>
        </pc:spChg>
        <pc:grpChg chg="add mod">
          <ac:chgData name="Neetika Upadhyay" userId="e9b6d962-fa40-468d-9d05-d1a1667f69d2" providerId="ADAL" clId="{7918CE3F-229F-4223-8C4C-562EB009B91B}" dt="2025-07-30T17:24:52.446" v="3564" actId="14100"/>
          <ac:grpSpMkLst>
            <pc:docMk/>
            <pc:sldMk cId="1712139396" sldId="286"/>
            <ac:grpSpMk id="37" creationId="{E353B49F-6DC4-BABD-2844-26455DA8C0E1}"/>
          </ac:grpSpMkLst>
        </pc:grpChg>
        <pc:cxnChg chg="add mod">
          <ac:chgData name="Neetika Upadhyay" userId="e9b6d962-fa40-468d-9d05-d1a1667f69d2" providerId="ADAL" clId="{7918CE3F-229F-4223-8C4C-562EB009B91B}" dt="2025-07-30T17:24:01.340" v="3510" actId="1035"/>
          <ac:cxnSpMkLst>
            <pc:docMk/>
            <pc:sldMk cId="1712139396" sldId="286"/>
            <ac:cxnSpMk id="13" creationId="{B0FC638D-2BC0-2B1A-BBE6-3EAB62F6F81E}"/>
          </ac:cxnSpMkLst>
        </pc:cxnChg>
        <pc:cxnChg chg="add mod">
          <ac:chgData name="Neetika Upadhyay" userId="e9b6d962-fa40-468d-9d05-d1a1667f69d2" providerId="ADAL" clId="{7918CE3F-229F-4223-8C4C-562EB009B91B}" dt="2025-07-30T17:24:14.022" v="3528" actId="1035"/>
          <ac:cxnSpMkLst>
            <pc:docMk/>
            <pc:sldMk cId="1712139396" sldId="286"/>
            <ac:cxnSpMk id="19" creationId="{8D13158D-68BD-3771-20E4-8BA6AC4B1C8F}"/>
          </ac:cxnSpMkLst>
        </pc:cxnChg>
        <pc:cxnChg chg="add mod">
          <ac:chgData name="Neetika Upadhyay" userId="e9b6d962-fa40-468d-9d05-d1a1667f69d2" providerId="ADAL" clId="{7918CE3F-229F-4223-8C4C-562EB009B91B}" dt="2025-07-30T17:24:17.780" v="3537" actId="1035"/>
          <ac:cxnSpMkLst>
            <pc:docMk/>
            <pc:sldMk cId="1712139396" sldId="286"/>
            <ac:cxnSpMk id="21" creationId="{6A68CEE0-3F3A-AF84-B270-0DA9AA5C948B}"/>
          </ac:cxnSpMkLst>
        </pc:cxnChg>
        <pc:cxnChg chg="add mod">
          <ac:chgData name="Neetika Upadhyay" userId="e9b6d962-fa40-468d-9d05-d1a1667f69d2" providerId="ADAL" clId="{7918CE3F-229F-4223-8C4C-562EB009B91B}" dt="2025-07-30T17:24:38.388" v="3562" actId="1036"/>
          <ac:cxnSpMkLst>
            <pc:docMk/>
            <pc:sldMk cId="1712139396" sldId="286"/>
            <ac:cxnSpMk id="23" creationId="{323C25B9-9449-E2E4-EF67-DE492872EC74}"/>
          </ac:cxnSpMkLst>
        </pc:cxnChg>
        <pc:cxnChg chg="add mod">
          <ac:chgData name="Neetika Upadhyay" userId="e9b6d962-fa40-468d-9d05-d1a1667f69d2" providerId="ADAL" clId="{7918CE3F-229F-4223-8C4C-562EB009B91B}" dt="2025-07-30T16:53:48.155" v="2994" actId="1582"/>
          <ac:cxnSpMkLst>
            <pc:docMk/>
            <pc:sldMk cId="1712139396" sldId="286"/>
            <ac:cxnSpMk id="29" creationId="{618EADB1-A0B0-2859-AE7F-CFCAA5CFB8F8}"/>
          </ac:cxnSpMkLst>
        </pc:cxnChg>
        <pc:cxnChg chg="add mod">
          <ac:chgData name="Neetika Upadhyay" userId="e9b6d962-fa40-468d-9d05-d1a1667f69d2" providerId="ADAL" clId="{7918CE3F-229F-4223-8C4C-562EB009B91B}" dt="2025-07-30T17:25:45.890" v="3598" actId="1035"/>
          <ac:cxnSpMkLst>
            <pc:docMk/>
            <pc:sldMk cId="1712139396" sldId="286"/>
            <ac:cxnSpMk id="31" creationId="{AC3AC1A2-4D9F-3A49-AF64-03E047CF20E1}"/>
          </ac:cxnSpMkLst>
        </pc:cxnChg>
        <pc:cxnChg chg="add mod">
          <ac:chgData name="Neetika Upadhyay" userId="e9b6d962-fa40-468d-9d05-d1a1667f69d2" providerId="ADAL" clId="{7918CE3F-229F-4223-8C4C-562EB009B91B}" dt="2025-07-30T17:24:30.415" v="3554" actId="1035"/>
          <ac:cxnSpMkLst>
            <pc:docMk/>
            <pc:sldMk cId="1712139396" sldId="286"/>
            <ac:cxnSpMk id="33" creationId="{9096E19F-4326-19FD-F96D-5F0E88F2D3EB}"/>
          </ac:cxnSpMkLst>
        </pc:cxnChg>
        <pc:cxnChg chg="add mod">
          <ac:chgData name="Neetika Upadhyay" userId="e9b6d962-fa40-468d-9d05-d1a1667f69d2" providerId="ADAL" clId="{7918CE3F-229F-4223-8C4C-562EB009B91B}" dt="2025-07-30T17:32:00.527" v="3618" actId="1037"/>
          <ac:cxnSpMkLst>
            <pc:docMk/>
            <pc:sldMk cId="1712139396" sldId="286"/>
            <ac:cxnSpMk id="36" creationId="{63B42682-E7E4-B40B-0856-B749B26B5508}"/>
          </ac:cxnSpMkLst>
        </pc:cxnChg>
      </pc:sldChg>
    </pc:docChg>
  </pc:docChgLst>
  <pc:docChgLst>
    <pc:chgData name="Neetika Upadhyay" userId="e9b6d962-fa40-468d-9d05-d1a1667f69d2" providerId="ADAL" clId="{F6D28C25-A34F-487C-BA24-9EB7AC2AE6EE}"/>
    <pc:docChg chg="undo custSel addSld delSld modSld sldOrd">
      <pc:chgData name="Neetika Upadhyay" userId="e9b6d962-fa40-468d-9d05-d1a1667f69d2" providerId="ADAL" clId="{F6D28C25-A34F-487C-BA24-9EB7AC2AE6EE}" dt="2025-07-28T20:32:07.787" v="1054" actId="20577"/>
      <pc:docMkLst>
        <pc:docMk/>
      </pc:docMkLst>
      <pc:sldChg chg="modSp mod">
        <pc:chgData name="Neetika Upadhyay" userId="e9b6d962-fa40-468d-9d05-d1a1667f69d2" providerId="ADAL" clId="{F6D28C25-A34F-487C-BA24-9EB7AC2AE6EE}" dt="2025-07-28T19:21:32.818" v="470" actId="14100"/>
        <pc:sldMkLst>
          <pc:docMk/>
          <pc:sldMk cId="224891446" sldId="256"/>
        </pc:sldMkLst>
        <pc:spChg chg="mod">
          <ac:chgData name="Neetika Upadhyay" userId="e9b6d962-fa40-468d-9d05-d1a1667f69d2" providerId="ADAL" clId="{F6D28C25-A34F-487C-BA24-9EB7AC2AE6EE}" dt="2025-07-28T19:01:41.315" v="188" actId="1038"/>
          <ac:spMkLst>
            <pc:docMk/>
            <pc:sldMk cId="224891446" sldId="256"/>
            <ac:spMk id="2" creationId="{56B1AC7D-A6DB-3416-7E9D-D0DD11312A1B}"/>
          </ac:spMkLst>
        </pc:spChg>
        <pc:picChg chg="mod">
          <ac:chgData name="Neetika Upadhyay" userId="e9b6d962-fa40-468d-9d05-d1a1667f69d2" providerId="ADAL" clId="{F6D28C25-A34F-487C-BA24-9EB7AC2AE6EE}" dt="2025-07-28T19:21:32.818" v="470" actId="14100"/>
          <ac:picMkLst>
            <pc:docMk/>
            <pc:sldMk cId="224891446" sldId="256"/>
            <ac:picMk id="5" creationId="{421153DD-9914-D62E-F620-6C5129E92E93}"/>
          </ac:picMkLst>
        </pc:picChg>
      </pc:sldChg>
      <pc:sldChg chg="modSp mod">
        <pc:chgData name="Neetika Upadhyay" userId="e9b6d962-fa40-468d-9d05-d1a1667f69d2" providerId="ADAL" clId="{F6D28C25-A34F-487C-BA24-9EB7AC2AE6EE}" dt="2025-07-28T19:41:48.330" v="593" actId="20577"/>
        <pc:sldMkLst>
          <pc:docMk/>
          <pc:sldMk cId="1748624027" sldId="259"/>
        </pc:sldMkLst>
        <pc:spChg chg="mod">
          <ac:chgData name="Neetika Upadhyay" userId="e9b6d962-fa40-468d-9d05-d1a1667f69d2" providerId="ADAL" clId="{F6D28C25-A34F-487C-BA24-9EB7AC2AE6EE}" dt="2025-07-28T19:41:35.834" v="591" actId="12788"/>
          <ac:spMkLst>
            <pc:docMk/>
            <pc:sldMk cId="1748624027" sldId="259"/>
            <ac:spMk id="2" creationId="{A8330D46-7368-5829-B2C1-219CCC2B3740}"/>
          </ac:spMkLst>
        </pc:spChg>
        <pc:graphicFrameChg chg="mod">
          <ac:chgData name="Neetika Upadhyay" userId="e9b6d962-fa40-468d-9d05-d1a1667f69d2" providerId="ADAL" clId="{F6D28C25-A34F-487C-BA24-9EB7AC2AE6EE}" dt="2025-07-28T19:41:48.330" v="593" actId="20577"/>
          <ac:graphicFrameMkLst>
            <pc:docMk/>
            <pc:sldMk cId="1748624027" sldId="259"/>
            <ac:graphicFrameMk id="6" creationId="{55EC91E5-605C-A02B-866B-67F385B53390}"/>
          </ac:graphicFrameMkLst>
        </pc:graphicFrameChg>
      </pc:sldChg>
      <pc:sldChg chg="modSp add del">
        <pc:chgData name="Neetika Upadhyay" userId="e9b6d962-fa40-468d-9d05-d1a1667f69d2" providerId="ADAL" clId="{F6D28C25-A34F-487C-BA24-9EB7AC2AE6EE}" dt="2025-07-28T19:53:52.095" v="659"/>
        <pc:sldMkLst>
          <pc:docMk/>
          <pc:sldMk cId="4132693576" sldId="261"/>
        </pc:sldMkLst>
      </pc:sldChg>
      <pc:sldChg chg="modSp mod">
        <pc:chgData name="Neetika Upadhyay" userId="e9b6d962-fa40-468d-9d05-d1a1667f69d2" providerId="ADAL" clId="{F6D28C25-A34F-487C-BA24-9EB7AC2AE6EE}" dt="2025-07-28T19:56:58.079" v="666" actId="14100"/>
        <pc:sldMkLst>
          <pc:docMk/>
          <pc:sldMk cId="2140785844" sldId="262"/>
        </pc:sldMkLst>
        <pc:spChg chg="mod">
          <ac:chgData name="Neetika Upadhyay" userId="e9b6d962-fa40-468d-9d05-d1a1667f69d2" providerId="ADAL" clId="{F6D28C25-A34F-487C-BA24-9EB7AC2AE6EE}" dt="2025-07-28T19:56:58.079" v="666" actId="14100"/>
          <ac:spMkLst>
            <pc:docMk/>
            <pc:sldMk cId="2140785844" sldId="262"/>
            <ac:spMk id="3" creationId="{BF9B5ABC-40E5-221B-1568-36D02FBA21BB}"/>
          </ac:spMkLst>
        </pc:spChg>
      </pc:sldChg>
      <pc:sldChg chg="modSp mod">
        <pc:chgData name="Neetika Upadhyay" userId="e9b6d962-fa40-468d-9d05-d1a1667f69d2" providerId="ADAL" clId="{F6D28C25-A34F-487C-BA24-9EB7AC2AE6EE}" dt="2025-07-28T20:19:47.288" v="1024" actId="27636"/>
        <pc:sldMkLst>
          <pc:docMk/>
          <pc:sldMk cId="1174662422" sldId="264"/>
        </pc:sldMkLst>
        <pc:spChg chg="mod">
          <ac:chgData name="Neetika Upadhyay" userId="e9b6d962-fa40-468d-9d05-d1a1667f69d2" providerId="ADAL" clId="{F6D28C25-A34F-487C-BA24-9EB7AC2AE6EE}" dt="2025-07-28T20:19:47.288" v="1024" actId="27636"/>
          <ac:spMkLst>
            <pc:docMk/>
            <pc:sldMk cId="1174662422" sldId="264"/>
            <ac:spMk id="4" creationId="{6BDE564F-B76C-8BC0-1C3B-2CE75F6B5612}"/>
          </ac:spMkLst>
        </pc:spChg>
      </pc:sldChg>
      <pc:sldChg chg="modSp mod">
        <pc:chgData name="Neetika Upadhyay" userId="e9b6d962-fa40-468d-9d05-d1a1667f69d2" providerId="ADAL" clId="{F6D28C25-A34F-487C-BA24-9EB7AC2AE6EE}" dt="2025-07-28T20:05:27.640" v="753" actId="313"/>
        <pc:sldMkLst>
          <pc:docMk/>
          <pc:sldMk cId="3071168683" sldId="265"/>
        </pc:sldMkLst>
        <pc:spChg chg="mod">
          <ac:chgData name="Neetika Upadhyay" userId="e9b6d962-fa40-468d-9d05-d1a1667f69d2" providerId="ADAL" clId="{F6D28C25-A34F-487C-BA24-9EB7AC2AE6EE}" dt="2025-07-28T20:05:27.640" v="753" actId="313"/>
          <ac:spMkLst>
            <pc:docMk/>
            <pc:sldMk cId="3071168683" sldId="265"/>
            <ac:spMk id="4" creationId="{B90941DF-087B-659F-E41C-E8466ADBB5D2}"/>
          </ac:spMkLst>
        </pc:spChg>
      </pc:sldChg>
      <pc:sldChg chg="del">
        <pc:chgData name="Neetika Upadhyay" userId="e9b6d962-fa40-468d-9d05-d1a1667f69d2" providerId="ADAL" clId="{F6D28C25-A34F-487C-BA24-9EB7AC2AE6EE}" dt="2025-07-28T18:58:23.474" v="96" actId="47"/>
        <pc:sldMkLst>
          <pc:docMk/>
          <pc:sldMk cId="1487006599" sldId="267"/>
        </pc:sldMkLst>
      </pc:sldChg>
      <pc:sldChg chg="modSp mod ord">
        <pc:chgData name="Neetika Upadhyay" userId="e9b6d962-fa40-468d-9d05-d1a1667f69d2" providerId="ADAL" clId="{F6D28C25-A34F-487C-BA24-9EB7AC2AE6EE}" dt="2025-07-28T20:16:42.681" v="1011" actId="108"/>
        <pc:sldMkLst>
          <pc:docMk/>
          <pc:sldMk cId="447163928" sldId="268"/>
        </pc:sldMkLst>
        <pc:spChg chg="mod">
          <ac:chgData name="Neetika Upadhyay" userId="e9b6d962-fa40-468d-9d05-d1a1667f69d2" providerId="ADAL" clId="{F6D28C25-A34F-487C-BA24-9EB7AC2AE6EE}" dt="2025-07-28T20:16:42.681" v="1011" actId="108"/>
          <ac:spMkLst>
            <pc:docMk/>
            <pc:sldMk cId="447163928" sldId="268"/>
            <ac:spMk id="4" creationId="{8A29D646-C57A-E078-F7E4-BA3B98029A26}"/>
          </ac:spMkLst>
        </pc:spChg>
      </pc:sldChg>
      <pc:sldChg chg="addSp modSp mod ord">
        <pc:chgData name="Neetika Upadhyay" userId="e9b6d962-fa40-468d-9d05-d1a1667f69d2" providerId="ADAL" clId="{F6D28C25-A34F-487C-BA24-9EB7AC2AE6EE}" dt="2025-07-28T20:09:38.649" v="839" actId="255"/>
        <pc:sldMkLst>
          <pc:docMk/>
          <pc:sldMk cId="777632414" sldId="269"/>
        </pc:sldMkLst>
        <pc:spChg chg="mod">
          <ac:chgData name="Neetika Upadhyay" userId="e9b6d962-fa40-468d-9d05-d1a1667f69d2" providerId="ADAL" clId="{F6D28C25-A34F-487C-BA24-9EB7AC2AE6EE}" dt="2025-07-28T20:07:03.347" v="766" actId="12788"/>
          <ac:spMkLst>
            <pc:docMk/>
            <pc:sldMk cId="777632414" sldId="269"/>
            <ac:spMk id="2" creationId="{FFB5C18E-34A8-3144-F379-A509E3267C7F}"/>
          </ac:spMkLst>
        </pc:spChg>
        <pc:spChg chg="add mod">
          <ac:chgData name="Neetika Upadhyay" userId="e9b6d962-fa40-468d-9d05-d1a1667f69d2" providerId="ADAL" clId="{F6D28C25-A34F-487C-BA24-9EB7AC2AE6EE}" dt="2025-07-28T20:09:38.649" v="839" actId="255"/>
          <ac:spMkLst>
            <pc:docMk/>
            <pc:sldMk cId="777632414" sldId="269"/>
            <ac:spMk id="3" creationId="{97577F8A-3F8C-94E3-B767-3D9353E28F93}"/>
          </ac:spMkLst>
        </pc:spChg>
        <pc:graphicFrameChg chg="mod">
          <ac:chgData name="Neetika Upadhyay" userId="e9b6d962-fa40-468d-9d05-d1a1667f69d2" providerId="ADAL" clId="{F6D28C25-A34F-487C-BA24-9EB7AC2AE6EE}" dt="2025-07-28T20:06:55.953" v="765" actId="12788"/>
          <ac:graphicFrameMkLst>
            <pc:docMk/>
            <pc:sldMk cId="777632414" sldId="269"/>
            <ac:graphicFrameMk id="6" creationId="{5B1AC2D2-2B41-4C3D-1B08-0A93554EDC2F}"/>
          </ac:graphicFrameMkLst>
        </pc:graphicFrameChg>
      </pc:sldChg>
      <pc:sldChg chg="modSp del mod ord">
        <pc:chgData name="Neetika Upadhyay" userId="e9b6d962-fa40-468d-9d05-d1a1667f69d2" providerId="ADAL" clId="{F6D28C25-A34F-487C-BA24-9EB7AC2AE6EE}" dt="2025-07-28T18:58:21.138" v="95" actId="47"/>
        <pc:sldMkLst>
          <pc:docMk/>
          <pc:sldMk cId="3255903448" sldId="270"/>
        </pc:sldMkLst>
      </pc:sldChg>
      <pc:sldChg chg="del">
        <pc:chgData name="Neetika Upadhyay" userId="e9b6d962-fa40-468d-9d05-d1a1667f69d2" providerId="ADAL" clId="{F6D28C25-A34F-487C-BA24-9EB7AC2AE6EE}" dt="2025-07-28T19:19:55.618" v="466" actId="47"/>
        <pc:sldMkLst>
          <pc:docMk/>
          <pc:sldMk cId="1578825114" sldId="271"/>
        </pc:sldMkLst>
      </pc:sldChg>
      <pc:sldChg chg="del">
        <pc:chgData name="Neetika Upadhyay" userId="e9b6d962-fa40-468d-9d05-d1a1667f69d2" providerId="ADAL" clId="{F6D28C25-A34F-487C-BA24-9EB7AC2AE6EE}" dt="2025-07-28T19:09:03.995" v="373" actId="47"/>
        <pc:sldMkLst>
          <pc:docMk/>
          <pc:sldMk cId="4179548754" sldId="272"/>
        </pc:sldMkLst>
      </pc:sldChg>
      <pc:sldChg chg="modSp mod">
        <pc:chgData name="Neetika Upadhyay" userId="e9b6d962-fa40-468d-9d05-d1a1667f69d2" providerId="ADAL" clId="{F6D28C25-A34F-487C-BA24-9EB7AC2AE6EE}" dt="2025-07-28T19:40:39.346" v="589" actId="20577"/>
        <pc:sldMkLst>
          <pc:docMk/>
          <pc:sldMk cId="810339807" sldId="273"/>
        </pc:sldMkLst>
        <pc:graphicFrameChg chg="mod modGraphic">
          <ac:chgData name="Neetika Upadhyay" userId="e9b6d962-fa40-468d-9d05-d1a1667f69d2" providerId="ADAL" clId="{F6D28C25-A34F-487C-BA24-9EB7AC2AE6EE}" dt="2025-07-28T19:40:39.346" v="589" actId="20577"/>
          <ac:graphicFrameMkLst>
            <pc:docMk/>
            <pc:sldMk cId="810339807" sldId="273"/>
            <ac:graphicFrameMk id="7" creationId="{A29B381E-1F23-4442-ED32-17C045CB4A07}"/>
          </ac:graphicFrameMkLst>
        </pc:graphicFrameChg>
      </pc:sldChg>
      <pc:sldChg chg="del">
        <pc:chgData name="Neetika Upadhyay" userId="e9b6d962-fa40-468d-9d05-d1a1667f69d2" providerId="ADAL" clId="{F6D28C25-A34F-487C-BA24-9EB7AC2AE6EE}" dt="2025-07-28T19:20:09.121" v="467" actId="47"/>
        <pc:sldMkLst>
          <pc:docMk/>
          <pc:sldMk cId="318848035" sldId="274"/>
        </pc:sldMkLst>
      </pc:sldChg>
      <pc:sldChg chg="addSp delSp modSp add mod ord delAnim modAnim">
        <pc:chgData name="Neetika Upadhyay" userId="e9b6d962-fa40-468d-9d05-d1a1667f69d2" providerId="ADAL" clId="{F6D28C25-A34F-487C-BA24-9EB7AC2AE6EE}" dt="2025-07-28T19:39:09.520" v="564" actId="11"/>
        <pc:sldMkLst>
          <pc:docMk/>
          <pc:sldMk cId="2222865325" sldId="275"/>
        </pc:sldMkLst>
        <pc:spChg chg="mod">
          <ac:chgData name="Neetika Upadhyay" userId="e9b6d962-fa40-468d-9d05-d1a1667f69d2" providerId="ADAL" clId="{F6D28C25-A34F-487C-BA24-9EB7AC2AE6EE}" dt="2025-07-28T19:12:47.342" v="382" actId="408"/>
          <ac:spMkLst>
            <pc:docMk/>
            <pc:sldMk cId="2222865325" sldId="275"/>
            <ac:spMk id="5" creationId="{C10B75A9-8428-BB5D-6650-361553D7DC4E}"/>
          </ac:spMkLst>
        </pc:spChg>
        <pc:spChg chg="mod">
          <ac:chgData name="Neetika Upadhyay" userId="e9b6d962-fa40-468d-9d05-d1a1667f69d2" providerId="ADAL" clId="{F6D28C25-A34F-487C-BA24-9EB7AC2AE6EE}" dt="2025-07-28T19:12:47.342" v="382" actId="408"/>
          <ac:spMkLst>
            <pc:docMk/>
            <pc:sldMk cId="2222865325" sldId="275"/>
            <ac:spMk id="16" creationId="{0C33248A-5304-9A6A-849B-B2EF9B244F8C}"/>
          </ac:spMkLst>
        </pc:spChg>
        <pc:spChg chg="mod">
          <ac:chgData name="Neetika Upadhyay" userId="e9b6d962-fa40-468d-9d05-d1a1667f69d2" providerId="ADAL" clId="{F6D28C25-A34F-487C-BA24-9EB7AC2AE6EE}" dt="2025-07-28T19:12:47.342" v="382" actId="408"/>
          <ac:spMkLst>
            <pc:docMk/>
            <pc:sldMk cId="2222865325" sldId="275"/>
            <ac:spMk id="17" creationId="{60347EC7-8D37-AFB6-159D-89100525770C}"/>
          </ac:spMkLst>
        </pc:spChg>
        <pc:spChg chg="mod">
          <ac:chgData name="Neetika Upadhyay" userId="e9b6d962-fa40-468d-9d05-d1a1667f69d2" providerId="ADAL" clId="{F6D28C25-A34F-487C-BA24-9EB7AC2AE6EE}" dt="2025-07-28T19:12:47.342" v="382" actId="408"/>
          <ac:spMkLst>
            <pc:docMk/>
            <pc:sldMk cId="2222865325" sldId="275"/>
            <ac:spMk id="18" creationId="{0EA84E8D-76ED-C0C8-C93F-8CE8CA8826A7}"/>
          </ac:spMkLst>
        </pc:spChg>
        <pc:spChg chg="mod">
          <ac:chgData name="Neetika Upadhyay" userId="e9b6d962-fa40-468d-9d05-d1a1667f69d2" providerId="ADAL" clId="{F6D28C25-A34F-487C-BA24-9EB7AC2AE6EE}" dt="2025-07-28T19:14:14.389" v="400" actId="14100"/>
          <ac:spMkLst>
            <pc:docMk/>
            <pc:sldMk cId="2222865325" sldId="275"/>
            <ac:spMk id="19" creationId="{2CD4161C-047E-9955-5A2A-BC1F7C307119}"/>
          </ac:spMkLst>
        </pc:spChg>
        <pc:spChg chg="mod">
          <ac:chgData name="Neetika Upadhyay" userId="e9b6d962-fa40-468d-9d05-d1a1667f69d2" providerId="ADAL" clId="{F6D28C25-A34F-487C-BA24-9EB7AC2AE6EE}" dt="2025-07-28T19:14:20.638" v="402" actId="1035"/>
          <ac:spMkLst>
            <pc:docMk/>
            <pc:sldMk cId="2222865325" sldId="275"/>
            <ac:spMk id="20" creationId="{035B8372-4B83-149C-28E9-B08F764802B7}"/>
          </ac:spMkLst>
        </pc:spChg>
        <pc:spChg chg="mod">
          <ac:chgData name="Neetika Upadhyay" userId="e9b6d962-fa40-468d-9d05-d1a1667f69d2" providerId="ADAL" clId="{F6D28C25-A34F-487C-BA24-9EB7AC2AE6EE}" dt="2025-07-28T19:12:47.342" v="382" actId="408"/>
          <ac:spMkLst>
            <pc:docMk/>
            <pc:sldMk cId="2222865325" sldId="275"/>
            <ac:spMk id="22" creationId="{9CDCFAAE-08FA-F118-7E01-E3F7DA6A323F}"/>
          </ac:spMkLst>
        </pc:spChg>
        <pc:spChg chg="mod">
          <ac:chgData name="Neetika Upadhyay" userId="e9b6d962-fa40-468d-9d05-d1a1667f69d2" providerId="ADAL" clId="{F6D28C25-A34F-487C-BA24-9EB7AC2AE6EE}" dt="2025-07-28T19:12:47.342" v="382" actId="408"/>
          <ac:spMkLst>
            <pc:docMk/>
            <pc:sldMk cId="2222865325" sldId="275"/>
            <ac:spMk id="23" creationId="{FE648304-176A-BC5E-F331-349CF2D5D11F}"/>
          </ac:spMkLst>
        </pc:spChg>
        <pc:spChg chg="mod">
          <ac:chgData name="Neetika Upadhyay" userId="e9b6d962-fa40-468d-9d05-d1a1667f69d2" providerId="ADAL" clId="{F6D28C25-A34F-487C-BA24-9EB7AC2AE6EE}" dt="2025-07-28T19:12:47.342" v="382" actId="408"/>
          <ac:spMkLst>
            <pc:docMk/>
            <pc:sldMk cId="2222865325" sldId="275"/>
            <ac:spMk id="25" creationId="{29D32C36-76C9-AD05-7C9E-F4304C0375E6}"/>
          </ac:spMkLst>
        </pc:spChg>
        <pc:spChg chg="add mod">
          <ac:chgData name="Neetika Upadhyay" userId="e9b6d962-fa40-468d-9d05-d1a1667f69d2" providerId="ADAL" clId="{F6D28C25-A34F-487C-BA24-9EB7AC2AE6EE}" dt="2025-07-28T19:39:09.520" v="564" actId="11"/>
          <ac:spMkLst>
            <pc:docMk/>
            <pc:sldMk cId="2222865325" sldId="275"/>
            <ac:spMk id="31" creationId="{DB81F5A9-5E96-3268-9ABA-A7A4F5C0596A}"/>
          </ac:spMkLst>
        </pc:spChg>
      </pc:sldChg>
      <pc:sldChg chg="addSp delSp modSp add mod setBg delDesignElem">
        <pc:chgData name="Neetika Upadhyay" userId="e9b6d962-fa40-468d-9d05-d1a1667f69d2" providerId="ADAL" clId="{F6D28C25-A34F-487C-BA24-9EB7AC2AE6EE}" dt="2025-07-28T19:19:43.701" v="465" actId="26606"/>
        <pc:sldMkLst>
          <pc:docMk/>
          <pc:sldMk cId="3089395828" sldId="276"/>
        </pc:sldMkLst>
        <pc:spChg chg="mod">
          <ac:chgData name="Neetika Upadhyay" userId="e9b6d962-fa40-468d-9d05-d1a1667f69d2" providerId="ADAL" clId="{F6D28C25-A34F-487C-BA24-9EB7AC2AE6EE}" dt="2025-07-28T19:19:21.304" v="464" actId="26606"/>
          <ac:spMkLst>
            <pc:docMk/>
            <pc:sldMk cId="3089395828" sldId="276"/>
            <ac:spMk id="6" creationId="{346A71E5-F4E3-D528-D03B-5B4E98141884}"/>
          </ac:spMkLst>
        </pc:spChg>
        <pc:spChg chg="add">
          <ac:chgData name="Neetika Upadhyay" userId="e9b6d962-fa40-468d-9d05-d1a1667f69d2" providerId="ADAL" clId="{F6D28C25-A34F-487C-BA24-9EB7AC2AE6EE}" dt="2025-07-28T19:19:43.701" v="465" actId="26606"/>
          <ac:spMkLst>
            <pc:docMk/>
            <pc:sldMk cId="3089395828" sldId="276"/>
            <ac:spMk id="24" creationId="{C2329425-0083-BCD7-C8F1-24F1F98B7F03}"/>
          </ac:spMkLst>
        </pc:spChg>
        <pc:spChg chg="add">
          <ac:chgData name="Neetika Upadhyay" userId="e9b6d962-fa40-468d-9d05-d1a1667f69d2" providerId="ADAL" clId="{F6D28C25-A34F-487C-BA24-9EB7AC2AE6EE}" dt="2025-07-28T19:19:43.701" v="465" actId="26606"/>
          <ac:spMkLst>
            <pc:docMk/>
            <pc:sldMk cId="3089395828" sldId="276"/>
            <ac:spMk id="26" creationId="{5FFCE8CD-3FA1-5CD3-0A5E-DF1AE2370C83}"/>
          </ac:spMkLst>
        </pc:spChg>
        <pc:graphicFrameChg chg="add mod modGraphic">
          <ac:chgData name="Neetika Upadhyay" userId="e9b6d962-fa40-468d-9d05-d1a1667f69d2" providerId="ADAL" clId="{F6D28C25-A34F-487C-BA24-9EB7AC2AE6EE}" dt="2025-07-28T19:19:21.304" v="464" actId="26606"/>
          <ac:graphicFrameMkLst>
            <pc:docMk/>
            <pc:sldMk cId="3089395828" sldId="276"/>
            <ac:graphicFrameMk id="8" creationId="{B842E4AD-A69F-57AF-F35E-6AC5592B7841}"/>
          </ac:graphicFrameMkLst>
        </pc:graphicFrameChg>
      </pc:sldChg>
      <pc:sldChg chg="addSp modSp new del mod">
        <pc:chgData name="Neetika Upadhyay" userId="e9b6d962-fa40-468d-9d05-d1a1667f69d2" providerId="ADAL" clId="{F6D28C25-A34F-487C-BA24-9EB7AC2AE6EE}" dt="2025-07-28T19:00:26.005" v="122" actId="47"/>
        <pc:sldMkLst>
          <pc:docMk/>
          <pc:sldMk cId="212709991" sldId="277"/>
        </pc:sldMkLst>
      </pc:sldChg>
      <pc:sldChg chg="addSp delSp modSp add mod setBg">
        <pc:chgData name="Neetika Upadhyay" userId="e9b6d962-fa40-468d-9d05-d1a1667f69d2" providerId="ADAL" clId="{F6D28C25-A34F-487C-BA24-9EB7AC2AE6EE}" dt="2025-07-28T20:11:31.717" v="845" actId="26606"/>
        <pc:sldMkLst>
          <pc:docMk/>
          <pc:sldMk cId="1492829785" sldId="277"/>
        </pc:sldMkLst>
      </pc:sldChg>
      <pc:sldChg chg="addSp delSp modSp add del mod setBg delDesignElem">
        <pc:chgData name="Neetika Upadhyay" userId="e9b6d962-fa40-468d-9d05-d1a1667f69d2" providerId="ADAL" clId="{F6D28C25-A34F-487C-BA24-9EB7AC2AE6EE}" dt="2025-07-28T20:15:17.368" v="1004" actId="2696"/>
        <pc:sldMkLst>
          <pc:docMk/>
          <pc:sldMk cId="271440838" sldId="278"/>
        </pc:sldMkLst>
      </pc:sldChg>
      <pc:sldChg chg="add del">
        <pc:chgData name="Neetika Upadhyay" userId="e9b6d962-fa40-468d-9d05-d1a1667f69d2" providerId="ADAL" clId="{F6D28C25-A34F-487C-BA24-9EB7AC2AE6EE}" dt="2025-07-28T20:15:43.647" v="1006" actId="2696"/>
        <pc:sldMkLst>
          <pc:docMk/>
          <pc:sldMk cId="1158243086" sldId="278"/>
        </pc:sldMkLst>
      </pc:sldChg>
      <pc:sldChg chg="add">
        <pc:chgData name="Neetika Upadhyay" userId="e9b6d962-fa40-468d-9d05-d1a1667f69d2" providerId="ADAL" clId="{F6D28C25-A34F-487C-BA24-9EB7AC2AE6EE}" dt="2025-07-28T20:15:46.596" v="1007"/>
        <pc:sldMkLst>
          <pc:docMk/>
          <pc:sldMk cId="3581140504" sldId="278"/>
        </pc:sldMkLst>
      </pc:sldChg>
      <pc:sldChg chg="addSp delSp modSp add del mod setBg delDesignElem">
        <pc:chgData name="Neetika Upadhyay" userId="e9b6d962-fa40-468d-9d05-d1a1667f69d2" providerId="ADAL" clId="{F6D28C25-A34F-487C-BA24-9EB7AC2AE6EE}" dt="2025-07-28T20:18:07.776" v="1020" actId="113"/>
        <pc:sldMkLst>
          <pc:docMk/>
          <pc:sldMk cId="2887969713" sldId="279"/>
        </pc:sldMkLst>
        <pc:spChg chg="mod">
          <ac:chgData name="Neetika Upadhyay" userId="e9b6d962-fa40-468d-9d05-d1a1667f69d2" providerId="ADAL" clId="{F6D28C25-A34F-487C-BA24-9EB7AC2AE6EE}" dt="2025-07-28T20:18:07.776" v="1020" actId="113"/>
          <ac:spMkLst>
            <pc:docMk/>
            <pc:sldMk cId="2887969713" sldId="279"/>
            <ac:spMk id="7" creationId="{3FFB37AA-7778-0216-E6B6-07778A65B702}"/>
          </ac:spMkLst>
        </pc:spChg>
      </pc:sldChg>
      <pc:sldChg chg="addSp delSp modSp new mod">
        <pc:chgData name="Neetika Upadhyay" userId="e9b6d962-fa40-468d-9d05-d1a1667f69d2" providerId="ADAL" clId="{F6D28C25-A34F-487C-BA24-9EB7AC2AE6EE}" dt="2025-07-28T20:18:41.129" v="1022" actId="2085"/>
        <pc:sldMkLst>
          <pc:docMk/>
          <pc:sldMk cId="295663483" sldId="280"/>
        </pc:sldMkLst>
        <pc:spChg chg="mod">
          <ac:chgData name="Neetika Upadhyay" userId="e9b6d962-fa40-468d-9d05-d1a1667f69d2" providerId="ADAL" clId="{F6D28C25-A34F-487C-BA24-9EB7AC2AE6EE}" dt="2025-07-28T20:18:41.129" v="1022" actId="2085"/>
          <ac:spMkLst>
            <pc:docMk/>
            <pc:sldMk cId="295663483" sldId="280"/>
            <ac:spMk id="7" creationId="{EE88C255-993A-5809-6686-66C7E55B3A83}"/>
          </ac:spMkLst>
        </pc:spChg>
        <pc:spChg chg="mod">
          <ac:chgData name="Neetika Upadhyay" userId="e9b6d962-fa40-468d-9d05-d1a1667f69d2" providerId="ADAL" clId="{F6D28C25-A34F-487C-BA24-9EB7AC2AE6EE}" dt="2025-07-28T20:18:41.129" v="1022" actId="2085"/>
          <ac:spMkLst>
            <pc:docMk/>
            <pc:sldMk cId="295663483" sldId="280"/>
            <ac:spMk id="8" creationId="{0863D165-A008-F7C4-850C-49C46E2DF46F}"/>
          </ac:spMkLst>
        </pc:spChg>
        <pc:spChg chg="mod">
          <ac:chgData name="Neetika Upadhyay" userId="e9b6d962-fa40-468d-9d05-d1a1667f69d2" providerId="ADAL" clId="{F6D28C25-A34F-487C-BA24-9EB7AC2AE6EE}" dt="2025-07-28T20:18:41.129" v="1022" actId="2085"/>
          <ac:spMkLst>
            <pc:docMk/>
            <pc:sldMk cId="295663483" sldId="280"/>
            <ac:spMk id="9" creationId="{6669574D-1693-AF84-362E-4460A48BC958}"/>
          </ac:spMkLst>
        </pc:spChg>
        <pc:spChg chg="mod">
          <ac:chgData name="Neetika Upadhyay" userId="e9b6d962-fa40-468d-9d05-d1a1667f69d2" providerId="ADAL" clId="{F6D28C25-A34F-487C-BA24-9EB7AC2AE6EE}" dt="2025-07-28T20:18:41.129" v="1022" actId="2085"/>
          <ac:spMkLst>
            <pc:docMk/>
            <pc:sldMk cId="295663483" sldId="280"/>
            <ac:spMk id="10" creationId="{4EC26E7B-98E2-BC0E-1F83-974CAA955CAB}"/>
          </ac:spMkLst>
        </pc:spChg>
        <pc:spChg chg="mod">
          <ac:chgData name="Neetika Upadhyay" userId="e9b6d962-fa40-468d-9d05-d1a1667f69d2" providerId="ADAL" clId="{F6D28C25-A34F-487C-BA24-9EB7AC2AE6EE}" dt="2025-07-28T20:18:41.129" v="1022" actId="2085"/>
          <ac:spMkLst>
            <pc:docMk/>
            <pc:sldMk cId="295663483" sldId="280"/>
            <ac:spMk id="11" creationId="{CF2BB5A1-8726-3AAF-EB37-BFBBFF1DF6A5}"/>
          </ac:spMkLst>
        </pc:spChg>
        <pc:spChg chg="mod">
          <ac:chgData name="Neetika Upadhyay" userId="e9b6d962-fa40-468d-9d05-d1a1667f69d2" providerId="ADAL" clId="{F6D28C25-A34F-487C-BA24-9EB7AC2AE6EE}" dt="2025-07-28T20:18:41.129" v="1022" actId="2085"/>
          <ac:spMkLst>
            <pc:docMk/>
            <pc:sldMk cId="295663483" sldId="280"/>
            <ac:spMk id="12" creationId="{C0FA6796-BBA0-BB4C-0219-BDD6C6DD324A}"/>
          </ac:spMkLst>
        </pc:spChg>
        <pc:spChg chg="mod">
          <ac:chgData name="Neetika Upadhyay" userId="e9b6d962-fa40-468d-9d05-d1a1667f69d2" providerId="ADAL" clId="{F6D28C25-A34F-487C-BA24-9EB7AC2AE6EE}" dt="2025-07-28T20:18:41.129" v="1022" actId="2085"/>
          <ac:spMkLst>
            <pc:docMk/>
            <pc:sldMk cId="295663483" sldId="280"/>
            <ac:spMk id="13" creationId="{45589134-658B-A9E4-1E81-B06091611C65}"/>
          </ac:spMkLst>
        </pc:spChg>
        <pc:spChg chg="mod">
          <ac:chgData name="Neetika Upadhyay" userId="e9b6d962-fa40-468d-9d05-d1a1667f69d2" providerId="ADAL" clId="{F6D28C25-A34F-487C-BA24-9EB7AC2AE6EE}" dt="2025-07-28T20:18:41.129" v="1022" actId="2085"/>
          <ac:spMkLst>
            <pc:docMk/>
            <pc:sldMk cId="295663483" sldId="280"/>
            <ac:spMk id="14" creationId="{95F62369-C08E-C3E1-E03A-F23EC1C07697}"/>
          </ac:spMkLst>
        </pc:spChg>
        <pc:spChg chg="mod">
          <ac:chgData name="Neetika Upadhyay" userId="e9b6d962-fa40-468d-9d05-d1a1667f69d2" providerId="ADAL" clId="{F6D28C25-A34F-487C-BA24-9EB7AC2AE6EE}" dt="2025-07-28T20:18:41.129" v="1022" actId="2085"/>
          <ac:spMkLst>
            <pc:docMk/>
            <pc:sldMk cId="295663483" sldId="280"/>
            <ac:spMk id="15" creationId="{431DF66F-191E-A4B5-889F-88FCEEA4F192}"/>
          </ac:spMkLst>
        </pc:spChg>
        <pc:spChg chg="add mod">
          <ac:chgData name="Neetika Upadhyay" userId="e9b6d962-fa40-468d-9d05-d1a1667f69d2" providerId="ADAL" clId="{F6D28C25-A34F-487C-BA24-9EB7AC2AE6EE}" dt="2025-07-28T19:42:59.937" v="594" actId="12788"/>
          <ac:spMkLst>
            <pc:docMk/>
            <pc:sldMk cId="295663483" sldId="280"/>
            <ac:spMk id="22" creationId="{1CF1C853-9B7E-90D8-817D-94C793B41DCD}"/>
          </ac:spMkLst>
        </pc:spChg>
        <pc:grpChg chg="add mod">
          <ac:chgData name="Neetika Upadhyay" userId="e9b6d962-fa40-468d-9d05-d1a1667f69d2" providerId="ADAL" clId="{F6D28C25-A34F-487C-BA24-9EB7AC2AE6EE}" dt="2025-07-28T19:43:04.927" v="595" actId="12788"/>
          <ac:grpSpMkLst>
            <pc:docMk/>
            <pc:sldMk cId="295663483" sldId="280"/>
            <ac:grpSpMk id="4" creationId="{969BE1B9-E022-F737-E88B-9332EAD8A063}"/>
          </ac:grpSpMkLst>
        </pc:grpChg>
        <pc:cxnChg chg="mod">
          <ac:chgData name="Neetika Upadhyay" userId="e9b6d962-fa40-468d-9d05-d1a1667f69d2" providerId="ADAL" clId="{F6D28C25-A34F-487C-BA24-9EB7AC2AE6EE}" dt="2025-07-28T20:18:41.129" v="1022" actId="2085"/>
          <ac:cxnSpMkLst>
            <pc:docMk/>
            <pc:sldMk cId="295663483" sldId="280"/>
            <ac:cxnSpMk id="19" creationId="{82DC64F7-1501-B552-1B6C-368E44EAE32B}"/>
          </ac:cxnSpMkLst>
        </pc:cxnChg>
      </pc:sldChg>
      <pc:sldChg chg="addSp delSp modSp new del mod">
        <pc:chgData name="Neetika Upadhyay" userId="e9b6d962-fa40-468d-9d05-d1a1667f69d2" providerId="ADAL" clId="{F6D28C25-A34F-487C-BA24-9EB7AC2AE6EE}" dt="2025-07-28T20:16:32.223" v="1010" actId="47"/>
        <pc:sldMkLst>
          <pc:docMk/>
          <pc:sldMk cId="2728503569" sldId="281"/>
        </pc:sldMkLst>
      </pc:sldChg>
      <pc:sldChg chg="modSp new mod">
        <pc:chgData name="Neetika Upadhyay" userId="e9b6d962-fa40-468d-9d05-d1a1667f69d2" providerId="ADAL" clId="{F6D28C25-A34F-487C-BA24-9EB7AC2AE6EE}" dt="2025-07-28T20:31:23.012" v="1040" actId="20577"/>
        <pc:sldMkLst>
          <pc:docMk/>
          <pc:sldMk cId="4289597356" sldId="282"/>
        </pc:sldMkLst>
        <pc:spChg chg="mod">
          <ac:chgData name="Neetika Upadhyay" userId="e9b6d962-fa40-468d-9d05-d1a1667f69d2" providerId="ADAL" clId="{F6D28C25-A34F-487C-BA24-9EB7AC2AE6EE}" dt="2025-07-28T20:31:23.012" v="1040" actId="20577"/>
          <ac:spMkLst>
            <pc:docMk/>
            <pc:sldMk cId="4289597356" sldId="282"/>
            <ac:spMk id="3" creationId="{10985FD0-8D57-60B7-9BA4-C9C41397B300}"/>
          </ac:spMkLst>
        </pc:spChg>
      </pc:sldChg>
      <pc:sldChg chg="modSp new mod">
        <pc:chgData name="Neetika Upadhyay" userId="e9b6d962-fa40-468d-9d05-d1a1667f69d2" providerId="ADAL" clId="{F6D28C25-A34F-487C-BA24-9EB7AC2AE6EE}" dt="2025-07-28T20:32:07.787" v="1054" actId="20577"/>
        <pc:sldMkLst>
          <pc:docMk/>
          <pc:sldMk cId="760588566" sldId="283"/>
        </pc:sldMkLst>
        <pc:spChg chg="mod">
          <ac:chgData name="Neetika Upadhyay" userId="e9b6d962-fa40-468d-9d05-d1a1667f69d2" providerId="ADAL" clId="{F6D28C25-A34F-487C-BA24-9EB7AC2AE6EE}" dt="2025-07-28T20:32:07.787" v="1054" actId="20577"/>
          <ac:spMkLst>
            <pc:docMk/>
            <pc:sldMk cId="760588566" sldId="283"/>
            <ac:spMk id="3" creationId="{D004ED7F-6670-5FC5-8512-34F03BD5834B}"/>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_rels/data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9.png"/><Relationship Id="rId7" Type="http://schemas.openxmlformats.org/officeDocument/2006/relationships/image" Target="../media/image5.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4.svg"/><Relationship Id="rId4" Type="http://schemas.openxmlformats.org/officeDocument/2006/relationships/image" Target="../media/image20.svg"/><Relationship Id="rId9" Type="http://schemas.openxmlformats.org/officeDocument/2006/relationships/image" Target="../media/image23.pn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41.png"/><Relationship Id="rId7" Type="http://schemas.openxmlformats.org/officeDocument/2006/relationships/image" Target="../media/image17.png"/><Relationship Id="rId12" Type="http://schemas.openxmlformats.org/officeDocument/2006/relationships/image" Target="../media/image6.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44.svg"/><Relationship Id="rId11" Type="http://schemas.openxmlformats.org/officeDocument/2006/relationships/image" Target="../media/image5.png"/><Relationship Id="rId5" Type="http://schemas.openxmlformats.org/officeDocument/2006/relationships/image" Target="../media/image43.png"/><Relationship Id="rId10" Type="http://schemas.openxmlformats.org/officeDocument/2006/relationships/image" Target="../media/image46.svg"/><Relationship Id="rId4" Type="http://schemas.openxmlformats.org/officeDocument/2006/relationships/image" Target="../media/image42.svg"/><Relationship Id="rId9" Type="http://schemas.openxmlformats.org/officeDocument/2006/relationships/image" Target="../media/image4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9.png"/><Relationship Id="rId7" Type="http://schemas.openxmlformats.org/officeDocument/2006/relationships/image" Target="../media/image5.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4.svg"/><Relationship Id="rId4" Type="http://schemas.openxmlformats.org/officeDocument/2006/relationships/image" Target="../media/image20.svg"/><Relationship Id="rId9" Type="http://schemas.openxmlformats.org/officeDocument/2006/relationships/image" Target="../media/image23.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41.png"/><Relationship Id="rId7" Type="http://schemas.openxmlformats.org/officeDocument/2006/relationships/image" Target="../media/image17.png"/><Relationship Id="rId12" Type="http://schemas.openxmlformats.org/officeDocument/2006/relationships/image" Target="../media/image6.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44.svg"/><Relationship Id="rId11" Type="http://schemas.openxmlformats.org/officeDocument/2006/relationships/image" Target="../media/image5.png"/><Relationship Id="rId5" Type="http://schemas.openxmlformats.org/officeDocument/2006/relationships/image" Target="../media/image43.png"/><Relationship Id="rId10" Type="http://schemas.openxmlformats.org/officeDocument/2006/relationships/image" Target="../media/image46.svg"/><Relationship Id="rId4" Type="http://schemas.openxmlformats.org/officeDocument/2006/relationships/image" Target="../media/image42.svg"/><Relationship Id="rId9" Type="http://schemas.openxmlformats.org/officeDocument/2006/relationships/image" Target="../media/image4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B47CF6-4F49-4F55-9674-129AAAA516E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4858D02-47B6-42C4-BF9D-6C8127B0E8DA}">
      <dgm:prSet/>
      <dgm:spPr/>
      <dgm:t>
        <a:bodyPr/>
        <a:lstStyle/>
        <a:p>
          <a:pPr>
            <a:lnSpc>
              <a:spcPct val="100000"/>
            </a:lnSpc>
          </a:pPr>
          <a:r>
            <a:rPr lang="en-CA"/>
            <a:t>Programming Language: Python</a:t>
          </a:r>
          <a:endParaRPr lang="en-US"/>
        </a:p>
      </dgm:t>
    </dgm:pt>
    <dgm:pt modelId="{63F85879-AC0B-44BB-A508-D7D7779A0783}" type="parTrans" cxnId="{3CC583C6-47D0-4F6B-8FB9-F83E874D3A64}">
      <dgm:prSet/>
      <dgm:spPr/>
      <dgm:t>
        <a:bodyPr/>
        <a:lstStyle/>
        <a:p>
          <a:endParaRPr lang="en-US"/>
        </a:p>
      </dgm:t>
    </dgm:pt>
    <dgm:pt modelId="{BD82A7F4-CE7E-4BA7-8467-501FD4F17212}" type="sibTrans" cxnId="{3CC583C6-47D0-4F6B-8FB9-F83E874D3A64}">
      <dgm:prSet/>
      <dgm:spPr/>
      <dgm:t>
        <a:bodyPr/>
        <a:lstStyle/>
        <a:p>
          <a:pPr>
            <a:lnSpc>
              <a:spcPct val="100000"/>
            </a:lnSpc>
          </a:pPr>
          <a:endParaRPr lang="en-US"/>
        </a:p>
      </dgm:t>
    </dgm:pt>
    <dgm:pt modelId="{443410EE-30E8-4ADA-9926-B694194AF8A7}">
      <dgm:prSet/>
      <dgm:spPr/>
      <dgm:t>
        <a:bodyPr/>
        <a:lstStyle/>
        <a:p>
          <a:pPr>
            <a:lnSpc>
              <a:spcPct val="100000"/>
            </a:lnSpc>
          </a:pPr>
          <a:r>
            <a:rPr lang="en-CA"/>
            <a:t>Database: Azure SQL Server</a:t>
          </a:r>
          <a:endParaRPr lang="en-US"/>
        </a:p>
      </dgm:t>
    </dgm:pt>
    <dgm:pt modelId="{14F9B301-8452-4042-ADEE-41A601B7C6F2}" type="parTrans" cxnId="{7FF93DA3-E449-4D4E-91B9-B7A2D3E8DF88}">
      <dgm:prSet/>
      <dgm:spPr/>
      <dgm:t>
        <a:bodyPr/>
        <a:lstStyle/>
        <a:p>
          <a:endParaRPr lang="en-US"/>
        </a:p>
      </dgm:t>
    </dgm:pt>
    <dgm:pt modelId="{1B81935E-759B-4C46-8504-85B968779B00}" type="sibTrans" cxnId="{7FF93DA3-E449-4D4E-91B9-B7A2D3E8DF88}">
      <dgm:prSet/>
      <dgm:spPr/>
      <dgm:t>
        <a:bodyPr/>
        <a:lstStyle/>
        <a:p>
          <a:pPr>
            <a:lnSpc>
              <a:spcPct val="100000"/>
            </a:lnSpc>
          </a:pPr>
          <a:endParaRPr lang="en-US"/>
        </a:p>
      </dgm:t>
    </dgm:pt>
    <dgm:pt modelId="{1FD72CB4-8D65-43CD-B671-2130160275BA}">
      <dgm:prSet/>
      <dgm:spPr/>
      <dgm:t>
        <a:bodyPr/>
        <a:lstStyle/>
        <a:p>
          <a:pPr>
            <a:lnSpc>
              <a:spcPct val="100000"/>
            </a:lnSpc>
          </a:pPr>
          <a:r>
            <a:rPr lang="en-CA"/>
            <a:t>IDE: Visual Studio Code</a:t>
          </a:r>
          <a:endParaRPr lang="en-US"/>
        </a:p>
      </dgm:t>
    </dgm:pt>
    <dgm:pt modelId="{7B080B17-6384-46ED-92DC-60AFAEF91C27}" type="parTrans" cxnId="{71EDDE1E-9AF0-4C01-9B16-EFEFF9A3E7D4}">
      <dgm:prSet/>
      <dgm:spPr/>
      <dgm:t>
        <a:bodyPr/>
        <a:lstStyle/>
        <a:p>
          <a:endParaRPr lang="en-US"/>
        </a:p>
      </dgm:t>
    </dgm:pt>
    <dgm:pt modelId="{73EDBB14-7820-4877-A1E9-96D051F0868A}" type="sibTrans" cxnId="{71EDDE1E-9AF0-4C01-9B16-EFEFF9A3E7D4}">
      <dgm:prSet/>
      <dgm:spPr/>
      <dgm:t>
        <a:bodyPr/>
        <a:lstStyle/>
        <a:p>
          <a:pPr>
            <a:lnSpc>
              <a:spcPct val="100000"/>
            </a:lnSpc>
          </a:pPr>
          <a:endParaRPr lang="en-US"/>
        </a:p>
      </dgm:t>
    </dgm:pt>
    <dgm:pt modelId="{47C91B0A-B776-42D3-A4ED-728E8C091421}">
      <dgm:prSet/>
      <dgm:spPr/>
      <dgm:t>
        <a:bodyPr/>
        <a:lstStyle/>
        <a:p>
          <a:pPr>
            <a:lnSpc>
              <a:spcPct val="100000"/>
            </a:lnSpc>
          </a:pPr>
          <a:r>
            <a:rPr lang="en-CA"/>
            <a:t>Deployment Platform: Streamlit Cloud / Localhost</a:t>
          </a:r>
          <a:endParaRPr lang="en-US"/>
        </a:p>
      </dgm:t>
    </dgm:pt>
    <dgm:pt modelId="{7FE80CDC-E820-4441-BC74-86F1E70129BE}" type="parTrans" cxnId="{AB7A584C-82A1-4B1C-A0B5-08B3D6A737F7}">
      <dgm:prSet/>
      <dgm:spPr/>
      <dgm:t>
        <a:bodyPr/>
        <a:lstStyle/>
        <a:p>
          <a:endParaRPr lang="en-US"/>
        </a:p>
      </dgm:t>
    </dgm:pt>
    <dgm:pt modelId="{590B9CAE-DA61-4601-8360-B37CDF47D3C9}" type="sibTrans" cxnId="{AB7A584C-82A1-4B1C-A0B5-08B3D6A737F7}">
      <dgm:prSet/>
      <dgm:spPr/>
      <dgm:t>
        <a:bodyPr/>
        <a:lstStyle/>
        <a:p>
          <a:pPr>
            <a:lnSpc>
              <a:spcPct val="100000"/>
            </a:lnSpc>
          </a:pPr>
          <a:endParaRPr lang="en-US"/>
        </a:p>
      </dgm:t>
    </dgm:pt>
    <dgm:pt modelId="{CB75195C-5E95-4502-847E-725C14B54897}">
      <dgm:prSet/>
      <dgm:spPr/>
      <dgm:t>
        <a:bodyPr/>
        <a:lstStyle/>
        <a:p>
          <a:pPr>
            <a:lnSpc>
              <a:spcPct val="100000"/>
            </a:lnSpc>
          </a:pPr>
          <a:r>
            <a:rPr lang="en-CA"/>
            <a:t>Version Control System: GitHub</a:t>
          </a:r>
          <a:endParaRPr lang="en-US"/>
        </a:p>
      </dgm:t>
    </dgm:pt>
    <dgm:pt modelId="{366D081B-7042-48D0-92D8-86019792CDFC}" type="parTrans" cxnId="{48104397-82F4-40C4-B582-635BC3F7703E}">
      <dgm:prSet/>
      <dgm:spPr/>
      <dgm:t>
        <a:bodyPr/>
        <a:lstStyle/>
        <a:p>
          <a:endParaRPr lang="en-US"/>
        </a:p>
      </dgm:t>
    </dgm:pt>
    <dgm:pt modelId="{687CCD7B-0C86-4E31-AC8C-338AA99291C8}" type="sibTrans" cxnId="{48104397-82F4-40C4-B582-635BC3F7703E}">
      <dgm:prSet/>
      <dgm:spPr/>
      <dgm:t>
        <a:bodyPr/>
        <a:lstStyle/>
        <a:p>
          <a:pPr>
            <a:lnSpc>
              <a:spcPct val="100000"/>
            </a:lnSpc>
          </a:pPr>
          <a:endParaRPr lang="en-US"/>
        </a:p>
      </dgm:t>
    </dgm:pt>
    <dgm:pt modelId="{C32ED3C2-2B01-4E64-8DC7-D18CEF6305A9}">
      <dgm:prSet/>
      <dgm:spPr/>
      <dgm:t>
        <a:bodyPr/>
        <a:lstStyle/>
        <a:p>
          <a:pPr>
            <a:lnSpc>
              <a:spcPct val="100000"/>
            </a:lnSpc>
          </a:pPr>
          <a:r>
            <a:rPr lang="en-US"/>
            <a:t>Translator: Azure Translator API, Translation Builder</a:t>
          </a:r>
        </a:p>
      </dgm:t>
    </dgm:pt>
    <dgm:pt modelId="{80BA2550-C8C1-486E-8011-803FD914086F}" type="sibTrans" cxnId="{26AD17C5-CCB4-41D5-8E4A-6E09E736F816}">
      <dgm:prSet/>
      <dgm:spPr/>
      <dgm:t>
        <a:bodyPr/>
        <a:lstStyle/>
        <a:p>
          <a:endParaRPr lang="en-US"/>
        </a:p>
      </dgm:t>
    </dgm:pt>
    <dgm:pt modelId="{CD1F5F8D-AD4B-499A-916E-3DA708F40208}" type="parTrans" cxnId="{26AD17C5-CCB4-41D5-8E4A-6E09E736F816}">
      <dgm:prSet/>
      <dgm:spPr/>
      <dgm:t>
        <a:bodyPr/>
        <a:lstStyle/>
        <a:p>
          <a:endParaRPr lang="en-US"/>
        </a:p>
      </dgm:t>
    </dgm:pt>
    <dgm:pt modelId="{FCD68D3E-5FC6-4172-94ED-C22222591FE4}">
      <dgm:prSet/>
      <dgm:spPr/>
      <dgm:t>
        <a:bodyPr/>
        <a:lstStyle/>
        <a:p>
          <a:pPr>
            <a:lnSpc>
              <a:spcPct val="100000"/>
            </a:lnSpc>
          </a:pPr>
          <a:r>
            <a:rPr lang="en-US"/>
            <a:t>Visualization: Power BI</a:t>
          </a:r>
        </a:p>
      </dgm:t>
    </dgm:pt>
    <dgm:pt modelId="{9475A983-A5DE-41E9-AF25-0AB5DE55E1E9}" type="parTrans" cxnId="{8C49BF87-B70F-4224-979A-C31680E019E6}">
      <dgm:prSet/>
      <dgm:spPr/>
      <dgm:t>
        <a:bodyPr/>
        <a:lstStyle/>
        <a:p>
          <a:endParaRPr lang="en-CA"/>
        </a:p>
      </dgm:t>
    </dgm:pt>
    <dgm:pt modelId="{6CA501D0-3096-4BDC-A81C-48B93CB44484}" type="sibTrans" cxnId="{8C49BF87-B70F-4224-979A-C31680E019E6}">
      <dgm:prSet/>
      <dgm:spPr/>
      <dgm:t>
        <a:bodyPr/>
        <a:lstStyle/>
        <a:p>
          <a:endParaRPr lang="en-CA"/>
        </a:p>
      </dgm:t>
    </dgm:pt>
    <dgm:pt modelId="{F94B6979-17EC-40E4-A2A8-8F8751BA882C}" type="pres">
      <dgm:prSet presAssocID="{EDB47CF6-4F49-4F55-9674-129AAAA516E6}" presName="root" presStyleCnt="0">
        <dgm:presLayoutVars>
          <dgm:dir/>
          <dgm:resizeHandles val="exact"/>
        </dgm:presLayoutVars>
      </dgm:prSet>
      <dgm:spPr/>
    </dgm:pt>
    <dgm:pt modelId="{FA587AF3-4676-441B-97B5-D692C01745B7}" type="pres">
      <dgm:prSet presAssocID="{94858D02-47B6-42C4-BF9D-6C8127B0E8DA}" presName="compNode" presStyleCnt="0"/>
      <dgm:spPr/>
    </dgm:pt>
    <dgm:pt modelId="{CCF01E8F-B889-4AC3-8C57-72A6B5F54B60}" type="pres">
      <dgm:prSet presAssocID="{94858D02-47B6-42C4-BF9D-6C8127B0E8DA}" presName="bgRect" presStyleLbl="bgShp" presStyleIdx="0" presStyleCnt="7"/>
      <dgm:spPr/>
    </dgm:pt>
    <dgm:pt modelId="{E9B885A3-55CE-44B2-AA54-DD5BBB3D91E7}" type="pres">
      <dgm:prSet presAssocID="{94858D02-47B6-42C4-BF9D-6C8127B0E8DA}"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grammer"/>
        </a:ext>
      </dgm:extLst>
    </dgm:pt>
    <dgm:pt modelId="{85CF45FF-8D75-4963-ACBC-4CCE5436D82C}" type="pres">
      <dgm:prSet presAssocID="{94858D02-47B6-42C4-BF9D-6C8127B0E8DA}" presName="spaceRect" presStyleCnt="0"/>
      <dgm:spPr/>
    </dgm:pt>
    <dgm:pt modelId="{ED155593-E7D1-43EE-8FB1-92B9F1054C33}" type="pres">
      <dgm:prSet presAssocID="{94858D02-47B6-42C4-BF9D-6C8127B0E8DA}" presName="parTx" presStyleLbl="revTx" presStyleIdx="0" presStyleCnt="7">
        <dgm:presLayoutVars>
          <dgm:chMax val="0"/>
          <dgm:chPref val="0"/>
        </dgm:presLayoutVars>
      </dgm:prSet>
      <dgm:spPr/>
    </dgm:pt>
    <dgm:pt modelId="{BDE05F87-0102-430F-B8D8-10700D2A8208}" type="pres">
      <dgm:prSet presAssocID="{BD82A7F4-CE7E-4BA7-8467-501FD4F17212}" presName="sibTrans" presStyleCnt="0"/>
      <dgm:spPr/>
    </dgm:pt>
    <dgm:pt modelId="{CA90AF73-19CC-4E3F-8234-6C9946C85F2F}" type="pres">
      <dgm:prSet presAssocID="{443410EE-30E8-4ADA-9926-B694194AF8A7}" presName="compNode" presStyleCnt="0"/>
      <dgm:spPr/>
    </dgm:pt>
    <dgm:pt modelId="{85F25053-3774-499A-BD9D-5F936A40C363}" type="pres">
      <dgm:prSet presAssocID="{443410EE-30E8-4ADA-9926-B694194AF8A7}" presName="bgRect" presStyleLbl="bgShp" presStyleIdx="1" presStyleCnt="7"/>
      <dgm:spPr/>
    </dgm:pt>
    <dgm:pt modelId="{A371BE3A-E994-4B83-B44C-2C52D68628B3}" type="pres">
      <dgm:prSet presAssocID="{443410EE-30E8-4ADA-9926-B694194AF8A7}"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5DACEFD4-6B93-4F7B-B423-3AF7B16F1F1E}" type="pres">
      <dgm:prSet presAssocID="{443410EE-30E8-4ADA-9926-B694194AF8A7}" presName="spaceRect" presStyleCnt="0"/>
      <dgm:spPr/>
    </dgm:pt>
    <dgm:pt modelId="{F805C025-84E5-40F8-B760-62EEB1816C05}" type="pres">
      <dgm:prSet presAssocID="{443410EE-30E8-4ADA-9926-B694194AF8A7}" presName="parTx" presStyleLbl="revTx" presStyleIdx="1" presStyleCnt="7">
        <dgm:presLayoutVars>
          <dgm:chMax val="0"/>
          <dgm:chPref val="0"/>
        </dgm:presLayoutVars>
      </dgm:prSet>
      <dgm:spPr/>
    </dgm:pt>
    <dgm:pt modelId="{85E5B564-2BCA-4602-A880-A59E68A4FD69}" type="pres">
      <dgm:prSet presAssocID="{1B81935E-759B-4C46-8504-85B968779B00}" presName="sibTrans" presStyleCnt="0"/>
      <dgm:spPr/>
    </dgm:pt>
    <dgm:pt modelId="{30E31612-ECED-487F-95CF-94C95AF15DA8}" type="pres">
      <dgm:prSet presAssocID="{1FD72CB4-8D65-43CD-B671-2130160275BA}" presName="compNode" presStyleCnt="0"/>
      <dgm:spPr/>
    </dgm:pt>
    <dgm:pt modelId="{EBD99269-BA4F-4227-9E60-02FFCF37DC26}" type="pres">
      <dgm:prSet presAssocID="{1FD72CB4-8D65-43CD-B671-2130160275BA}" presName="bgRect" presStyleLbl="bgShp" presStyleIdx="2" presStyleCnt="7"/>
      <dgm:spPr/>
    </dgm:pt>
    <dgm:pt modelId="{2E831410-E82F-4DC5-B331-5844AD666DA7}" type="pres">
      <dgm:prSet presAssocID="{1FD72CB4-8D65-43CD-B671-2130160275BA}"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code"/>
        </a:ext>
      </dgm:extLst>
    </dgm:pt>
    <dgm:pt modelId="{B857E700-71A7-4331-B5A0-BBE347434A11}" type="pres">
      <dgm:prSet presAssocID="{1FD72CB4-8D65-43CD-B671-2130160275BA}" presName="spaceRect" presStyleCnt="0"/>
      <dgm:spPr/>
    </dgm:pt>
    <dgm:pt modelId="{5DD0498C-7DB5-4B19-A27A-BAD088B0A5AC}" type="pres">
      <dgm:prSet presAssocID="{1FD72CB4-8D65-43CD-B671-2130160275BA}" presName="parTx" presStyleLbl="revTx" presStyleIdx="2" presStyleCnt="7">
        <dgm:presLayoutVars>
          <dgm:chMax val="0"/>
          <dgm:chPref val="0"/>
        </dgm:presLayoutVars>
      </dgm:prSet>
      <dgm:spPr/>
    </dgm:pt>
    <dgm:pt modelId="{899465D7-06A5-488D-AC10-A3DA59AD0CBA}" type="pres">
      <dgm:prSet presAssocID="{73EDBB14-7820-4877-A1E9-96D051F0868A}" presName="sibTrans" presStyleCnt="0"/>
      <dgm:spPr/>
    </dgm:pt>
    <dgm:pt modelId="{E3A38F1C-788C-4FB1-92E0-730FE1FEC72D}" type="pres">
      <dgm:prSet presAssocID="{47C91B0A-B776-42D3-A4ED-728E8C091421}" presName="compNode" presStyleCnt="0"/>
      <dgm:spPr/>
    </dgm:pt>
    <dgm:pt modelId="{EA396219-5695-4513-9DCF-935192B92F4C}" type="pres">
      <dgm:prSet presAssocID="{47C91B0A-B776-42D3-A4ED-728E8C091421}" presName="bgRect" presStyleLbl="bgShp" presStyleIdx="3" presStyleCnt="7"/>
      <dgm:spPr/>
    </dgm:pt>
    <dgm:pt modelId="{EB87A690-48FE-4818-A294-8D8D3D15F472}" type="pres">
      <dgm:prSet presAssocID="{47C91B0A-B776-42D3-A4ED-728E8C091421}"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yncing Cloud"/>
        </a:ext>
      </dgm:extLst>
    </dgm:pt>
    <dgm:pt modelId="{1DFAF00D-06DC-47F0-9A07-75CEBC6E45B0}" type="pres">
      <dgm:prSet presAssocID="{47C91B0A-B776-42D3-A4ED-728E8C091421}" presName="spaceRect" presStyleCnt="0"/>
      <dgm:spPr/>
    </dgm:pt>
    <dgm:pt modelId="{78CD8BAF-CFB2-4F39-BA49-59E2038144EF}" type="pres">
      <dgm:prSet presAssocID="{47C91B0A-B776-42D3-A4ED-728E8C091421}" presName="parTx" presStyleLbl="revTx" presStyleIdx="3" presStyleCnt="7">
        <dgm:presLayoutVars>
          <dgm:chMax val="0"/>
          <dgm:chPref val="0"/>
        </dgm:presLayoutVars>
      </dgm:prSet>
      <dgm:spPr/>
    </dgm:pt>
    <dgm:pt modelId="{FE4E5425-F3F1-4952-9C73-C5EAF4F23A72}" type="pres">
      <dgm:prSet presAssocID="{590B9CAE-DA61-4601-8360-B37CDF47D3C9}" presName="sibTrans" presStyleCnt="0"/>
      <dgm:spPr/>
    </dgm:pt>
    <dgm:pt modelId="{39FD985C-245F-4CE4-9B63-FE8C9A5A689A}" type="pres">
      <dgm:prSet presAssocID="{CB75195C-5E95-4502-847E-725C14B54897}" presName="compNode" presStyleCnt="0"/>
      <dgm:spPr/>
    </dgm:pt>
    <dgm:pt modelId="{FD891D54-D234-4B19-BA04-4CCABE7F73C3}" type="pres">
      <dgm:prSet presAssocID="{CB75195C-5E95-4502-847E-725C14B54897}" presName="bgRect" presStyleLbl="bgShp" presStyleIdx="4" presStyleCnt="7"/>
      <dgm:spPr/>
    </dgm:pt>
    <dgm:pt modelId="{CBD5140D-CEB4-4C87-B4B1-BE990B1461A8}" type="pres">
      <dgm:prSet presAssocID="{CB75195C-5E95-4502-847E-725C14B54897}"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hredder"/>
        </a:ext>
      </dgm:extLst>
    </dgm:pt>
    <dgm:pt modelId="{6452786C-189D-4A10-93E6-09E1295B878D}" type="pres">
      <dgm:prSet presAssocID="{CB75195C-5E95-4502-847E-725C14B54897}" presName="spaceRect" presStyleCnt="0"/>
      <dgm:spPr/>
    </dgm:pt>
    <dgm:pt modelId="{DFFB4567-55BA-4F93-9ABA-A6B85DE06239}" type="pres">
      <dgm:prSet presAssocID="{CB75195C-5E95-4502-847E-725C14B54897}" presName="parTx" presStyleLbl="revTx" presStyleIdx="4" presStyleCnt="7">
        <dgm:presLayoutVars>
          <dgm:chMax val="0"/>
          <dgm:chPref val="0"/>
        </dgm:presLayoutVars>
      </dgm:prSet>
      <dgm:spPr/>
    </dgm:pt>
    <dgm:pt modelId="{64DE1825-9A2C-4496-93F2-22E735756388}" type="pres">
      <dgm:prSet presAssocID="{687CCD7B-0C86-4E31-AC8C-338AA99291C8}" presName="sibTrans" presStyleCnt="0"/>
      <dgm:spPr/>
    </dgm:pt>
    <dgm:pt modelId="{4E45B79B-5F09-4547-AD7B-B3A1347C3B4B}" type="pres">
      <dgm:prSet presAssocID="{C32ED3C2-2B01-4E64-8DC7-D18CEF6305A9}" presName="compNode" presStyleCnt="0"/>
      <dgm:spPr/>
    </dgm:pt>
    <dgm:pt modelId="{FC367D29-8F56-4AA3-9460-8818F0A6E2AE}" type="pres">
      <dgm:prSet presAssocID="{C32ED3C2-2B01-4E64-8DC7-D18CEF6305A9}" presName="bgRect" presStyleLbl="bgShp" presStyleIdx="5" presStyleCnt="7"/>
      <dgm:spPr/>
    </dgm:pt>
    <dgm:pt modelId="{5A970057-C7F0-4171-9E36-E018E583A215}" type="pres">
      <dgm:prSet presAssocID="{C32ED3C2-2B01-4E64-8DC7-D18CEF6305A9}"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User"/>
        </a:ext>
      </dgm:extLst>
    </dgm:pt>
    <dgm:pt modelId="{66446349-E8FB-46FF-9EC3-01F6974A06AA}" type="pres">
      <dgm:prSet presAssocID="{C32ED3C2-2B01-4E64-8DC7-D18CEF6305A9}" presName="spaceRect" presStyleCnt="0"/>
      <dgm:spPr/>
    </dgm:pt>
    <dgm:pt modelId="{5AD6A959-676F-4412-AA77-B0122ACD126E}" type="pres">
      <dgm:prSet presAssocID="{C32ED3C2-2B01-4E64-8DC7-D18CEF6305A9}" presName="parTx" presStyleLbl="revTx" presStyleIdx="5" presStyleCnt="7">
        <dgm:presLayoutVars>
          <dgm:chMax val="0"/>
          <dgm:chPref val="0"/>
        </dgm:presLayoutVars>
      </dgm:prSet>
      <dgm:spPr/>
    </dgm:pt>
    <dgm:pt modelId="{773602EC-ED86-4123-9FCF-9124A74FA71D}" type="pres">
      <dgm:prSet presAssocID="{80BA2550-C8C1-486E-8011-803FD914086F}" presName="sibTrans" presStyleCnt="0"/>
      <dgm:spPr/>
    </dgm:pt>
    <dgm:pt modelId="{520E1500-F4BE-45BB-A565-9E4FA25B3388}" type="pres">
      <dgm:prSet presAssocID="{FCD68D3E-5FC6-4172-94ED-C22222591FE4}" presName="compNode" presStyleCnt="0"/>
      <dgm:spPr/>
    </dgm:pt>
    <dgm:pt modelId="{3208C3FD-AAC4-4986-874A-1B75D1BF6327}" type="pres">
      <dgm:prSet presAssocID="{FCD68D3E-5FC6-4172-94ED-C22222591FE4}" presName="bgRect" presStyleLbl="bgShp" presStyleIdx="6" presStyleCnt="7"/>
      <dgm:spPr/>
    </dgm:pt>
    <dgm:pt modelId="{E889C810-9230-49AF-8735-CCC3FBD110DC}" type="pres">
      <dgm:prSet presAssocID="{FCD68D3E-5FC6-4172-94ED-C22222591FE4}"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Bar chart"/>
        </a:ext>
      </dgm:extLst>
    </dgm:pt>
    <dgm:pt modelId="{2D4C9C27-C993-4E40-AD20-A46DBCA333C1}" type="pres">
      <dgm:prSet presAssocID="{FCD68D3E-5FC6-4172-94ED-C22222591FE4}" presName="spaceRect" presStyleCnt="0"/>
      <dgm:spPr/>
    </dgm:pt>
    <dgm:pt modelId="{6B209270-4E1C-4EED-AD15-E771CA3ADAAD}" type="pres">
      <dgm:prSet presAssocID="{FCD68D3E-5FC6-4172-94ED-C22222591FE4}" presName="parTx" presStyleLbl="revTx" presStyleIdx="6" presStyleCnt="7">
        <dgm:presLayoutVars>
          <dgm:chMax val="0"/>
          <dgm:chPref val="0"/>
        </dgm:presLayoutVars>
      </dgm:prSet>
      <dgm:spPr/>
    </dgm:pt>
  </dgm:ptLst>
  <dgm:cxnLst>
    <dgm:cxn modelId="{71EDDE1E-9AF0-4C01-9B16-EFEFF9A3E7D4}" srcId="{EDB47CF6-4F49-4F55-9674-129AAAA516E6}" destId="{1FD72CB4-8D65-43CD-B671-2130160275BA}" srcOrd="2" destOrd="0" parTransId="{7B080B17-6384-46ED-92DC-60AFAEF91C27}" sibTransId="{73EDBB14-7820-4877-A1E9-96D051F0868A}"/>
    <dgm:cxn modelId="{AB7A584C-82A1-4B1C-A0B5-08B3D6A737F7}" srcId="{EDB47CF6-4F49-4F55-9674-129AAAA516E6}" destId="{47C91B0A-B776-42D3-A4ED-728E8C091421}" srcOrd="3" destOrd="0" parTransId="{7FE80CDC-E820-4441-BC74-86F1E70129BE}" sibTransId="{590B9CAE-DA61-4601-8360-B37CDF47D3C9}"/>
    <dgm:cxn modelId="{56503E54-4D15-4F58-A685-3B0579CCCF73}" type="presOf" srcId="{1FD72CB4-8D65-43CD-B671-2130160275BA}" destId="{5DD0498C-7DB5-4B19-A27A-BAD088B0A5AC}" srcOrd="0" destOrd="0" presId="urn:microsoft.com/office/officeart/2018/2/layout/IconVerticalSolidList"/>
    <dgm:cxn modelId="{DA380885-429B-498E-8971-1B3F35DEE7DF}" type="presOf" srcId="{443410EE-30E8-4ADA-9926-B694194AF8A7}" destId="{F805C025-84E5-40F8-B760-62EEB1816C05}" srcOrd="0" destOrd="0" presId="urn:microsoft.com/office/officeart/2018/2/layout/IconVerticalSolidList"/>
    <dgm:cxn modelId="{8C49BF87-B70F-4224-979A-C31680E019E6}" srcId="{EDB47CF6-4F49-4F55-9674-129AAAA516E6}" destId="{FCD68D3E-5FC6-4172-94ED-C22222591FE4}" srcOrd="6" destOrd="0" parTransId="{9475A983-A5DE-41E9-AF25-0AB5DE55E1E9}" sibTransId="{6CA501D0-3096-4BDC-A81C-48B93CB44484}"/>
    <dgm:cxn modelId="{48104397-82F4-40C4-B582-635BC3F7703E}" srcId="{EDB47CF6-4F49-4F55-9674-129AAAA516E6}" destId="{CB75195C-5E95-4502-847E-725C14B54897}" srcOrd="4" destOrd="0" parTransId="{366D081B-7042-48D0-92D8-86019792CDFC}" sibTransId="{687CCD7B-0C86-4E31-AC8C-338AA99291C8}"/>
    <dgm:cxn modelId="{7FF93DA3-E449-4D4E-91B9-B7A2D3E8DF88}" srcId="{EDB47CF6-4F49-4F55-9674-129AAAA516E6}" destId="{443410EE-30E8-4ADA-9926-B694194AF8A7}" srcOrd="1" destOrd="0" parTransId="{14F9B301-8452-4042-ADEE-41A601B7C6F2}" sibTransId="{1B81935E-759B-4C46-8504-85B968779B00}"/>
    <dgm:cxn modelId="{24B986B9-A9A8-4FA7-AE7B-618FC7E018F1}" type="presOf" srcId="{CB75195C-5E95-4502-847E-725C14B54897}" destId="{DFFB4567-55BA-4F93-9ABA-A6B85DE06239}" srcOrd="0" destOrd="0" presId="urn:microsoft.com/office/officeart/2018/2/layout/IconVerticalSolidList"/>
    <dgm:cxn modelId="{26AD17C5-CCB4-41D5-8E4A-6E09E736F816}" srcId="{EDB47CF6-4F49-4F55-9674-129AAAA516E6}" destId="{C32ED3C2-2B01-4E64-8DC7-D18CEF6305A9}" srcOrd="5" destOrd="0" parTransId="{CD1F5F8D-AD4B-499A-916E-3DA708F40208}" sibTransId="{80BA2550-C8C1-486E-8011-803FD914086F}"/>
    <dgm:cxn modelId="{AD05BEC5-7B10-47B3-A29A-F2E78B617C02}" type="presOf" srcId="{EDB47CF6-4F49-4F55-9674-129AAAA516E6}" destId="{F94B6979-17EC-40E4-A2A8-8F8751BA882C}" srcOrd="0" destOrd="0" presId="urn:microsoft.com/office/officeart/2018/2/layout/IconVerticalSolidList"/>
    <dgm:cxn modelId="{3CC583C6-47D0-4F6B-8FB9-F83E874D3A64}" srcId="{EDB47CF6-4F49-4F55-9674-129AAAA516E6}" destId="{94858D02-47B6-42C4-BF9D-6C8127B0E8DA}" srcOrd="0" destOrd="0" parTransId="{63F85879-AC0B-44BB-A508-D7D7779A0783}" sibTransId="{BD82A7F4-CE7E-4BA7-8467-501FD4F17212}"/>
    <dgm:cxn modelId="{20A8C3CA-977A-4760-AC0A-137E3FAA2179}" type="presOf" srcId="{C32ED3C2-2B01-4E64-8DC7-D18CEF6305A9}" destId="{5AD6A959-676F-4412-AA77-B0122ACD126E}" srcOrd="0" destOrd="0" presId="urn:microsoft.com/office/officeart/2018/2/layout/IconVerticalSolidList"/>
    <dgm:cxn modelId="{C22286D5-C40C-4725-8A45-91364D8B7C3E}" type="presOf" srcId="{94858D02-47B6-42C4-BF9D-6C8127B0E8DA}" destId="{ED155593-E7D1-43EE-8FB1-92B9F1054C33}" srcOrd="0" destOrd="0" presId="urn:microsoft.com/office/officeart/2018/2/layout/IconVerticalSolidList"/>
    <dgm:cxn modelId="{E6EDABE3-2ECB-46F1-B8CF-643D92B30710}" type="presOf" srcId="{47C91B0A-B776-42D3-A4ED-728E8C091421}" destId="{78CD8BAF-CFB2-4F39-BA49-59E2038144EF}" srcOrd="0" destOrd="0" presId="urn:microsoft.com/office/officeart/2018/2/layout/IconVerticalSolidList"/>
    <dgm:cxn modelId="{F5DDEDE5-1FA2-45BC-A6BF-A8994ACA7694}" type="presOf" srcId="{FCD68D3E-5FC6-4172-94ED-C22222591FE4}" destId="{6B209270-4E1C-4EED-AD15-E771CA3ADAAD}" srcOrd="0" destOrd="0" presId="urn:microsoft.com/office/officeart/2018/2/layout/IconVerticalSolidList"/>
    <dgm:cxn modelId="{83C93483-B97D-420E-A376-6351630C4257}" type="presParOf" srcId="{F94B6979-17EC-40E4-A2A8-8F8751BA882C}" destId="{FA587AF3-4676-441B-97B5-D692C01745B7}" srcOrd="0" destOrd="0" presId="urn:microsoft.com/office/officeart/2018/2/layout/IconVerticalSolidList"/>
    <dgm:cxn modelId="{8A70DEC5-6544-4516-B1C8-1A34408A3ACE}" type="presParOf" srcId="{FA587AF3-4676-441B-97B5-D692C01745B7}" destId="{CCF01E8F-B889-4AC3-8C57-72A6B5F54B60}" srcOrd="0" destOrd="0" presId="urn:microsoft.com/office/officeart/2018/2/layout/IconVerticalSolidList"/>
    <dgm:cxn modelId="{ECED820E-0420-4929-B35B-8FA770CE6A74}" type="presParOf" srcId="{FA587AF3-4676-441B-97B5-D692C01745B7}" destId="{E9B885A3-55CE-44B2-AA54-DD5BBB3D91E7}" srcOrd="1" destOrd="0" presId="urn:microsoft.com/office/officeart/2018/2/layout/IconVerticalSolidList"/>
    <dgm:cxn modelId="{40B9C1A0-192D-4788-A697-70746EE9F74C}" type="presParOf" srcId="{FA587AF3-4676-441B-97B5-D692C01745B7}" destId="{85CF45FF-8D75-4963-ACBC-4CCE5436D82C}" srcOrd="2" destOrd="0" presId="urn:microsoft.com/office/officeart/2018/2/layout/IconVerticalSolidList"/>
    <dgm:cxn modelId="{E6C737A8-F7C2-4A22-9869-063FF01B65A2}" type="presParOf" srcId="{FA587AF3-4676-441B-97B5-D692C01745B7}" destId="{ED155593-E7D1-43EE-8FB1-92B9F1054C33}" srcOrd="3" destOrd="0" presId="urn:microsoft.com/office/officeart/2018/2/layout/IconVerticalSolidList"/>
    <dgm:cxn modelId="{601CE54B-07EC-4FD9-BE60-B50F34CF02B7}" type="presParOf" srcId="{F94B6979-17EC-40E4-A2A8-8F8751BA882C}" destId="{BDE05F87-0102-430F-B8D8-10700D2A8208}" srcOrd="1" destOrd="0" presId="urn:microsoft.com/office/officeart/2018/2/layout/IconVerticalSolidList"/>
    <dgm:cxn modelId="{3EF4BBA8-E8AE-4B2B-B088-66E4994B7ED9}" type="presParOf" srcId="{F94B6979-17EC-40E4-A2A8-8F8751BA882C}" destId="{CA90AF73-19CC-4E3F-8234-6C9946C85F2F}" srcOrd="2" destOrd="0" presId="urn:microsoft.com/office/officeart/2018/2/layout/IconVerticalSolidList"/>
    <dgm:cxn modelId="{5B994487-F085-4BF4-959B-6B516F4E6B5A}" type="presParOf" srcId="{CA90AF73-19CC-4E3F-8234-6C9946C85F2F}" destId="{85F25053-3774-499A-BD9D-5F936A40C363}" srcOrd="0" destOrd="0" presId="urn:microsoft.com/office/officeart/2018/2/layout/IconVerticalSolidList"/>
    <dgm:cxn modelId="{C09CD430-5267-469B-9D03-DCEBB733679B}" type="presParOf" srcId="{CA90AF73-19CC-4E3F-8234-6C9946C85F2F}" destId="{A371BE3A-E994-4B83-B44C-2C52D68628B3}" srcOrd="1" destOrd="0" presId="urn:microsoft.com/office/officeart/2018/2/layout/IconVerticalSolidList"/>
    <dgm:cxn modelId="{6A153E7A-21BA-497B-9BD2-AC577AB47764}" type="presParOf" srcId="{CA90AF73-19CC-4E3F-8234-6C9946C85F2F}" destId="{5DACEFD4-6B93-4F7B-B423-3AF7B16F1F1E}" srcOrd="2" destOrd="0" presId="urn:microsoft.com/office/officeart/2018/2/layout/IconVerticalSolidList"/>
    <dgm:cxn modelId="{9B5FB491-370D-44B7-BEC5-0C47DF36E94C}" type="presParOf" srcId="{CA90AF73-19CC-4E3F-8234-6C9946C85F2F}" destId="{F805C025-84E5-40F8-B760-62EEB1816C05}" srcOrd="3" destOrd="0" presId="urn:microsoft.com/office/officeart/2018/2/layout/IconVerticalSolidList"/>
    <dgm:cxn modelId="{532EA6F6-715B-48F5-95F8-A5F71185EDDB}" type="presParOf" srcId="{F94B6979-17EC-40E4-A2A8-8F8751BA882C}" destId="{85E5B564-2BCA-4602-A880-A59E68A4FD69}" srcOrd="3" destOrd="0" presId="urn:microsoft.com/office/officeart/2018/2/layout/IconVerticalSolidList"/>
    <dgm:cxn modelId="{02037828-360A-4B91-9CAE-D15E3B8CEB24}" type="presParOf" srcId="{F94B6979-17EC-40E4-A2A8-8F8751BA882C}" destId="{30E31612-ECED-487F-95CF-94C95AF15DA8}" srcOrd="4" destOrd="0" presId="urn:microsoft.com/office/officeart/2018/2/layout/IconVerticalSolidList"/>
    <dgm:cxn modelId="{CE5F1CEF-25CA-4D3E-B183-AE769F0A3ED5}" type="presParOf" srcId="{30E31612-ECED-487F-95CF-94C95AF15DA8}" destId="{EBD99269-BA4F-4227-9E60-02FFCF37DC26}" srcOrd="0" destOrd="0" presId="urn:microsoft.com/office/officeart/2018/2/layout/IconVerticalSolidList"/>
    <dgm:cxn modelId="{33FA823F-6360-4F00-BBC1-A46AD0DFC693}" type="presParOf" srcId="{30E31612-ECED-487F-95CF-94C95AF15DA8}" destId="{2E831410-E82F-4DC5-B331-5844AD666DA7}" srcOrd="1" destOrd="0" presId="urn:microsoft.com/office/officeart/2018/2/layout/IconVerticalSolidList"/>
    <dgm:cxn modelId="{293C8051-CD53-4537-8789-E531949C86E3}" type="presParOf" srcId="{30E31612-ECED-487F-95CF-94C95AF15DA8}" destId="{B857E700-71A7-4331-B5A0-BBE347434A11}" srcOrd="2" destOrd="0" presId="urn:microsoft.com/office/officeart/2018/2/layout/IconVerticalSolidList"/>
    <dgm:cxn modelId="{EA141970-89B8-4FD2-A474-E2C6A1D9F037}" type="presParOf" srcId="{30E31612-ECED-487F-95CF-94C95AF15DA8}" destId="{5DD0498C-7DB5-4B19-A27A-BAD088B0A5AC}" srcOrd="3" destOrd="0" presId="urn:microsoft.com/office/officeart/2018/2/layout/IconVerticalSolidList"/>
    <dgm:cxn modelId="{35F5E77B-2F75-44EA-9252-A1E45632364E}" type="presParOf" srcId="{F94B6979-17EC-40E4-A2A8-8F8751BA882C}" destId="{899465D7-06A5-488D-AC10-A3DA59AD0CBA}" srcOrd="5" destOrd="0" presId="urn:microsoft.com/office/officeart/2018/2/layout/IconVerticalSolidList"/>
    <dgm:cxn modelId="{79F0C5FA-4356-4CB6-AF8A-0A1F76ED64A3}" type="presParOf" srcId="{F94B6979-17EC-40E4-A2A8-8F8751BA882C}" destId="{E3A38F1C-788C-4FB1-92E0-730FE1FEC72D}" srcOrd="6" destOrd="0" presId="urn:microsoft.com/office/officeart/2018/2/layout/IconVerticalSolidList"/>
    <dgm:cxn modelId="{8D3DF808-0A75-4062-A7EE-6FA173E1DF82}" type="presParOf" srcId="{E3A38F1C-788C-4FB1-92E0-730FE1FEC72D}" destId="{EA396219-5695-4513-9DCF-935192B92F4C}" srcOrd="0" destOrd="0" presId="urn:microsoft.com/office/officeart/2018/2/layout/IconVerticalSolidList"/>
    <dgm:cxn modelId="{2E0196E6-A103-45EE-BB0E-7FB75A103799}" type="presParOf" srcId="{E3A38F1C-788C-4FB1-92E0-730FE1FEC72D}" destId="{EB87A690-48FE-4818-A294-8D8D3D15F472}" srcOrd="1" destOrd="0" presId="urn:microsoft.com/office/officeart/2018/2/layout/IconVerticalSolidList"/>
    <dgm:cxn modelId="{425143C9-4E86-4AAF-9A6A-4D9493BC1537}" type="presParOf" srcId="{E3A38F1C-788C-4FB1-92E0-730FE1FEC72D}" destId="{1DFAF00D-06DC-47F0-9A07-75CEBC6E45B0}" srcOrd="2" destOrd="0" presId="urn:microsoft.com/office/officeart/2018/2/layout/IconVerticalSolidList"/>
    <dgm:cxn modelId="{7F8B7695-95A0-4D92-A1AC-1A04566B5765}" type="presParOf" srcId="{E3A38F1C-788C-4FB1-92E0-730FE1FEC72D}" destId="{78CD8BAF-CFB2-4F39-BA49-59E2038144EF}" srcOrd="3" destOrd="0" presId="urn:microsoft.com/office/officeart/2018/2/layout/IconVerticalSolidList"/>
    <dgm:cxn modelId="{445456AB-812C-4608-B294-3D92A5049755}" type="presParOf" srcId="{F94B6979-17EC-40E4-A2A8-8F8751BA882C}" destId="{FE4E5425-F3F1-4952-9C73-C5EAF4F23A72}" srcOrd="7" destOrd="0" presId="urn:microsoft.com/office/officeart/2018/2/layout/IconVerticalSolidList"/>
    <dgm:cxn modelId="{0401DDE4-3B18-4B05-AADA-7BD5B896712C}" type="presParOf" srcId="{F94B6979-17EC-40E4-A2A8-8F8751BA882C}" destId="{39FD985C-245F-4CE4-9B63-FE8C9A5A689A}" srcOrd="8" destOrd="0" presId="urn:microsoft.com/office/officeart/2018/2/layout/IconVerticalSolidList"/>
    <dgm:cxn modelId="{AFE3410F-BF39-4162-A557-B040105541C5}" type="presParOf" srcId="{39FD985C-245F-4CE4-9B63-FE8C9A5A689A}" destId="{FD891D54-D234-4B19-BA04-4CCABE7F73C3}" srcOrd="0" destOrd="0" presId="urn:microsoft.com/office/officeart/2018/2/layout/IconVerticalSolidList"/>
    <dgm:cxn modelId="{451414E5-4152-41A3-BCDA-ED1BD30D0DC8}" type="presParOf" srcId="{39FD985C-245F-4CE4-9B63-FE8C9A5A689A}" destId="{CBD5140D-CEB4-4C87-B4B1-BE990B1461A8}" srcOrd="1" destOrd="0" presId="urn:microsoft.com/office/officeart/2018/2/layout/IconVerticalSolidList"/>
    <dgm:cxn modelId="{D3E4B192-0274-4CD1-B41A-F55086AD4ADC}" type="presParOf" srcId="{39FD985C-245F-4CE4-9B63-FE8C9A5A689A}" destId="{6452786C-189D-4A10-93E6-09E1295B878D}" srcOrd="2" destOrd="0" presId="urn:microsoft.com/office/officeart/2018/2/layout/IconVerticalSolidList"/>
    <dgm:cxn modelId="{90AF5CB4-732F-4FA5-9210-76AC727F6371}" type="presParOf" srcId="{39FD985C-245F-4CE4-9B63-FE8C9A5A689A}" destId="{DFFB4567-55BA-4F93-9ABA-A6B85DE06239}" srcOrd="3" destOrd="0" presId="urn:microsoft.com/office/officeart/2018/2/layout/IconVerticalSolidList"/>
    <dgm:cxn modelId="{AD005411-FA07-40F1-BD5C-E743474C3476}" type="presParOf" srcId="{F94B6979-17EC-40E4-A2A8-8F8751BA882C}" destId="{64DE1825-9A2C-4496-93F2-22E735756388}" srcOrd="9" destOrd="0" presId="urn:microsoft.com/office/officeart/2018/2/layout/IconVerticalSolidList"/>
    <dgm:cxn modelId="{D1D71DAA-DB9B-465F-B957-9BA37FA3901A}" type="presParOf" srcId="{F94B6979-17EC-40E4-A2A8-8F8751BA882C}" destId="{4E45B79B-5F09-4547-AD7B-B3A1347C3B4B}" srcOrd="10" destOrd="0" presId="urn:microsoft.com/office/officeart/2018/2/layout/IconVerticalSolidList"/>
    <dgm:cxn modelId="{830ECE11-6A60-4480-BE30-4911EF5B3026}" type="presParOf" srcId="{4E45B79B-5F09-4547-AD7B-B3A1347C3B4B}" destId="{FC367D29-8F56-4AA3-9460-8818F0A6E2AE}" srcOrd="0" destOrd="0" presId="urn:microsoft.com/office/officeart/2018/2/layout/IconVerticalSolidList"/>
    <dgm:cxn modelId="{74157682-5669-4B85-9BE5-A55CAA9B927D}" type="presParOf" srcId="{4E45B79B-5F09-4547-AD7B-B3A1347C3B4B}" destId="{5A970057-C7F0-4171-9E36-E018E583A215}" srcOrd="1" destOrd="0" presId="urn:microsoft.com/office/officeart/2018/2/layout/IconVerticalSolidList"/>
    <dgm:cxn modelId="{BD8C2332-07AE-4EDE-9CF5-2CA6D8C9FBAB}" type="presParOf" srcId="{4E45B79B-5F09-4547-AD7B-B3A1347C3B4B}" destId="{66446349-E8FB-46FF-9EC3-01F6974A06AA}" srcOrd="2" destOrd="0" presId="urn:microsoft.com/office/officeart/2018/2/layout/IconVerticalSolidList"/>
    <dgm:cxn modelId="{19149BCA-858E-45CB-A8D3-8FA2822B1CFA}" type="presParOf" srcId="{4E45B79B-5F09-4547-AD7B-B3A1347C3B4B}" destId="{5AD6A959-676F-4412-AA77-B0122ACD126E}" srcOrd="3" destOrd="0" presId="urn:microsoft.com/office/officeart/2018/2/layout/IconVerticalSolidList"/>
    <dgm:cxn modelId="{070EB0A6-31E2-4773-AA07-97B5F8E52971}" type="presParOf" srcId="{F94B6979-17EC-40E4-A2A8-8F8751BA882C}" destId="{773602EC-ED86-4123-9FCF-9124A74FA71D}" srcOrd="11" destOrd="0" presId="urn:microsoft.com/office/officeart/2018/2/layout/IconVerticalSolidList"/>
    <dgm:cxn modelId="{B7593FD3-2A0F-4DAF-9717-2FB1720DAABC}" type="presParOf" srcId="{F94B6979-17EC-40E4-A2A8-8F8751BA882C}" destId="{520E1500-F4BE-45BB-A565-9E4FA25B3388}" srcOrd="12" destOrd="0" presId="urn:microsoft.com/office/officeart/2018/2/layout/IconVerticalSolidList"/>
    <dgm:cxn modelId="{98499A00-5D9F-4E44-8472-283C2C1833EB}" type="presParOf" srcId="{520E1500-F4BE-45BB-A565-9E4FA25B3388}" destId="{3208C3FD-AAC4-4986-874A-1B75D1BF6327}" srcOrd="0" destOrd="0" presId="urn:microsoft.com/office/officeart/2018/2/layout/IconVerticalSolidList"/>
    <dgm:cxn modelId="{C2ACEF36-9670-4861-81F7-D565A5C76B45}" type="presParOf" srcId="{520E1500-F4BE-45BB-A565-9E4FA25B3388}" destId="{E889C810-9230-49AF-8735-CCC3FBD110DC}" srcOrd="1" destOrd="0" presId="urn:microsoft.com/office/officeart/2018/2/layout/IconVerticalSolidList"/>
    <dgm:cxn modelId="{136607E1-9A3F-411A-898B-786B780FD139}" type="presParOf" srcId="{520E1500-F4BE-45BB-A565-9E4FA25B3388}" destId="{2D4C9C27-C993-4E40-AD20-A46DBCA333C1}" srcOrd="2" destOrd="0" presId="urn:microsoft.com/office/officeart/2018/2/layout/IconVerticalSolidList"/>
    <dgm:cxn modelId="{DFEB2BB9-ACFA-44A1-8C10-65954E12688C}" type="presParOf" srcId="{520E1500-F4BE-45BB-A565-9E4FA25B3388}" destId="{6B209270-4E1C-4EED-AD15-E771CA3ADAA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A7BE9D-EBD5-47AA-8E4E-407E94B06BC7}" type="doc">
      <dgm:prSet loTypeId="urn:microsoft.com/office/officeart/2018/2/layout/Icon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F2427FA-3356-48A4-996D-B40F4B0B2CA5}">
      <dgm:prSet custT="1"/>
      <dgm:spPr/>
      <dgm:t>
        <a:bodyPr/>
        <a:lstStyle/>
        <a:p>
          <a:pPr>
            <a:lnSpc>
              <a:spcPct val="100000"/>
            </a:lnSpc>
          </a:pPr>
          <a:r>
            <a:rPr lang="en-US" sz="1800" i="0" baseline="0">
              <a:latin typeface="Times New Roman" panose="02020603050405020304" pitchFamily="18" charset="0"/>
              <a:cs typeface="Times New Roman" panose="02020603050405020304" pitchFamily="18" charset="0"/>
            </a:rPr>
            <a:t>Gathered resumes</a:t>
          </a:r>
          <a:endParaRPr lang="en-US" sz="1800">
            <a:latin typeface="Times New Roman" panose="02020603050405020304" pitchFamily="18" charset="0"/>
            <a:cs typeface="Times New Roman" panose="02020603050405020304" pitchFamily="18" charset="0"/>
          </a:endParaRPr>
        </a:p>
      </dgm:t>
    </dgm:pt>
    <dgm:pt modelId="{195FAD97-06B5-4C31-A921-631B3A80892B}" type="parTrans" cxnId="{D713915C-A56B-4E82-BA43-0969609E01A2}">
      <dgm:prSet/>
      <dgm:spPr/>
      <dgm:t>
        <a:bodyPr/>
        <a:lstStyle/>
        <a:p>
          <a:endParaRPr lang="en-US"/>
        </a:p>
      </dgm:t>
    </dgm:pt>
    <dgm:pt modelId="{A8E2FF8E-055D-44C9-BE3E-D9A1D0B783A7}" type="sibTrans" cxnId="{D713915C-A56B-4E82-BA43-0969609E01A2}">
      <dgm:prSet/>
      <dgm:spPr/>
      <dgm:t>
        <a:bodyPr/>
        <a:lstStyle/>
        <a:p>
          <a:endParaRPr lang="en-US"/>
        </a:p>
      </dgm:t>
    </dgm:pt>
    <dgm:pt modelId="{31467CE8-6482-4A7B-8D16-7EA1E00E3B17}">
      <dgm:prSet custT="1"/>
      <dgm:spPr/>
      <dgm:t>
        <a:bodyPr/>
        <a:lstStyle/>
        <a:p>
          <a:pPr>
            <a:lnSpc>
              <a:spcPct val="100000"/>
            </a:lnSpc>
          </a:pPr>
          <a:r>
            <a:rPr lang="en-US" sz="1800" i="0" kern="1200" baseline="0">
              <a:latin typeface="Times New Roman" panose="02020603050405020304" pitchFamily="18" charset="0"/>
              <a:cs typeface="Times New Roman" panose="02020603050405020304" pitchFamily="18" charset="0"/>
            </a:rPr>
            <a:t>Collected job </a:t>
          </a:r>
          <a:r>
            <a:rPr lang="en-US" sz="1800" i="0" kern="1200" baseline="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descriptions</a:t>
          </a:r>
          <a:endParaRPr lang="en-US" sz="1800" kern="1200">
            <a:latin typeface="Times New Roman" panose="02020603050405020304" pitchFamily="18" charset="0"/>
            <a:cs typeface="Times New Roman" panose="02020603050405020304" pitchFamily="18" charset="0"/>
          </a:endParaRPr>
        </a:p>
      </dgm:t>
    </dgm:pt>
    <dgm:pt modelId="{D9156C86-0B64-4B77-99E0-9D2189BBB8DE}" type="parTrans" cxnId="{9226F290-D6D9-4358-B25F-6656102D06C6}">
      <dgm:prSet/>
      <dgm:spPr/>
      <dgm:t>
        <a:bodyPr/>
        <a:lstStyle/>
        <a:p>
          <a:endParaRPr lang="en-US"/>
        </a:p>
      </dgm:t>
    </dgm:pt>
    <dgm:pt modelId="{1A22046B-5169-4A3B-9DD1-33C95EC988B1}" type="sibTrans" cxnId="{9226F290-D6D9-4358-B25F-6656102D06C6}">
      <dgm:prSet/>
      <dgm:spPr/>
      <dgm:t>
        <a:bodyPr/>
        <a:lstStyle/>
        <a:p>
          <a:endParaRPr lang="en-US"/>
        </a:p>
      </dgm:t>
    </dgm:pt>
    <dgm:pt modelId="{D0DE21BD-1212-46AD-A770-128872CE1D50}">
      <dgm:prSet custT="1"/>
      <dgm:spPr/>
      <dgm:t>
        <a:bodyPr/>
        <a:lstStyle/>
        <a:p>
          <a:pPr>
            <a:lnSpc>
              <a:spcPct val="100000"/>
            </a:lnSpc>
          </a:pPr>
          <a:r>
            <a:rPr lang="en-US" sz="1800" i="0" baseline="0">
              <a:latin typeface="Times New Roman" panose="02020603050405020304" pitchFamily="18" charset="0"/>
              <a:cs typeface="Times New Roman" panose="02020603050405020304" pitchFamily="18" charset="0"/>
            </a:rPr>
            <a:t>Converted unstructured files</a:t>
          </a:r>
          <a:endParaRPr lang="en-US" sz="1800">
            <a:latin typeface="Times New Roman" panose="02020603050405020304" pitchFamily="18" charset="0"/>
            <a:cs typeface="Times New Roman" panose="02020603050405020304" pitchFamily="18" charset="0"/>
          </a:endParaRPr>
        </a:p>
      </dgm:t>
    </dgm:pt>
    <dgm:pt modelId="{20F5737D-5DBF-4D67-A542-D1AAF4BAF34F}" type="parTrans" cxnId="{A1ADA9AF-6CEF-4BFD-AD62-54A31D65F685}">
      <dgm:prSet/>
      <dgm:spPr/>
      <dgm:t>
        <a:bodyPr/>
        <a:lstStyle/>
        <a:p>
          <a:endParaRPr lang="en-US"/>
        </a:p>
      </dgm:t>
    </dgm:pt>
    <dgm:pt modelId="{8B9783C3-6E83-4A6F-92E5-B1676D978A5E}" type="sibTrans" cxnId="{A1ADA9AF-6CEF-4BFD-AD62-54A31D65F685}">
      <dgm:prSet/>
      <dgm:spPr/>
      <dgm:t>
        <a:bodyPr/>
        <a:lstStyle/>
        <a:p>
          <a:endParaRPr lang="en-US"/>
        </a:p>
      </dgm:t>
    </dgm:pt>
    <dgm:pt modelId="{1A538B80-E0E4-4E8B-9B2E-1C392929C8C5}">
      <dgm:prSet custT="1"/>
      <dgm:spPr/>
      <dgm:t>
        <a:bodyPr/>
        <a:lstStyle/>
        <a:p>
          <a:pPr>
            <a:lnSpc>
              <a:spcPct val="100000"/>
            </a:lnSpc>
          </a:pPr>
          <a:r>
            <a:rPr lang="en-US" sz="1800" i="0" baseline="0">
              <a:latin typeface="Times New Roman" panose="02020603050405020304" pitchFamily="18" charset="0"/>
              <a:cs typeface="Times New Roman" panose="02020603050405020304" pitchFamily="18" charset="0"/>
            </a:rPr>
            <a:t>Ensured dataset diversity</a:t>
          </a:r>
          <a:endParaRPr lang="en-US" sz="1800">
            <a:latin typeface="Times New Roman" panose="02020603050405020304" pitchFamily="18" charset="0"/>
            <a:cs typeface="Times New Roman" panose="02020603050405020304" pitchFamily="18" charset="0"/>
          </a:endParaRPr>
        </a:p>
      </dgm:t>
    </dgm:pt>
    <dgm:pt modelId="{6F08E51E-C028-44B6-9593-AD6976C9FC60}" type="parTrans" cxnId="{937578BF-7CA5-46B1-BB1C-2413B0D64915}">
      <dgm:prSet/>
      <dgm:spPr/>
      <dgm:t>
        <a:bodyPr/>
        <a:lstStyle/>
        <a:p>
          <a:endParaRPr lang="en-US"/>
        </a:p>
      </dgm:t>
    </dgm:pt>
    <dgm:pt modelId="{2384C245-2D1A-47D3-A097-616C728B23D8}" type="sibTrans" cxnId="{937578BF-7CA5-46B1-BB1C-2413B0D64915}">
      <dgm:prSet/>
      <dgm:spPr/>
      <dgm:t>
        <a:bodyPr/>
        <a:lstStyle/>
        <a:p>
          <a:endParaRPr lang="en-US"/>
        </a:p>
      </dgm:t>
    </dgm:pt>
    <dgm:pt modelId="{E9ECC6E0-A4A9-4B0F-8038-05298AE97D02}">
      <dgm:prSet custT="1"/>
      <dgm:spPr/>
      <dgm:t>
        <a:bodyPr/>
        <a:lstStyle/>
        <a:p>
          <a:pPr>
            <a:lnSpc>
              <a:spcPct val="100000"/>
            </a:lnSpc>
          </a:pPr>
          <a:r>
            <a:rPr lang="en-US" sz="1800" i="0" baseline="0">
              <a:latin typeface="Times New Roman" panose="02020603050405020304" pitchFamily="18" charset="0"/>
              <a:cs typeface="Times New Roman" panose="02020603050405020304" pitchFamily="18" charset="0"/>
            </a:rPr>
            <a:t>Stored all raw files</a:t>
          </a:r>
          <a:endParaRPr lang="en-US" sz="1800"/>
        </a:p>
      </dgm:t>
    </dgm:pt>
    <dgm:pt modelId="{6B2D7913-6012-4434-8EC5-7E15059C3B1D}" type="parTrans" cxnId="{D36468F0-5A5D-4EEB-AA8C-65AA44A001C3}">
      <dgm:prSet/>
      <dgm:spPr/>
      <dgm:t>
        <a:bodyPr/>
        <a:lstStyle/>
        <a:p>
          <a:endParaRPr lang="en-US"/>
        </a:p>
      </dgm:t>
    </dgm:pt>
    <dgm:pt modelId="{67B4A2FD-7FB6-4FE6-BDC3-679EDFFC689D}" type="sibTrans" cxnId="{D36468F0-5A5D-4EEB-AA8C-65AA44A001C3}">
      <dgm:prSet/>
      <dgm:spPr/>
      <dgm:t>
        <a:bodyPr/>
        <a:lstStyle/>
        <a:p>
          <a:endParaRPr lang="en-US"/>
        </a:p>
      </dgm:t>
    </dgm:pt>
    <dgm:pt modelId="{0341009D-3CD1-4B9D-9664-DB3136BC669C}" type="pres">
      <dgm:prSet presAssocID="{14A7BE9D-EBD5-47AA-8E4E-407E94B06BC7}" presName="root" presStyleCnt="0">
        <dgm:presLayoutVars>
          <dgm:dir/>
          <dgm:resizeHandles val="exact"/>
        </dgm:presLayoutVars>
      </dgm:prSet>
      <dgm:spPr/>
    </dgm:pt>
    <dgm:pt modelId="{55CD3223-DC6C-42E3-85DD-2A5E33DB8961}" type="pres">
      <dgm:prSet presAssocID="{CF2427FA-3356-48A4-996D-B40F4B0B2CA5}" presName="compNode" presStyleCnt="0"/>
      <dgm:spPr/>
    </dgm:pt>
    <dgm:pt modelId="{09A0DB2E-CBAC-4516-B17B-2CB2B8782309}" type="pres">
      <dgm:prSet presAssocID="{CF2427FA-3356-48A4-996D-B40F4B0B2CA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45907F22-3909-43C5-AE90-F882E15B8AE6}" type="pres">
      <dgm:prSet presAssocID="{CF2427FA-3356-48A4-996D-B40F4B0B2CA5}" presName="spaceRect" presStyleCnt="0"/>
      <dgm:spPr/>
    </dgm:pt>
    <dgm:pt modelId="{7CA79FAD-6266-4A59-904B-29D85FDA3706}" type="pres">
      <dgm:prSet presAssocID="{CF2427FA-3356-48A4-996D-B40F4B0B2CA5}" presName="textRect" presStyleLbl="revTx" presStyleIdx="0" presStyleCnt="5">
        <dgm:presLayoutVars>
          <dgm:chMax val="1"/>
          <dgm:chPref val="1"/>
        </dgm:presLayoutVars>
      </dgm:prSet>
      <dgm:spPr/>
    </dgm:pt>
    <dgm:pt modelId="{3B81EDEE-C8E4-4556-94CD-64DF788BC9BD}" type="pres">
      <dgm:prSet presAssocID="{A8E2FF8E-055D-44C9-BE3E-D9A1D0B783A7}" presName="sibTrans" presStyleCnt="0"/>
      <dgm:spPr/>
    </dgm:pt>
    <dgm:pt modelId="{1A69D39B-3FB3-4FEC-AE25-11F305E31262}" type="pres">
      <dgm:prSet presAssocID="{31467CE8-6482-4A7B-8D16-7EA1E00E3B17}" presName="compNode" presStyleCnt="0"/>
      <dgm:spPr/>
    </dgm:pt>
    <dgm:pt modelId="{C861F1DC-45F8-4950-A595-364E6A468064}" type="pres">
      <dgm:prSet presAssocID="{31467CE8-6482-4A7B-8D16-7EA1E00E3B1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ffice Worker"/>
        </a:ext>
      </dgm:extLst>
    </dgm:pt>
    <dgm:pt modelId="{8765F413-FB6B-41BD-8203-101D690AC514}" type="pres">
      <dgm:prSet presAssocID="{31467CE8-6482-4A7B-8D16-7EA1E00E3B17}" presName="spaceRect" presStyleCnt="0"/>
      <dgm:spPr/>
    </dgm:pt>
    <dgm:pt modelId="{358EB753-74F9-469F-9F89-5E3C8584E730}" type="pres">
      <dgm:prSet presAssocID="{31467CE8-6482-4A7B-8D16-7EA1E00E3B17}" presName="textRect" presStyleLbl="revTx" presStyleIdx="1" presStyleCnt="5">
        <dgm:presLayoutVars>
          <dgm:chMax val="1"/>
          <dgm:chPref val="1"/>
        </dgm:presLayoutVars>
      </dgm:prSet>
      <dgm:spPr/>
    </dgm:pt>
    <dgm:pt modelId="{7953D0B8-AAC8-4735-9B6F-276F22AA415B}" type="pres">
      <dgm:prSet presAssocID="{1A22046B-5169-4A3B-9DD1-33C95EC988B1}" presName="sibTrans" presStyleCnt="0"/>
      <dgm:spPr/>
    </dgm:pt>
    <dgm:pt modelId="{287F0587-8ABD-4E6C-8D2B-BB751A4F2444}" type="pres">
      <dgm:prSet presAssocID="{D0DE21BD-1212-46AD-A770-128872CE1D50}" presName="compNode" presStyleCnt="0"/>
      <dgm:spPr/>
    </dgm:pt>
    <dgm:pt modelId="{6021F16B-44E8-4D4D-9521-B60C7C34DE49}" type="pres">
      <dgm:prSet presAssocID="{D0DE21BD-1212-46AD-A770-128872CE1D5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ooks"/>
        </a:ext>
      </dgm:extLst>
    </dgm:pt>
    <dgm:pt modelId="{00ED2EA3-0E94-484E-8444-8D92CF335AC9}" type="pres">
      <dgm:prSet presAssocID="{D0DE21BD-1212-46AD-A770-128872CE1D50}" presName="spaceRect" presStyleCnt="0"/>
      <dgm:spPr/>
    </dgm:pt>
    <dgm:pt modelId="{CAE3640B-2FE8-400B-9C0D-394941BFAD25}" type="pres">
      <dgm:prSet presAssocID="{D0DE21BD-1212-46AD-A770-128872CE1D50}" presName="textRect" presStyleLbl="revTx" presStyleIdx="2" presStyleCnt="5">
        <dgm:presLayoutVars>
          <dgm:chMax val="1"/>
          <dgm:chPref val="1"/>
        </dgm:presLayoutVars>
      </dgm:prSet>
      <dgm:spPr/>
    </dgm:pt>
    <dgm:pt modelId="{29AEBD51-EBF0-4571-8A6A-90A9F8CE3046}" type="pres">
      <dgm:prSet presAssocID="{8B9783C3-6E83-4A6F-92E5-B1676D978A5E}" presName="sibTrans" presStyleCnt="0"/>
      <dgm:spPr/>
    </dgm:pt>
    <dgm:pt modelId="{E1F4FC6C-C392-4930-82A7-8E4EE15913BD}" type="pres">
      <dgm:prSet presAssocID="{1A538B80-E0E4-4E8B-9B2E-1C392929C8C5}" presName="compNode" presStyleCnt="0"/>
      <dgm:spPr/>
    </dgm:pt>
    <dgm:pt modelId="{057CFDE6-CCB6-4DC3-9266-13E6265AA8DC}" type="pres">
      <dgm:prSet presAssocID="{1A538B80-E0E4-4E8B-9B2E-1C392929C8C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atabase"/>
        </a:ext>
      </dgm:extLst>
    </dgm:pt>
    <dgm:pt modelId="{BA50AD16-A69C-421E-92F2-FF33F70F4535}" type="pres">
      <dgm:prSet presAssocID="{1A538B80-E0E4-4E8B-9B2E-1C392929C8C5}" presName="spaceRect" presStyleCnt="0"/>
      <dgm:spPr/>
    </dgm:pt>
    <dgm:pt modelId="{50B2F6F1-A6E7-464B-9102-F34388CC0297}" type="pres">
      <dgm:prSet presAssocID="{1A538B80-E0E4-4E8B-9B2E-1C392929C8C5}" presName="textRect" presStyleLbl="revTx" presStyleIdx="3" presStyleCnt="5">
        <dgm:presLayoutVars>
          <dgm:chMax val="1"/>
          <dgm:chPref val="1"/>
        </dgm:presLayoutVars>
      </dgm:prSet>
      <dgm:spPr/>
    </dgm:pt>
    <dgm:pt modelId="{5807AD97-AFA4-4D2E-8CE1-7EB4688342A1}" type="pres">
      <dgm:prSet presAssocID="{2384C245-2D1A-47D3-A097-616C728B23D8}" presName="sibTrans" presStyleCnt="0"/>
      <dgm:spPr/>
    </dgm:pt>
    <dgm:pt modelId="{11194ECC-4932-4BF3-85D9-6D1DECDBD391}" type="pres">
      <dgm:prSet presAssocID="{E9ECC6E0-A4A9-4B0F-8038-05298AE97D02}" presName="compNode" presStyleCnt="0"/>
      <dgm:spPr/>
    </dgm:pt>
    <dgm:pt modelId="{96ED6900-CD7D-40FB-B6D7-A2AFE88EDDB4}" type="pres">
      <dgm:prSet presAssocID="{E9ECC6E0-A4A9-4B0F-8038-05298AE97D02}" presName="iconRect" presStyleLbl="node1" presStyleIdx="4" presStyleCnt="5" custScaleX="103092"/>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Open Folder"/>
        </a:ext>
      </dgm:extLst>
    </dgm:pt>
    <dgm:pt modelId="{EC3C115E-B096-43D1-B25A-5C42CF47B61A}" type="pres">
      <dgm:prSet presAssocID="{E9ECC6E0-A4A9-4B0F-8038-05298AE97D02}" presName="spaceRect" presStyleCnt="0"/>
      <dgm:spPr/>
    </dgm:pt>
    <dgm:pt modelId="{3CFEA401-866D-4EEA-9501-528D1A1784F2}" type="pres">
      <dgm:prSet presAssocID="{E9ECC6E0-A4A9-4B0F-8038-05298AE97D02}" presName="textRect" presStyleLbl="revTx" presStyleIdx="4" presStyleCnt="5">
        <dgm:presLayoutVars>
          <dgm:chMax val="1"/>
          <dgm:chPref val="1"/>
        </dgm:presLayoutVars>
      </dgm:prSet>
      <dgm:spPr/>
    </dgm:pt>
  </dgm:ptLst>
  <dgm:cxnLst>
    <dgm:cxn modelId="{1A66E037-7231-4D66-938F-A551818880B6}" type="presOf" srcId="{D0DE21BD-1212-46AD-A770-128872CE1D50}" destId="{CAE3640B-2FE8-400B-9C0D-394941BFAD25}" srcOrd="0" destOrd="0" presId="urn:microsoft.com/office/officeart/2018/2/layout/IconLabelList"/>
    <dgm:cxn modelId="{B4C7183E-E6C9-42C6-81C9-AB5418AE5395}" type="presOf" srcId="{31467CE8-6482-4A7B-8D16-7EA1E00E3B17}" destId="{358EB753-74F9-469F-9F89-5E3C8584E730}" srcOrd="0" destOrd="0" presId="urn:microsoft.com/office/officeart/2018/2/layout/IconLabelList"/>
    <dgm:cxn modelId="{D713915C-A56B-4E82-BA43-0969609E01A2}" srcId="{14A7BE9D-EBD5-47AA-8E4E-407E94B06BC7}" destId="{CF2427FA-3356-48A4-996D-B40F4B0B2CA5}" srcOrd="0" destOrd="0" parTransId="{195FAD97-06B5-4C31-A921-631B3A80892B}" sibTransId="{A8E2FF8E-055D-44C9-BE3E-D9A1D0B783A7}"/>
    <dgm:cxn modelId="{FF433454-B8CD-4FB7-96FF-1D5503B004CE}" type="presOf" srcId="{CF2427FA-3356-48A4-996D-B40F4B0B2CA5}" destId="{7CA79FAD-6266-4A59-904B-29D85FDA3706}" srcOrd="0" destOrd="0" presId="urn:microsoft.com/office/officeart/2018/2/layout/IconLabelList"/>
    <dgm:cxn modelId="{701EAB7D-F42C-4B1F-8508-8D34B37F2F5A}" type="presOf" srcId="{1A538B80-E0E4-4E8B-9B2E-1C392929C8C5}" destId="{50B2F6F1-A6E7-464B-9102-F34388CC0297}" srcOrd="0" destOrd="0" presId="urn:microsoft.com/office/officeart/2018/2/layout/IconLabelList"/>
    <dgm:cxn modelId="{FA1E4D8D-A2E7-4E58-BE53-6A54E0FF662F}" type="presOf" srcId="{14A7BE9D-EBD5-47AA-8E4E-407E94B06BC7}" destId="{0341009D-3CD1-4B9D-9664-DB3136BC669C}" srcOrd="0" destOrd="0" presId="urn:microsoft.com/office/officeart/2018/2/layout/IconLabelList"/>
    <dgm:cxn modelId="{9226F290-D6D9-4358-B25F-6656102D06C6}" srcId="{14A7BE9D-EBD5-47AA-8E4E-407E94B06BC7}" destId="{31467CE8-6482-4A7B-8D16-7EA1E00E3B17}" srcOrd="1" destOrd="0" parTransId="{D9156C86-0B64-4B77-99E0-9D2189BBB8DE}" sibTransId="{1A22046B-5169-4A3B-9DD1-33C95EC988B1}"/>
    <dgm:cxn modelId="{A1ADA9AF-6CEF-4BFD-AD62-54A31D65F685}" srcId="{14A7BE9D-EBD5-47AA-8E4E-407E94B06BC7}" destId="{D0DE21BD-1212-46AD-A770-128872CE1D50}" srcOrd="2" destOrd="0" parTransId="{20F5737D-5DBF-4D67-A542-D1AAF4BAF34F}" sibTransId="{8B9783C3-6E83-4A6F-92E5-B1676D978A5E}"/>
    <dgm:cxn modelId="{D2BF8CB2-7370-4D40-AFF0-23EC5ED61C61}" type="presOf" srcId="{E9ECC6E0-A4A9-4B0F-8038-05298AE97D02}" destId="{3CFEA401-866D-4EEA-9501-528D1A1784F2}" srcOrd="0" destOrd="0" presId="urn:microsoft.com/office/officeart/2018/2/layout/IconLabelList"/>
    <dgm:cxn modelId="{937578BF-7CA5-46B1-BB1C-2413B0D64915}" srcId="{14A7BE9D-EBD5-47AA-8E4E-407E94B06BC7}" destId="{1A538B80-E0E4-4E8B-9B2E-1C392929C8C5}" srcOrd="3" destOrd="0" parTransId="{6F08E51E-C028-44B6-9593-AD6976C9FC60}" sibTransId="{2384C245-2D1A-47D3-A097-616C728B23D8}"/>
    <dgm:cxn modelId="{D36468F0-5A5D-4EEB-AA8C-65AA44A001C3}" srcId="{14A7BE9D-EBD5-47AA-8E4E-407E94B06BC7}" destId="{E9ECC6E0-A4A9-4B0F-8038-05298AE97D02}" srcOrd="4" destOrd="0" parTransId="{6B2D7913-6012-4434-8EC5-7E15059C3B1D}" sibTransId="{67B4A2FD-7FB6-4FE6-BDC3-679EDFFC689D}"/>
    <dgm:cxn modelId="{CD30482A-87B7-4829-B2A9-B81B7F082401}" type="presParOf" srcId="{0341009D-3CD1-4B9D-9664-DB3136BC669C}" destId="{55CD3223-DC6C-42E3-85DD-2A5E33DB8961}" srcOrd="0" destOrd="0" presId="urn:microsoft.com/office/officeart/2018/2/layout/IconLabelList"/>
    <dgm:cxn modelId="{61F99C03-C421-4B74-8562-47FFCB1AF431}" type="presParOf" srcId="{55CD3223-DC6C-42E3-85DD-2A5E33DB8961}" destId="{09A0DB2E-CBAC-4516-B17B-2CB2B8782309}" srcOrd="0" destOrd="0" presId="urn:microsoft.com/office/officeart/2018/2/layout/IconLabelList"/>
    <dgm:cxn modelId="{062B733E-9A7F-4214-8F2B-9902D54D86C3}" type="presParOf" srcId="{55CD3223-DC6C-42E3-85DD-2A5E33DB8961}" destId="{45907F22-3909-43C5-AE90-F882E15B8AE6}" srcOrd="1" destOrd="0" presId="urn:microsoft.com/office/officeart/2018/2/layout/IconLabelList"/>
    <dgm:cxn modelId="{BD1710D9-7635-4291-96D3-C83E613A2CC9}" type="presParOf" srcId="{55CD3223-DC6C-42E3-85DD-2A5E33DB8961}" destId="{7CA79FAD-6266-4A59-904B-29D85FDA3706}" srcOrd="2" destOrd="0" presId="urn:microsoft.com/office/officeart/2018/2/layout/IconLabelList"/>
    <dgm:cxn modelId="{C40D0D5A-C0AC-46C9-BDAB-D6CE25227F13}" type="presParOf" srcId="{0341009D-3CD1-4B9D-9664-DB3136BC669C}" destId="{3B81EDEE-C8E4-4556-94CD-64DF788BC9BD}" srcOrd="1" destOrd="0" presId="urn:microsoft.com/office/officeart/2018/2/layout/IconLabelList"/>
    <dgm:cxn modelId="{76716BB4-C76B-462A-9D12-7C1739DB6FDD}" type="presParOf" srcId="{0341009D-3CD1-4B9D-9664-DB3136BC669C}" destId="{1A69D39B-3FB3-4FEC-AE25-11F305E31262}" srcOrd="2" destOrd="0" presId="urn:microsoft.com/office/officeart/2018/2/layout/IconLabelList"/>
    <dgm:cxn modelId="{FFAF1B51-F99A-4102-8135-43A77527AE06}" type="presParOf" srcId="{1A69D39B-3FB3-4FEC-AE25-11F305E31262}" destId="{C861F1DC-45F8-4950-A595-364E6A468064}" srcOrd="0" destOrd="0" presId="urn:microsoft.com/office/officeart/2018/2/layout/IconLabelList"/>
    <dgm:cxn modelId="{4C23BAA3-531C-434D-A7F3-90C7CA90EBAE}" type="presParOf" srcId="{1A69D39B-3FB3-4FEC-AE25-11F305E31262}" destId="{8765F413-FB6B-41BD-8203-101D690AC514}" srcOrd="1" destOrd="0" presId="urn:microsoft.com/office/officeart/2018/2/layout/IconLabelList"/>
    <dgm:cxn modelId="{5BE359A9-D370-48B3-9808-215B452FF486}" type="presParOf" srcId="{1A69D39B-3FB3-4FEC-AE25-11F305E31262}" destId="{358EB753-74F9-469F-9F89-5E3C8584E730}" srcOrd="2" destOrd="0" presId="urn:microsoft.com/office/officeart/2018/2/layout/IconLabelList"/>
    <dgm:cxn modelId="{F75B0BE2-995C-4397-A279-8927988202D1}" type="presParOf" srcId="{0341009D-3CD1-4B9D-9664-DB3136BC669C}" destId="{7953D0B8-AAC8-4735-9B6F-276F22AA415B}" srcOrd="3" destOrd="0" presId="urn:microsoft.com/office/officeart/2018/2/layout/IconLabelList"/>
    <dgm:cxn modelId="{84CA8183-7AF3-4DFC-8F28-A4BF4FF23AE9}" type="presParOf" srcId="{0341009D-3CD1-4B9D-9664-DB3136BC669C}" destId="{287F0587-8ABD-4E6C-8D2B-BB751A4F2444}" srcOrd="4" destOrd="0" presId="urn:microsoft.com/office/officeart/2018/2/layout/IconLabelList"/>
    <dgm:cxn modelId="{E1FC4BBE-ED6B-4EB3-B0CA-00D6CF048E10}" type="presParOf" srcId="{287F0587-8ABD-4E6C-8D2B-BB751A4F2444}" destId="{6021F16B-44E8-4D4D-9521-B60C7C34DE49}" srcOrd="0" destOrd="0" presId="urn:microsoft.com/office/officeart/2018/2/layout/IconLabelList"/>
    <dgm:cxn modelId="{6BE42FBE-EE0C-4BA2-A3AA-9DBB28CB5996}" type="presParOf" srcId="{287F0587-8ABD-4E6C-8D2B-BB751A4F2444}" destId="{00ED2EA3-0E94-484E-8444-8D92CF335AC9}" srcOrd="1" destOrd="0" presId="urn:microsoft.com/office/officeart/2018/2/layout/IconLabelList"/>
    <dgm:cxn modelId="{E8D8E45E-DB61-4350-BD2D-38D7FBD3B34C}" type="presParOf" srcId="{287F0587-8ABD-4E6C-8D2B-BB751A4F2444}" destId="{CAE3640B-2FE8-400B-9C0D-394941BFAD25}" srcOrd="2" destOrd="0" presId="urn:microsoft.com/office/officeart/2018/2/layout/IconLabelList"/>
    <dgm:cxn modelId="{862B712E-EE50-4F2D-86C4-E5C69B8D626A}" type="presParOf" srcId="{0341009D-3CD1-4B9D-9664-DB3136BC669C}" destId="{29AEBD51-EBF0-4571-8A6A-90A9F8CE3046}" srcOrd="5" destOrd="0" presId="urn:microsoft.com/office/officeart/2018/2/layout/IconLabelList"/>
    <dgm:cxn modelId="{C01FFB4F-553C-4239-806B-B2D50AF2AB0D}" type="presParOf" srcId="{0341009D-3CD1-4B9D-9664-DB3136BC669C}" destId="{E1F4FC6C-C392-4930-82A7-8E4EE15913BD}" srcOrd="6" destOrd="0" presId="urn:microsoft.com/office/officeart/2018/2/layout/IconLabelList"/>
    <dgm:cxn modelId="{D8CD08AC-5298-461C-ACD1-483FC5F8FC79}" type="presParOf" srcId="{E1F4FC6C-C392-4930-82A7-8E4EE15913BD}" destId="{057CFDE6-CCB6-4DC3-9266-13E6265AA8DC}" srcOrd="0" destOrd="0" presId="urn:microsoft.com/office/officeart/2018/2/layout/IconLabelList"/>
    <dgm:cxn modelId="{4BED2229-D5A5-457E-A221-D4F63A80DFE1}" type="presParOf" srcId="{E1F4FC6C-C392-4930-82A7-8E4EE15913BD}" destId="{BA50AD16-A69C-421E-92F2-FF33F70F4535}" srcOrd="1" destOrd="0" presId="urn:microsoft.com/office/officeart/2018/2/layout/IconLabelList"/>
    <dgm:cxn modelId="{80EA6749-088F-46AB-A3B4-751999829F44}" type="presParOf" srcId="{E1F4FC6C-C392-4930-82A7-8E4EE15913BD}" destId="{50B2F6F1-A6E7-464B-9102-F34388CC0297}" srcOrd="2" destOrd="0" presId="urn:microsoft.com/office/officeart/2018/2/layout/IconLabelList"/>
    <dgm:cxn modelId="{4016422D-AB6A-4FF6-AC9E-6787A635A251}" type="presParOf" srcId="{0341009D-3CD1-4B9D-9664-DB3136BC669C}" destId="{5807AD97-AFA4-4D2E-8CE1-7EB4688342A1}" srcOrd="7" destOrd="0" presId="urn:microsoft.com/office/officeart/2018/2/layout/IconLabelList"/>
    <dgm:cxn modelId="{F4A2DA85-FE8B-4325-932A-888BEBFA41FE}" type="presParOf" srcId="{0341009D-3CD1-4B9D-9664-DB3136BC669C}" destId="{11194ECC-4932-4BF3-85D9-6D1DECDBD391}" srcOrd="8" destOrd="0" presId="urn:microsoft.com/office/officeart/2018/2/layout/IconLabelList"/>
    <dgm:cxn modelId="{6911591D-7E57-4330-902F-6E1871CA241E}" type="presParOf" srcId="{11194ECC-4932-4BF3-85D9-6D1DECDBD391}" destId="{96ED6900-CD7D-40FB-B6D7-A2AFE88EDDB4}" srcOrd="0" destOrd="0" presId="urn:microsoft.com/office/officeart/2018/2/layout/IconLabelList"/>
    <dgm:cxn modelId="{636859C1-3AB5-4C59-82F2-86782F6CAD58}" type="presParOf" srcId="{11194ECC-4932-4BF3-85D9-6D1DECDBD391}" destId="{EC3C115E-B096-43D1-B25A-5C42CF47B61A}" srcOrd="1" destOrd="0" presId="urn:microsoft.com/office/officeart/2018/2/layout/IconLabelList"/>
    <dgm:cxn modelId="{AF7297E9-1261-49D7-B6D0-8C35ED2E4D85}" type="presParOf" srcId="{11194ECC-4932-4BF3-85D9-6D1DECDBD391}" destId="{3CFEA401-866D-4EEA-9501-528D1A1784F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B4D1E6-A7F9-424A-879F-C8A49000889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0C76454-7EE6-4E78-83AF-E67F42F61F2B}">
      <dgm:prSet/>
      <dgm:spPr/>
      <dgm:t>
        <a:bodyPr/>
        <a:lstStyle/>
        <a:p>
          <a:pPr>
            <a:lnSpc>
              <a:spcPct val="100000"/>
            </a:lnSpc>
          </a:pPr>
          <a:r>
            <a:rPr lang="en-US" i="0" baseline="0"/>
            <a:t>Built a Streamlit web app to make resume uploading and skill matching easy for non-technical users</a:t>
          </a:r>
          <a:endParaRPr lang="en-US"/>
        </a:p>
      </dgm:t>
    </dgm:pt>
    <dgm:pt modelId="{A5466416-93FB-4477-A951-83C429473509}" type="parTrans" cxnId="{872EFB9E-0463-48B2-9A52-EA57F3D6C348}">
      <dgm:prSet/>
      <dgm:spPr/>
      <dgm:t>
        <a:bodyPr/>
        <a:lstStyle/>
        <a:p>
          <a:endParaRPr lang="en-US"/>
        </a:p>
      </dgm:t>
    </dgm:pt>
    <dgm:pt modelId="{3AA8E038-2ACB-4812-AA0C-E8B2CA0267E8}" type="sibTrans" cxnId="{872EFB9E-0463-48B2-9A52-EA57F3D6C348}">
      <dgm:prSet/>
      <dgm:spPr/>
      <dgm:t>
        <a:bodyPr/>
        <a:lstStyle/>
        <a:p>
          <a:pPr>
            <a:lnSpc>
              <a:spcPct val="100000"/>
            </a:lnSpc>
          </a:pPr>
          <a:endParaRPr lang="en-US"/>
        </a:p>
      </dgm:t>
    </dgm:pt>
    <dgm:pt modelId="{528DD05F-62DB-4680-A3E0-8336AB40DAD9}">
      <dgm:prSet/>
      <dgm:spPr/>
      <dgm:t>
        <a:bodyPr/>
        <a:lstStyle/>
        <a:p>
          <a:pPr>
            <a:lnSpc>
              <a:spcPct val="100000"/>
            </a:lnSpc>
          </a:pPr>
          <a:r>
            <a:rPr lang="en-US" i="0" baseline="0"/>
            <a:t>Filter option to choose from skills or from Job title</a:t>
          </a:r>
          <a:endParaRPr lang="en-US"/>
        </a:p>
      </dgm:t>
    </dgm:pt>
    <dgm:pt modelId="{DA74C995-894D-43A2-98B7-54C467DEB165}" type="parTrans" cxnId="{258AE41A-C9B2-4E02-B245-AF17DA0208E9}">
      <dgm:prSet/>
      <dgm:spPr/>
      <dgm:t>
        <a:bodyPr/>
        <a:lstStyle/>
        <a:p>
          <a:endParaRPr lang="en-US"/>
        </a:p>
      </dgm:t>
    </dgm:pt>
    <dgm:pt modelId="{42737BFF-767E-4BE3-9D9C-19A9FAFBEAB4}" type="sibTrans" cxnId="{258AE41A-C9B2-4E02-B245-AF17DA0208E9}">
      <dgm:prSet/>
      <dgm:spPr/>
      <dgm:t>
        <a:bodyPr/>
        <a:lstStyle/>
        <a:p>
          <a:pPr>
            <a:lnSpc>
              <a:spcPct val="100000"/>
            </a:lnSpc>
          </a:pPr>
          <a:endParaRPr lang="en-US"/>
        </a:p>
      </dgm:t>
    </dgm:pt>
    <dgm:pt modelId="{E2D0E79F-8671-4829-8B53-689D05473C96}">
      <dgm:prSet/>
      <dgm:spPr/>
      <dgm:t>
        <a:bodyPr/>
        <a:lstStyle/>
        <a:p>
          <a:pPr>
            <a:lnSpc>
              <a:spcPct val="100000"/>
            </a:lnSpc>
          </a:pPr>
          <a:r>
            <a:rPr lang="en-US" i="0" baseline="0"/>
            <a:t>Provided instant feedback on skill match scores and missing skills</a:t>
          </a:r>
          <a:endParaRPr lang="en-US"/>
        </a:p>
      </dgm:t>
    </dgm:pt>
    <dgm:pt modelId="{D7EF5189-1385-48EC-A6C2-8C54840152AA}" type="parTrans" cxnId="{4AED3E58-CAFA-4815-A805-79474D1E9236}">
      <dgm:prSet/>
      <dgm:spPr/>
      <dgm:t>
        <a:bodyPr/>
        <a:lstStyle/>
        <a:p>
          <a:endParaRPr lang="en-US"/>
        </a:p>
      </dgm:t>
    </dgm:pt>
    <dgm:pt modelId="{FBD1D11C-7A69-45DF-9A6F-B02EE8ADE5CE}" type="sibTrans" cxnId="{4AED3E58-CAFA-4815-A805-79474D1E9236}">
      <dgm:prSet/>
      <dgm:spPr/>
      <dgm:t>
        <a:bodyPr/>
        <a:lstStyle/>
        <a:p>
          <a:pPr>
            <a:lnSpc>
              <a:spcPct val="100000"/>
            </a:lnSpc>
          </a:pPr>
          <a:endParaRPr lang="en-US"/>
        </a:p>
      </dgm:t>
    </dgm:pt>
    <dgm:pt modelId="{7269A214-F989-4FF7-AAAF-5FE3D692ABEC}">
      <dgm:prSet/>
      <dgm:spPr/>
      <dgm:t>
        <a:bodyPr/>
        <a:lstStyle/>
        <a:p>
          <a:pPr>
            <a:lnSpc>
              <a:spcPct val="100000"/>
            </a:lnSpc>
          </a:pPr>
          <a:r>
            <a:rPr lang="en-US" i="0" baseline="0"/>
            <a:t>Displayed parsed resume content in a clean, readable layout</a:t>
          </a:r>
          <a:endParaRPr lang="en-US"/>
        </a:p>
      </dgm:t>
    </dgm:pt>
    <dgm:pt modelId="{5F89060A-9BA7-4622-B788-5FB26AE2238A}" type="parTrans" cxnId="{064CF1B5-9E8A-4B4E-A6C3-24B13A72BBCD}">
      <dgm:prSet/>
      <dgm:spPr/>
      <dgm:t>
        <a:bodyPr/>
        <a:lstStyle/>
        <a:p>
          <a:endParaRPr lang="en-US"/>
        </a:p>
      </dgm:t>
    </dgm:pt>
    <dgm:pt modelId="{FC9B91A9-ACE5-414E-B166-235AC26AB745}" type="sibTrans" cxnId="{064CF1B5-9E8A-4B4E-A6C3-24B13A72BBCD}">
      <dgm:prSet/>
      <dgm:spPr/>
      <dgm:t>
        <a:bodyPr/>
        <a:lstStyle/>
        <a:p>
          <a:pPr>
            <a:lnSpc>
              <a:spcPct val="100000"/>
            </a:lnSpc>
          </a:pPr>
          <a:endParaRPr lang="en-US"/>
        </a:p>
      </dgm:t>
    </dgm:pt>
    <dgm:pt modelId="{6876E801-4B0A-4277-B2FB-3E61B2A71971}">
      <dgm:prSet/>
      <dgm:spPr/>
      <dgm:t>
        <a:bodyPr/>
        <a:lstStyle/>
        <a:p>
          <a:pPr>
            <a:lnSpc>
              <a:spcPct val="100000"/>
            </a:lnSpc>
          </a:pPr>
          <a:r>
            <a:rPr lang="en-US" i="0" baseline="0"/>
            <a:t>Designed with a responsive, minimal UI for fast performance and mobile accessibility</a:t>
          </a:r>
          <a:endParaRPr lang="en-US"/>
        </a:p>
      </dgm:t>
    </dgm:pt>
    <dgm:pt modelId="{34253C17-1C57-4A89-8D42-7E6D2E31E08F}" type="parTrans" cxnId="{13482574-F128-4ACE-9D9A-D1F320B67AE4}">
      <dgm:prSet/>
      <dgm:spPr/>
      <dgm:t>
        <a:bodyPr/>
        <a:lstStyle/>
        <a:p>
          <a:endParaRPr lang="en-US"/>
        </a:p>
      </dgm:t>
    </dgm:pt>
    <dgm:pt modelId="{1D74D389-7534-4909-B57F-55F152C89C43}" type="sibTrans" cxnId="{13482574-F128-4ACE-9D9A-D1F320B67AE4}">
      <dgm:prSet/>
      <dgm:spPr/>
      <dgm:t>
        <a:bodyPr/>
        <a:lstStyle/>
        <a:p>
          <a:pPr>
            <a:lnSpc>
              <a:spcPct val="100000"/>
            </a:lnSpc>
          </a:pPr>
          <a:endParaRPr lang="en-US"/>
        </a:p>
      </dgm:t>
    </dgm:pt>
    <dgm:pt modelId="{537CEF80-4BEE-4308-82A0-B3BA044C4230}">
      <dgm:prSet/>
      <dgm:spPr/>
      <dgm:t>
        <a:bodyPr/>
        <a:lstStyle/>
        <a:p>
          <a:pPr>
            <a:lnSpc>
              <a:spcPct val="100000"/>
            </a:lnSpc>
          </a:pPr>
          <a:r>
            <a:rPr lang="en-US" i="0" baseline="0"/>
            <a:t>Integrated with backend database to log and track uploads for audit and reporting</a:t>
          </a:r>
          <a:endParaRPr lang="en-US"/>
        </a:p>
      </dgm:t>
    </dgm:pt>
    <dgm:pt modelId="{2F7C472A-52F3-40E0-B28B-D3F52972153A}" type="parTrans" cxnId="{EECAD254-0696-4A2B-8E35-A241A56DE3FA}">
      <dgm:prSet/>
      <dgm:spPr/>
      <dgm:t>
        <a:bodyPr/>
        <a:lstStyle/>
        <a:p>
          <a:endParaRPr lang="en-US"/>
        </a:p>
      </dgm:t>
    </dgm:pt>
    <dgm:pt modelId="{9719C8EF-4702-4FD6-8729-3E6D780EABE3}" type="sibTrans" cxnId="{EECAD254-0696-4A2B-8E35-A241A56DE3FA}">
      <dgm:prSet/>
      <dgm:spPr/>
      <dgm:t>
        <a:bodyPr/>
        <a:lstStyle/>
        <a:p>
          <a:endParaRPr lang="en-US"/>
        </a:p>
      </dgm:t>
    </dgm:pt>
    <dgm:pt modelId="{EDB3CD25-C2C8-4AE8-897A-78246E785858}" type="pres">
      <dgm:prSet presAssocID="{7AB4D1E6-A7F9-424A-879F-C8A49000889E}" presName="root" presStyleCnt="0">
        <dgm:presLayoutVars>
          <dgm:dir/>
          <dgm:resizeHandles val="exact"/>
        </dgm:presLayoutVars>
      </dgm:prSet>
      <dgm:spPr/>
    </dgm:pt>
    <dgm:pt modelId="{128EA1EC-5A3C-4A8D-91DE-755F83549B5A}" type="pres">
      <dgm:prSet presAssocID="{B0C76454-7EE6-4E78-83AF-E67F42F61F2B}" presName="compNode" presStyleCnt="0"/>
      <dgm:spPr/>
    </dgm:pt>
    <dgm:pt modelId="{5E53C4BC-4AE5-42DF-AB8F-7DA15B0F3C0E}" type="pres">
      <dgm:prSet presAssocID="{B0C76454-7EE6-4E78-83AF-E67F42F61F2B}" presName="bgRect" presStyleLbl="bgShp" presStyleIdx="0" presStyleCnt="6"/>
      <dgm:spPr/>
    </dgm:pt>
    <dgm:pt modelId="{F333F998-E299-4059-AA9A-34A095E191F9}" type="pres">
      <dgm:prSet presAssocID="{B0C76454-7EE6-4E78-83AF-E67F42F61F2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ffice Worker"/>
        </a:ext>
      </dgm:extLst>
    </dgm:pt>
    <dgm:pt modelId="{00228D01-14B9-4A13-89AA-4F6908C29B37}" type="pres">
      <dgm:prSet presAssocID="{B0C76454-7EE6-4E78-83AF-E67F42F61F2B}" presName="spaceRect" presStyleCnt="0"/>
      <dgm:spPr/>
    </dgm:pt>
    <dgm:pt modelId="{C17A992A-F5E6-448C-80F6-FC19EDB9028B}" type="pres">
      <dgm:prSet presAssocID="{B0C76454-7EE6-4E78-83AF-E67F42F61F2B}" presName="parTx" presStyleLbl="revTx" presStyleIdx="0" presStyleCnt="6">
        <dgm:presLayoutVars>
          <dgm:chMax val="0"/>
          <dgm:chPref val="0"/>
        </dgm:presLayoutVars>
      </dgm:prSet>
      <dgm:spPr/>
    </dgm:pt>
    <dgm:pt modelId="{87FDC128-36CA-4502-BAAD-7DCF604B01E8}" type="pres">
      <dgm:prSet presAssocID="{3AA8E038-2ACB-4812-AA0C-E8B2CA0267E8}" presName="sibTrans" presStyleCnt="0"/>
      <dgm:spPr/>
    </dgm:pt>
    <dgm:pt modelId="{8A2488D2-861B-421D-BE95-457F815CF925}" type="pres">
      <dgm:prSet presAssocID="{528DD05F-62DB-4680-A3E0-8336AB40DAD9}" presName="compNode" presStyleCnt="0"/>
      <dgm:spPr/>
    </dgm:pt>
    <dgm:pt modelId="{E3E9755F-F3B2-4323-8A39-5CACCFA17F73}" type="pres">
      <dgm:prSet presAssocID="{528DD05F-62DB-4680-A3E0-8336AB40DAD9}" presName="bgRect" presStyleLbl="bgShp" presStyleIdx="1" presStyleCnt="6" custLinFactNeighborY="1840"/>
      <dgm:spPr/>
    </dgm:pt>
    <dgm:pt modelId="{DCC0A41B-D5A6-4FF1-A76E-DB4ECF92B3BC}" type="pres">
      <dgm:prSet presAssocID="{528DD05F-62DB-4680-A3E0-8336AB40DAD9}"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raser"/>
        </a:ext>
      </dgm:extLst>
    </dgm:pt>
    <dgm:pt modelId="{74AE32F7-EE63-4DD1-AFA7-ADDAB10325E7}" type="pres">
      <dgm:prSet presAssocID="{528DD05F-62DB-4680-A3E0-8336AB40DAD9}" presName="spaceRect" presStyleCnt="0"/>
      <dgm:spPr/>
    </dgm:pt>
    <dgm:pt modelId="{F2C56A50-ABC0-48A6-B7E8-5F24122B54DD}" type="pres">
      <dgm:prSet presAssocID="{528DD05F-62DB-4680-A3E0-8336AB40DAD9}" presName="parTx" presStyleLbl="revTx" presStyleIdx="1" presStyleCnt="6">
        <dgm:presLayoutVars>
          <dgm:chMax val="0"/>
          <dgm:chPref val="0"/>
        </dgm:presLayoutVars>
      </dgm:prSet>
      <dgm:spPr/>
    </dgm:pt>
    <dgm:pt modelId="{05880A34-AB62-4414-BF5E-47F7CD4A7E9C}" type="pres">
      <dgm:prSet presAssocID="{42737BFF-767E-4BE3-9D9C-19A9FAFBEAB4}" presName="sibTrans" presStyleCnt="0"/>
      <dgm:spPr/>
    </dgm:pt>
    <dgm:pt modelId="{D9260625-1E88-4D51-9D62-F5160FCE5279}" type="pres">
      <dgm:prSet presAssocID="{E2D0E79F-8671-4829-8B53-689D05473C96}" presName="compNode" presStyleCnt="0"/>
      <dgm:spPr/>
    </dgm:pt>
    <dgm:pt modelId="{95A1C717-FD86-481E-B58B-8CE248A27F33}" type="pres">
      <dgm:prSet presAssocID="{E2D0E79F-8671-4829-8B53-689D05473C96}" presName="bgRect" presStyleLbl="bgShp" presStyleIdx="2" presStyleCnt="6"/>
      <dgm:spPr/>
    </dgm:pt>
    <dgm:pt modelId="{1B77C35F-AD9E-4CE6-AE3A-D9CC91DB2375}" type="pres">
      <dgm:prSet presAssocID="{E2D0E79F-8671-4829-8B53-689D05473C9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6EF28E29-05F9-4200-B102-CC085478130A}" type="pres">
      <dgm:prSet presAssocID="{E2D0E79F-8671-4829-8B53-689D05473C96}" presName="spaceRect" presStyleCnt="0"/>
      <dgm:spPr/>
    </dgm:pt>
    <dgm:pt modelId="{F8DC6B14-B57E-4B28-AC3D-28D91D532030}" type="pres">
      <dgm:prSet presAssocID="{E2D0E79F-8671-4829-8B53-689D05473C96}" presName="parTx" presStyleLbl="revTx" presStyleIdx="2" presStyleCnt="6">
        <dgm:presLayoutVars>
          <dgm:chMax val="0"/>
          <dgm:chPref val="0"/>
        </dgm:presLayoutVars>
      </dgm:prSet>
      <dgm:spPr/>
    </dgm:pt>
    <dgm:pt modelId="{D5BC9D58-0005-4057-82F4-6A7EE5774475}" type="pres">
      <dgm:prSet presAssocID="{FBD1D11C-7A69-45DF-9A6F-B02EE8ADE5CE}" presName="sibTrans" presStyleCnt="0"/>
      <dgm:spPr/>
    </dgm:pt>
    <dgm:pt modelId="{FDFD6F98-20F6-4B36-9E6D-A2C1FDD09FA6}" type="pres">
      <dgm:prSet presAssocID="{7269A214-F989-4FF7-AAAF-5FE3D692ABEC}" presName="compNode" presStyleCnt="0"/>
      <dgm:spPr/>
    </dgm:pt>
    <dgm:pt modelId="{F362C50C-203A-4C78-A0AB-60B25DDDF8EF}" type="pres">
      <dgm:prSet presAssocID="{7269A214-F989-4FF7-AAAF-5FE3D692ABEC}" presName="bgRect" presStyleLbl="bgShp" presStyleIdx="3" presStyleCnt="6"/>
      <dgm:spPr/>
    </dgm:pt>
    <dgm:pt modelId="{93F4F870-70A4-4BB1-8053-728ECD2B5DBC}" type="pres">
      <dgm:prSet presAssocID="{7269A214-F989-4FF7-AAAF-5FE3D692ABEC}"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ocument"/>
        </a:ext>
      </dgm:extLst>
    </dgm:pt>
    <dgm:pt modelId="{80EE9A6F-A879-4B50-8BD4-E67A1A3946F4}" type="pres">
      <dgm:prSet presAssocID="{7269A214-F989-4FF7-AAAF-5FE3D692ABEC}" presName="spaceRect" presStyleCnt="0"/>
      <dgm:spPr/>
    </dgm:pt>
    <dgm:pt modelId="{574DE6D0-F3EA-4015-8655-935A98786EBC}" type="pres">
      <dgm:prSet presAssocID="{7269A214-F989-4FF7-AAAF-5FE3D692ABEC}" presName="parTx" presStyleLbl="revTx" presStyleIdx="3" presStyleCnt="6">
        <dgm:presLayoutVars>
          <dgm:chMax val="0"/>
          <dgm:chPref val="0"/>
        </dgm:presLayoutVars>
      </dgm:prSet>
      <dgm:spPr/>
    </dgm:pt>
    <dgm:pt modelId="{1C62FD80-9EE0-4DC0-B2FC-F91CD9FCE81C}" type="pres">
      <dgm:prSet presAssocID="{FC9B91A9-ACE5-414E-B166-235AC26AB745}" presName="sibTrans" presStyleCnt="0"/>
      <dgm:spPr/>
    </dgm:pt>
    <dgm:pt modelId="{9BE45CE0-D148-4EF6-9AA2-DCB07DD6B66A}" type="pres">
      <dgm:prSet presAssocID="{6876E801-4B0A-4277-B2FB-3E61B2A71971}" presName="compNode" presStyleCnt="0"/>
      <dgm:spPr/>
    </dgm:pt>
    <dgm:pt modelId="{8CED10F1-CD33-4B32-AED3-0545B499067F}" type="pres">
      <dgm:prSet presAssocID="{6876E801-4B0A-4277-B2FB-3E61B2A71971}" presName="bgRect" presStyleLbl="bgShp" presStyleIdx="4" presStyleCnt="6"/>
      <dgm:spPr/>
    </dgm:pt>
    <dgm:pt modelId="{851ED39E-CE96-4B3C-84CA-1D294D39EEF8}" type="pres">
      <dgm:prSet presAssocID="{6876E801-4B0A-4277-B2FB-3E61B2A7197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mart Phone"/>
        </a:ext>
      </dgm:extLst>
    </dgm:pt>
    <dgm:pt modelId="{8038A92D-D8E8-4D53-8EA8-F938D5F9C229}" type="pres">
      <dgm:prSet presAssocID="{6876E801-4B0A-4277-B2FB-3E61B2A71971}" presName="spaceRect" presStyleCnt="0"/>
      <dgm:spPr/>
    </dgm:pt>
    <dgm:pt modelId="{50C812AB-95E2-4410-8EA3-22A41D711705}" type="pres">
      <dgm:prSet presAssocID="{6876E801-4B0A-4277-B2FB-3E61B2A71971}" presName="parTx" presStyleLbl="revTx" presStyleIdx="4" presStyleCnt="6">
        <dgm:presLayoutVars>
          <dgm:chMax val="0"/>
          <dgm:chPref val="0"/>
        </dgm:presLayoutVars>
      </dgm:prSet>
      <dgm:spPr/>
    </dgm:pt>
    <dgm:pt modelId="{36BEDC83-10CD-496F-BF43-599F267DC0FC}" type="pres">
      <dgm:prSet presAssocID="{1D74D389-7534-4909-B57F-55F152C89C43}" presName="sibTrans" presStyleCnt="0"/>
      <dgm:spPr/>
    </dgm:pt>
    <dgm:pt modelId="{FF1D7034-DCD5-4374-A6F8-5D54F9874DFC}" type="pres">
      <dgm:prSet presAssocID="{537CEF80-4BEE-4308-82A0-B3BA044C4230}" presName="compNode" presStyleCnt="0"/>
      <dgm:spPr/>
    </dgm:pt>
    <dgm:pt modelId="{9F3D53D3-C000-4828-B520-1737C238CED6}" type="pres">
      <dgm:prSet presAssocID="{537CEF80-4BEE-4308-82A0-B3BA044C4230}" presName="bgRect" presStyleLbl="bgShp" presStyleIdx="5" presStyleCnt="6"/>
      <dgm:spPr/>
    </dgm:pt>
    <dgm:pt modelId="{84DB828B-76D9-4ED2-99D6-D2ABFA4A248F}" type="pres">
      <dgm:prSet presAssocID="{537CEF80-4BEE-4308-82A0-B3BA044C4230}"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Database"/>
        </a:ext>
      </dgm:extLst>
    </dgm:pt>
    <dgm:pt modelId="{C7AC2398-5F00-4D27-B8C2-399E55C896C2}" type="pres">
      <dgm:prSet presAssocID="{537CEF80-4BEE-4308-82A0-B3BA044C4230}" presName="spaceRect" presStyleCnt="0"/>
      <dgm:spPr/>
    </dgm:pt>
    <dgm:pt modelId="{9F949E01-928B-4A42-BF66-419A61D0E3AF}" type="pres">
      <dgm:prSet presAssocID="{537CEF80-4BEE-4308-82A0-B3BA044C4230}" presName="parTx" presStyleLbl="revTx" presStyleIdx="5" presStyleCnt="6">
        <dgm:presLayoutVars>
          <dgm:chMax val="0"/>
          <dgm:chPref val="0"/>
        </dgm:presLayoutVars>
      </dgm:prSet>
      <dgm:spPr/>
    </dgm:pt>
  </dgm:ptLst>
  <dgm:cxnLst>
    <dgm:cxn modelId="{65574013-995D-4204-B21C-FF79B5F3F502}" type="presOf" srcId="{B0C76454-7EE6-4E78-83AF-E67F42F61F2B}" destId="{C17A992A-F5E6-448C-80F6-FC19EDB9028B}" srcOrd="0" destOrd="0" presId="urn:microsoft.com/office/officeart/2018/2/layout/IconVerticalSolidList"/>
    <dgm:cxn modelId="{258AE41A-C9B2-4E02-B245-AF17DA0208E9}" srcId="{7AB4D1E6-A7F9-424A-879F-C8A49000889E}" destId="{528DD05F-62DB-4680-A3E0-8336AB40DAD9}" srcOrd="1" destOrd="0" parTransId="{DA74C995-894D-43A2-98B7-54C467DEB165}" sibTransId="{42737BFF-767E-4BE3-9D9C-19A9FAFBEAB4}"/>
    <dgm:cxn modelId="{A9A43325-D3E7-4442-B73F-EEA44834A814}" type="presOf" srcId="{7269A214-F989-4FF7-AAAF-5FE3D692ABEC}" destId="{574DE6D0-F3EA-4015-8655-935A98786EBC}" srcOrd="0" destOrd="0" presId="urn:microsoft.com/office/officeart/2018/2/layout/IconVerticalSolidList"/>
    <dgm:cxn modelId="{13482574-F128-4ACE-9D9A-D1F320B67AE4}" srcId="{7AB4D1E6-A7F9-424A-879F-C8A49000889E}" destId="{6876E801-4B0A-4277-B2FB-3E61B2A71971}" srcOrd="4" destOrd="0" parTransId="{34253C17-1C57-4A89-8D42-7E6D2E31E08F}" sibTransId="{1D74D389-7534-4909-B57F-55F152C89C43}"/>
    <dgm:cxn modelId="{EECAD254-0696-4A2B-8E35-A241A56DE3FA}" srcId="{7AB4D1E6-A7F9-424A-879F-C8A49000889E}" destId="{537CEF80-4BEE-4308-82A0-B3BA044C4230}" srcOrd="5" destOrd="0" parTransId="{2F7C472A-52F3-40E0-B28B-D3F52972153A}" sibTransId="{9719C8EF-4702-4FD6-8729-3E6D780EABE3}"/>
    <dgm:cxn modelId="{4AED3E58-CAFA-4815-A805-79474D1E9236}" srcId="{7AB4D1E6-A7F9-424A-879F-C8A49000889E}" destId="{E2D0E79F-8671-4829-8B53-689D05473C96}" srcOrd="2" destOrd="0" parTransId="{D7EF5189-1385-48EC-A6C2-8C54840152AA}" sibTransId="{FBD1D11C-7A69-45DF-9A6F-B02EE8ADE5CE}"/>
    <dgm:cxn modelId="{872EFB9E-0463-48B2-9A52-EA57F3D6C348}" srcId="{7AB4D1E6-A7F9-424A-879F-C8A49000889E}" destId="{B0C76454-7EE6-4E78-83AF-E67F42F61F2B}" srcOrd="0" destOrd="0" parTransId="{A5466416-93FB-4477-A951-83C429473509}" sibTransId="{3AA8E038-2ACB-4812-AA0C-E8B2CA0267E8}"/>
    <dgm:cxn modelId="{BE275FAC-7EB4-47D3-8C80-ED64076C403A}" type="presOf" srcId="{7AB4D1E6-A7F9-424A-879F-C8A49000889E}" destId="{EDB3CD25-C2C8-4AE8-897A-78246E785858}" srcOrd="0" destOrd="0" presId="urn:microsoft.com/office/officeart/2018/2/layout/IconVerticalSolidList"/>
    <dgm:cxn modelId="{064CF1B5-9E8A-4B4E-A6C3-24B13A72BBCD}" srcId="{7AB4D1E6-A7F9-424A-879F-C8A49000889E}" destId="{7269A214-F989-4FF7-AAAF-5FE3D692ABEC}" srcOrd="3" destOrd="0" parTransId="{5F89060A-9BA7-4622-B788-5FB26AE2238A}" sibTransId="{FC9B91A9-ACE5-414E-B166-235AC26AB745}"/>
    <dgm:cxn modelId="{27A5AFBD-2A20-4C6F-980A-B20EA6CF06F1}" type="presOf" srcId="{E2D0E79F-8671-4829-8B53-689D05473C96}" destId="{F8DC6B14-B57E-4B28-AC3D-28D91D532030}" srcOrd="0" destOrd="0" presId="urn:microsoft.com/office/officeart/2018/2/layout/IconVerticalSolidList"/>
    <dgm:cxn modelId="{60E7F9D3-ACB4-401E-BED9-9FC2CFCD37BB}" type="presOf" srcId="{537CEF80-4BEE-4308-82A0-B3BA044C4230}" destId="{9F949E01-928B-4A42-BF66-419A61D0E3AF}" srcOrd="0" destOrd="0" presId="urn:microsoft.com/office/officeart/2018/2/layout/IconVerticalSolidList"/>
    <dgm:cxn modelId="{412FC9EF-B208-410C-ADA5-DEC37D1F7CEB}" type="presOf" srcId="{528DD05F-62DB-4680-A3E0-8336AB40DAD9}" destId="{F2C56A50-ABC0-48A6-B7E8-5F24122B54DD}" srcOrd="0" destOrd="0" presId="urn:microsoft.com/office/officeart/2018/2/layout/IconVerticalSolidList"/>
    <dgm:cxn modelId="{27C108FC-18D1-4C7E-9133-0D437FE8E3CA}" type="presOf" srcId="{6876E801-4B0A-4277-B2FB-3E61B2A71971}" destId="{50C812AB-95E2-4410-8EA3-22A41D711705}" srcOrd="0" destOrd="0" presId="urn:microsoft.com/office/officeart/2018/2/layout/IconVerticalSolidList"/>
    <dgm:cxn modelId="{18BA7B95-D124-4EEA-BA56-1D25C9BA094D}" type="presParOf" srcId="{EDB3CD25-C2C8-4AE8-897A-78246E785858}" destId="{128EA1EC-5A3C-4A8D-91DE-755F83549B5A}" srcOrd="0" destOrd="0" presId="urn:microsoft.com/office/officeart/2018/2/layout/IconVerticalSolidList"/>
    <dgm:cxn modelId="{CEF7ACED-E984-4BCA-A8C5-8CEA515720C0}" type="presParOf" srcId="{128EA1EC-5A3C-4A8D-91DE-755F83549B5A}" destId="{5E53C4BC-4AE5-42DF-AB8F-7DA15B0F3C0E}" srcOrd="0" destOrd="0" presId="urn:microsoft.com/office/officeart/2018/2/layout/IconVerticalSolidList"/>
    <dgm:cxn modelId="{8193AE27-55FF-4BA1-A713-225FD2C03FD8}" type="presParOf" srcId="{128EA1EC-5A3C-4A8D-91DE-755F83549B5A}" destId="{F333F998-E299-4059-AA9A-34A095E191F9}" srcOrd="1" destOrd="0" presId="urn:microsoft.com/office/officeart/2018/2/layout/IconVerticalSolidList"/>
    <dgm:cxn modelId="{92305664-C944-47B0-A86F-B38ECDFDF078}" type="presParOf" srcId="{128EA1EC-5A3C-4A8D-91DE-755F83549B5A}" destId="{00228D01-14B9-4A13-89AA-4F6908C29B37}" srcOrd="2" destOrd="0" presId="urn:microsoft.com/office/officeart/2018/2/layout/IconVerticalSolidList"/>
    <dgm:cxn modelId="{715FF648-1D77-41CC-9662-232FC7C0F7E7}" type="presParOf" srcId="{128EA1EC-5A3C-4A8D-91DE-755F83549B5A}" destId="{C17A992A-F5E6-448C-80F6-FC19EDB9028B}" srcOrd="3" destOrd="0" presId="urn:microsoft.com/office/officeart/2018/2/layout/IconVerticalSolidList"/>
    <dgm:cxn modelId="{90FC79E7-35F1-4341-ACF9-AFD27825E044}" type="presParOf" srcId="{EDB3CD25-C2C8-4AE8-897A-78246E785858}" destId="{87FDC128-36CA-4502-BAAD-7DCF604B01E8}" srcOrd="1" destOrd="0" presId="urn:microsoft.com/office/officeart/2018/2/layout/IconVerticalSolidList"/>
    <dgm:cxn modelId="{45E2126F-0A0F-4821-813D-AF2AD3FAC9F8}" type="presParOf" srcId="{EDB3CD25-C2C8-4AE8-897A-78246E785858}" destId="{8A2488D2-861B-421D-BE95-457F815CF925}" srcOrd="2" destOrd="0" presId="urn:microsoft.com/office/officeart/2018/2/layout/IconVerticalSolidList"/>
    <dgm:cxn modelId="{97FCC9A5-6D17-4097-8711-5D8298D976B1}" type="presParOf" srcId="{8A2488D2-861B-421D-BE95-457F815CF925}" destId="{E3E9755F-F3B2-4323-8A39-5CACCFA17F73}" srcOrd="0" destOrd="0" presId="urn:microsoft.com/office/officeart/2018/2/layout/IconVerticalSolidList"/>
    <dgm:cxn modelId="{84A39D63-ABBF-4C93-B7C8-6159D07C9B2D}" type="presParOf" srcId="{8A2488D2-861B-421D-BE95-457F815CF925}" destId="{DCC0A41B-D5A6-4FF1-A76E-DB4ECF92B3BC}" srcOrd="1" destOrd="0" presId="urn:microsoft.com/office/officeart/2018/2/layout/IconVerticalSolidList"/>
    <dgm:cxn modelId="{19B1B6DF-238F-417B-BE26-E01A2F9A2A10}" type="presParOf" srcId="{8A2488D2-861B-421D-BE95-457F815CF925}" destId="{74AE32F7-EE63-4DD1-AFA7-ADDAB10325E7}" srcOrd="2" destOrd="0" presId="urn:microsoft.com/office/officeart/2018/2/layout/IconVerticalSolidList"/>
    <dgm:cxn modelId="{A68AD5F3-FE2F-4CD7-AB44-C605E0307FCE}" type="presParOf" srcId="{8A2488D2-861B-421D-BE95-457F815CF925}" destId="{F2C56A50-ABC0-48A6-B7E8-5F24122B54DD}" srcOrd="3" destOrd="0" presId="urn:microsoft.com/office/officeart/2018/2/layout/IconVerticalSolidList"/>
    <dgm:cxn modelId="{D3F64979-5005-4CF6-81A5-22F040C4A483}" type="presParOf" srcId="{EDB3CD25-C2C8-4AE8-897A-78246E785858}" destId="{05880A34-AB62-4414-BF5E-47F7CD4A7E9C}" srcOrd="3" destOrd="0" presId="urn:microsoft.com/office/officeart/2018/2/layout/IconVerticalSolidList"/>
    <dgm:cxn modelId="{31B4B382-F972-43B9-A3B9-E36A65E003B4}" type="presParOf" srcId="{EDB3CD25-C2C8-4AE8-897A-78246E785858}" destId="{D9260625-1E88-4D51-9D62-F5160FCE5279}" srcOrd="4" destOrd="0" presId="urn:microsoft.com/office/officeart/2018/2/layout/IconVerticalSolidList"/>
    <dgm:cxn modelId="{48CC6648-6E6C-4633-81A2-5DE34B10AFAC}" type="presParOf" srcId="{D9260625-1E88-4D51-9D62-F5160FCE5279}" destId="{95A1C717-FD86-481E-B58B-8CE248A27F33}" srcOrd="0" destOrd="0" presId="urn:microsoft.com/office/officeart/2018/2/layout/IconVerticalSolidList"/>
    <dgm:cxn modelId="{DAE95366-8368-477F-8C29-DCFF4BAC0390}" type="presParOf" srcId="{D9260625-1E88-4D51-9D62-F5160FCE5279}" destId="{1B77C35F-AD9E-4CE6-AE3A-D9CC91DB2375}" srcOrd="1" destOrd="0" presId="urn:microsoft.com/office/officeart/2018/2/layout/IconVerticalSolidList"/>
    <dgm:cxn modelId="{963D6907-0AB8-4FC8-ABDD-2CE26EFC9D58}" type="presParOf" srcId="{D9260625-1E88-4D51-9D62-F5160FCE5279}" destId="{6EF28E29-05F9-4200-B102-CC085478130A}" srcOrd="2" destOrd="0" presId="urn:microsoft.com/office/officeart/2018/2/layout/IconVerticalSolidList"/>
    <dgm:cxn modelId="{CFE27800-6440-4CD9-913C-3A720E696633}" type="presParOf" srcId="{D9260625-1E88-4D51-9D62-F5160FCE5279}" destId="{F8DC6B14-B57E-4B28-AC3D-28D91D532030}" srcOrd="3" destOrd="0" presId="urn:microsoft.com/office/officeart/2018/2/layout/IconVerticalSolidList"/>
    <dgm:cxn modelId="{9FD86904-3CD0-4AC8-89D0-643669566625}" type="presParOf" srcId="{EDB3CD25-C2C8-4AE8-897A-78246E785858}" destId="{D5BC9D58-0005-4057-82F4-6A7EE5774475}" srcOrd="5" destOrd="0" presId="urn:microsoft.com/office/officeart/2018/2/layout/IconVerticalSolidList"/>
    <dgm:cxn modelId="{9883555D-B790-4E27-A757-B62B4FCC64A0}" type="presParOf" srcId="{EDB3CD25-C2C8-4AE8-897A-78246E785858}" destId="{FDFD6F98-20F6-4B36-9E6D-A2C1FDD09FA6}" srcOrd="6" destOrd="0" presId="urn:microsoft.com/office/officeart/2018/2/layout/IconVerticalSolidList"/>
    <dgm:cxn modelId="{B78D555D-3A3B-47BD-A258-098D31B38169}" type="presParOf" srcId="{FDFD6F98-20F6-4B36-9E6D-A2C1FDD09FA6}" destId="{F362C50C-203A-4C78-A0AB-60B25DDDF8EF}" srcOrd="0" destOrd="0" presId="urn:microsoft.com/office/officeart/2018/2/layout/IconVerticalSolidList"/>
    <dgm:cxn modelId="{4B9C3D84-4AEC-4CAD-B32D-E7D54F498654}" type="presParOf" srcId="{FDFD6F98-20F6-4B36-9E6D-A2C1FDD09FA6}" destId="{93F4F870-70A4-4BB1-8053-728ECD2B5DBC}" srcOrd="1" destOrd="0" presId="urn:microsoft.com/office/officeart/2018/2/layout/IconVerticalSolidList"/>
    <dgm:cxn modelId="{71FF5BA4-3BB9-4EBA-9B5C-444868C0354E}" type="presParOf" srcId="{FDFD6F98-20F6-4B36-9E6D-A2C1FDD09FA6}" destId="{80EE9A6F-A879-4B50-8BD4-E67A1A3946F4}" srcOrd="2" destOrd="0" presId="urn:microsoft.com/office/officeart/2018/2/layout/IconVerticalSolidList"/>
    <dgm:cxn modelId="{ECEAE885-DC81-4095-A3F4-9E3E536A5DD2}" type="presParOf" srcId="{FDFD6F98-20F6-4B36-9E6D-A2C1FDD09FA6}" destId="{574DE6D0-F3EA-4015-8655-935A98786EBC}" srcOrd="3" destOrd="0" presId="urn:microsoft.com/office/officeart/2018/2/layout/IconVerticalSolidList"/>
    <dgm:cxn modelId="{C66B6141-A86B-464E-947C-4665AF2E1AD7}" type="presParOf" srcId="{EDB3CD25-C2C8-4AE8-897A-78246E785858}" destId="{1C62FD80-9EE0-4DC0-B2FC-F91CD9FCE81C}" srcOrd="7" destOrd="0" presId="urn:microsoft.com/office/officeart/2018/2/layout/IconVerticalSolidList"/>
    <dgm:cxn modelId="{8CE372F3-35EB-41FB-9B74-66B1DD1D017D}" type="presParOf" srcId="{EDB3CD25-C2C8-4AE8-897A-78246E785858}" destId="{9BE45CE0-D148-4EF6-9AA2-DCB07DD6B66A}" srcOrd="8" destOrd="0" presId="urn:microsoft.com/office/officeart/2018/2/layout/IconVerticalSolidList"/>
    <dgm:cxn modelId="{7222C4F8-6381-4479-A71E-2A1A60B4BA97}" type="presParOf" srcId="{9BE45CE0-D148-4EF6-9AA2-DCB07DD6B66A}" destId="{8CED10F1-CD33-4B32-AED3-0545B499067F}" srcOrd="0" destOrd="0" presId="urn:microsoft.com/office/officeart/2018/2/layout/IconVerticalSolidList"/>
    <dgm:cxn modelId="{63AC3F2F-76F3-49D5-866B-9CE4DEB0FB4B}" type="presParOf" srcId="{9BE45CE0-D148-4EF6-9AA2-DCB07DD6B66A}" destId="{851ED39E-CE96-4B3C-84CA-1D294D39EEF8}" srcOrd="1" destOrd="0" presId="urn:microsoft.com/office/officeart/2018/2/layout/IconVerticalSolidList"/>
    <dgm:cxn modelId="{2CED0501-96F2-4EBB-A28A-1BB7E0C3A958}" type="presParOf" srcId="{9BE45CE0-D148-4EF6-9AA2-DCB07DD6B66A}" destId="{8038A92D-D8E8-4D53-8EA8-F938D5F9C229}" srcOrd="2" destOrd="0" presId="urn:microsoft.com/office/officeart/2018/2/layout/IconVerticalSolidList"/>
    <dgm:cxn modelId="{52F44A4B-4D5E-460F-88A9-04C5E4AF9C90}" type="presParOf" srcId="{9BE45CE0-D148-4EF6-9AA2-DCB07DD6B66A}" destId="{50C812AB-95E2-4410-8EA3-22A41D711705}" srcOrd="3" destOrd="0" presId="urn:microsoft.com/office/officeart/2018/2/layout/IconVerticalSolidList"/>
    <dgm:cxn modelId="{8F187327-39BF-4D93-9D63-318962E7BF91}" type="presParOf" srcId="{EDB3CD25-C2C8-4AE8-897A-78246E785858}" destId="{36BEDC83-10CD-496F-BF43-599F267DC0FC}" srcOrd="9" destOrd="0" presId="urn:microsoft.com/office/officeart/2018/2/layout/IconVerticalSolidList"/>
    <dgm:cxn modelId="{D38D1698-846D-4974-8D1B-C3F97751E273}" type="presParOf" srcId="{EDB3CD25-C2C8-4AE8-897A-78246E785858}" destId="{FF1D7034-DCD5-4374-A6F8-5D54F9874DFC}" srcOrd="10" destOrd="0" presId="urn:microsoft.com/office/officeart/2018/2/layout/IconVerticalSolidList"/>
    <dgm:cxn modelId="{B6553DBC-AAFD-475B-9A5E-BD1A964D7206}" type="presParOf" srcId="{FF1D7034-DCD5-4374-A6F8-5D54F9874DFC}" destId="{9F3D53D3-C000-4828-B520-1737C238CED6}" srcOrd="0" destOrd="0" presId="urn:microsoft.com/office/officeart/2018/2/layout/IconVerticalSolidList"/>
    <dgm:cxn modelId="{F7F5D300-78A6-48CA-81F1-848C4DA25BC5}" type="presParOf" srcId="{FF1D7034-DCD5-4374-A6F8-5D54F9874DFC}" destId="{84DB828B-76D9-4ED2-99D6-D2ABFA4A248F}" srcOrd="1" destOrd="0" presId="urn:microsoft.com/office/officeart/2018/2/layout/IconVerticalSolidList"/>
    <dgm:cxn modelId="{BC1BB8AC-CBE3-46B2-8E7D-366AFC70DF7F}" type="presParOf" srcId="{FF1D7034-DCD5-4374-A6F8-5D54F9874DFC}" destId="{C7AC2398-5F00-4D27-B8C2-399E55C896C2}" srcOrd="2" destOrd="0" presId="urn:microsoft.com/office/officeart/2018/2/layout/IconVerticalSolidList"/>
    <dgm:cxn modelId="{7962BFD7-5FC1-46FE-815D-437CC1E31AC7}" type="presParOf" srcId="{FF1D7034-DCD5-4374-A6F8-5D54F9874DFC}" destId="{9F949E01-928B-4A42-BF66-419A61D0E3A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739A00-1AF3-46C5-ABEF-264D6EAF5B7C}"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E9E56A41-CBCB-4604-94C0-E7E202752B5E}">
      <dgm:prSet/>
      <dgm:spPr/>
      <dgm:t>
        <a:bodyPr/>
        <a:lstStyle/>
        <a:p>
          <a:r>
            <a:rPr lang="en-US" b="0" i="0" baseline="0">
              <a:latin typeface="Times New Roman"/>
              <a:cs typeface="Times New Roman"/>
            </a:rPr>
            <a:t>Used Python + Azure Translator API to translate key resume/job fields</a:t>
          </a:r>
          <a:endParaRPr lang="en-US" b="0" dirty="0">
            <a:latin typeface="Times New Roman"/>
            <a:cs typeface="Times New Roman"/>
          </a:endParaRPr>
        </a:p>
      </dgm:t>
    </dgm:pt>
    <dgm:pt modelId="{6585A6D1-1B1D-4644-9DF4-FEDC447943B1}" type="parTrans" cxnId="{D6A19937-E038-468C-84A9-59D272F29160}">
      <dgm:prSet/>
      <dgm:spPr/>
      <dgm:t>
        <a:bodyPr/>
        <a:lstStyle/>
        <a:p>
          <a:endParaRPr lang="en-US"/>
        </a:p>
      </dgm:t>
    </dgm:pt>
    <dgm:pt modelId="{09E1FEED-FF86-4C42-8F0C-D7D7D690FB13}" type="sibTrans" cxnId="{D6A19937-E038-468C-84A9-59D272F29160}">
      <dgm:prSet/>
      <dgm:spPr/>
      <dgm:t>
        <a:bodyPr/>
        <a:lstStyle/>
        <a:p>
          <a:endParaRPr lang="en-US"/>
        </a:p>
      </dgm:t>
    </dgm:pt>
    <dgm:pt modelId="{56C79D57-755C-4E5C-975A-A2996931F49A}">
      <dgm:prSet/>
      <dgm:spPr/>
      <dgm:t>
        <a:bodyPr/>
        <a:lstStyle/>
        <a:p>
          <a:r>
            <a:rPr lang="en-US" b="0" i="0" baseline="0">
              <a:latin typeface="Times New Roman"/>
              <a:cs typeface="Times New Roman"/>
            </a:rPr>
            <a:t>Created dedicated columns (e.g., </a:t>
          </a:r>
          <a:r>
            <a:rPr lang="en-US" b="0" i="0" baseline="0" err="1">
              <a:latin typeface="Times New Roman"/>
              <a:cs typeface="Times New Roman"/>
            </a:rPr>
            <a:t>job_title_French</a:t>
          </a:r>
          <a:r>
            <a:rPr lang="en-US" b="0" i="0" baseline="0">
              <a:latin typeface="Times New Roman"/>
              <a:cs typeface="Times New Roman"/>
            </a:rPr>
            <a:t>, </a:t>
          </a:r>
          <a:r>
            <a:rPr lang="en-US" b="0" i="0" baseline="0" err="1">
              <a:latin typeface="Times New Roman"/>
              <a:cs typeface="Times New Roman"/>
            </a:rPr>
            <a:t>skills_French</a:t>
          </a:r>
          <a:r>
            <a:rPr lang="en-US" b="0" i="0" baseline="0">
              <a:latin typeface="Times New Roman"/>
              <a:cs typeface="Times New Roman"/>
            </a:rPr>
            <a:t>) in Azure SQL DB</a:t>
          </a:r>
          <a:endParaRPr lang="en-US" b="0">
            <a:latin typeface="Times New Roman"/>
            <a:cs typeface="Times New Roman"/>
          </a:endParaRPr>
        </a:p>
      </dgm:t>
    </dgm:pt>
    <dgm:pt modelId="{594ECE76-24C9-4F17-91D5-F8AF4E36BDC3}" type="parTrans" cxnId="{EE0C1DC8-587E-491B-A132-1BDF016970F3}">
      <dgm:prSet/>
      <dgm:spPr/>
      <dgm:t>
        <a:bodyPr/>
        <a:lstStyle/>
        <a:p>
          <a:endParaRPr lang="en-US"/>
        </a:p>
      </dgm:t>
    </dgm:pt>
    <dgm:pt modelId="{2C1C7354-261E-4FF8-897A-95E43375813D}" type="sibTrans" cxnId="{EE0C1DC8-587E-491B-A132-1BDF016970F3}">
      <dgm:prSet/>
      <dgm:spPr/>
      <dgm:t>
        <a:bodyPr/>
        <a:lstStyle/>
        <a:p>
          <a:endParaRPr lang="en-US"/>
        </a:p>
      </dgm:t>
    </dgm:pt>
    <dgm:pt modelId="{4C5D2E25-925B-426A-8E82-223661900794}">
      <dgm:prSet/>
      <dgm:spPr/>
      <dgm:t>
        <a:bodyPr/>
        <a:lstStyle/>
        <a:p>
          <a:r>
            <a:rPr lang="en-US" b="0" i="0" baseline="0">
              <a:latin typeface="Times New Roman"/>
              <a:cs typeface="Times New Roman"/>
            </a:rPr>
            <a:t>Ensured Power BI reads from translated fields for localization</a:t>
          </a:r>
          <a:endParaRPr lang="en-US" b="0">
            <a:latin typeface="Times New Roman"/>
            <a:cs typeface="Times New Roman"/>
          </a:endParaRPr>
        </a:p>
      </dgm:t>
    </dgm:pt>
    <dgm:pt modelId="{A21CB303-C094-4B89-AA27-4D4E8F279B8E}" type="parTrans" cxnId="{055CCFC3-E1C8-4E92-925D-94B7CD45EFF0}">
      <dgm:prSet/>
      <dgm:spPr/>
      <dgm:t>
        <a:bodyPr/>
        <a:lstStyle/>
        <a:p>
          <a:endParaRPr lang="en-US"/>
        </a:p>
      </dgm:t>
    </dgm:pt>
    <dgm:pt modelId="{8DD37EA5-7232-45AF-88C0-6B111B5E9D5C}" type="sibTrans" cxnId="{055CCFC3-E1C8-4E92-925D-94B7CD45EFF0}">
      <dgm:prSet/>
      <dgm:spPr/>
      <dgm:t>
        <a:bodyPr/>
        <a:lstStyle/>
        <a:p>
          <a:endParaRPr lang="en-US"/>
        </a:p>
      </dgm:t>
    </dgm:pt>
    <dgm:pt modelId="{FD683639-E9FF-43E9-85AE-80466BC9FB9E}">
      <dgm:prSet/>
      <dgm:spPr/>
      <dgm:t>
        <a:bodyPr/>
        <a:lstStyle/>
        <a:p>
          <a:r>
            <a:rPr lang="en-US" b="0" i="0" baseline="0">
              <a:latin typeface="Times New Roman"/>
              <a:cs typeface="Times New Roman"/>
            </a:rPr>
            <a:t>Enhanced recruiter accessibility for French-speaking users</a:t>
          </a:r>
          <a:endParaRPr lang="en-US" b="0">
            <a:latin typeface="Times New Roman"/>
            <a:cs typeface="Times New Roman"/>
          </a:endParaRPr>
        </a:p>
      </dgm:t>
    </dgm:pt>
    <dgm:pt modelId="{EAAD3214-1143-4DA4-985C-09C14006E2B1}" type="parTrans" cxnId="{ECD121F5-AFAF-4925-971C-AB059F0E2282}">
      <dgm:prSet/>
      <dgm:spPr/>
      <dgm:t>
        <a:bodyPr/>
        <a:lstStyle/>
        <a:p>
          <a:endParaRPr lang="en-US"/>
        </a:p>
      </dgm:t>
    </dgm:pt>
    <dgm:pt modelId="{98DBDB94-9C59-4AD6-BDAA-A765D428909E}" type="sibTrans" cxnId="{ECD121F5-AFAF-4925-971C-AB059F0E2282}">
      <dgm:prSet/>
      <dgm:spPr/>
      <dgm:t>
        <a:bodyPr/>
        <a:lstStyle/>
        <a:p>
          <a:endParaRPr lang="en-US"/>
        </a:p>
      </dgm:t>
    </dgm:pt>
    <dgm:pt modelId="{F8EEC85A-4299-4B78-86CD-21AEEE811D80}" type="pres">
      <dgm:prSet presAssocID="{08739A00-1AF3-46C5-ABEF-264D6EAF5B7C}" presName="vert0" presStyleCnt="0">
        <dgm:presLayoutVars>
          <dgm:dir/>
          <dgm:animOne val="branch"/>
          <dgm:animLvl val="lvl"/>
        </dgm:presLayoutVars>
      </dgm:prSet>
      <dgm:spPr/>
    </dgm:pt>
    <dgm:pt modelId="{971558F0-3BFF-4128-AA1F-A6A636465CDE}" type="pres">
      <dgm:prSet presAssocID="{E9E56A41-CBCB-4604-94C0-E7E202752B5E}" presName="thickLine" presStyleLbl="alignNode1" presStyleIdx="0" presStyleCnt="4"/>
      <dgm:spPr/>
    </dgm:pt>
    <dgm:pt modelId="{7D0B32B5-FFF1-4DD8-A592-E41D4FC1DC11}" type="pres">
      <dgm:prSet presAssocID="{E9E56A41-CBCB-4604-94C0-E7E202752B5E}" presName="horz1" presStyleCnt="0"/>
      <dgm:spPr/>
    </dgm:pt>
    <dgm:pt modelId="{BBD00F6F-75E9-4B4B-AA34-A5EA1E040BDC}" type="pres">
      <dgm:prSet presAssocID="{E9E56A41-CBCB-4604-94C0-E7E202752B5E}" presName="tx1" presStyleLbl="revTx" presStyleIdx="0" presStyleCnt="4"/>
      <dgm:spPr/>
    </dgm:pt>
    <dgm:pt modelId="{A5F5FC97-C5E5-4877-9B86-078A42C3C7E0}" type="pres">
      <dgm:prSet presAssocID="{E9E56A41-CBCB-4604-94C0-E7E202752B5E}" presName="vert1" presStyleCnt="0"/>
      <dgm:spPr/>
    </dgm:pt>
    <dgm:pt modelId="{10C19C37-C8C2-43F8-BA51-543D9D78FFFA}" type="pres">
      <dgm:prSet presAssocID="{56C79D57-755C-4E5C-975A-A2996931F49A}" presName="thickLine" presStyleLbl="alignNode1" presStyleIdx="1" presStyleCnt="4"/>
      <dgm:spPr/>
    </dgm:pt>
    <dgm:pt modelId="{422C087E-BFF6-404D-A0DD-A6CB14201824}" type="pres">
      <dgm:prSet presAssocID="{56C79D57-755C-4E5C-975A-A2996931F49A}" presName="horz1" presStyleCnt="0"/>
      <dgm:spPr/>
    </dgm:pt>
    <dgm:pt modelId="{166608D6-BA24-4049-B796-D63F6FC62DC3}" type="pres">
      <dgm:prSet presAssocID="{56C79D57-755C-4E5C-975A-A2996931F49A}" presName="tx1" presStyleLbl="revTx" presStyleIdx="1" presStyleCnt="4"/>
      <dgm:spPr/>
    </dgm:pt>
    <dgm:pt modelId="{74B36AA7-5F80-4AD6-9E11-0F71441CDA57}" type="pres">
      <dgm:prSet presAssocID="{56C79D57-755C-4E5C-975A-A2996931F49A}" presName="vert1" presStyleCnt="0"/>
      <dgm:spPr/>
    </dgm:pt>
    <dgm:pt modelId="{FB8AF1D2-4F70-4375-B920-F359AA34A41C}" type="pres">
      <dgm:prSet presAssocID="{4C5D2E25-925B-426A-8E82-223661900794}" presName="thickLine" presStyleLbl="alignNode1" presStyleIdx="2" presStyleCnt="4"/>
      <dgm:spPr/>
    </dgm:pt>
    <dgm:pt modelId="{54E2D8FE-C9F5-4EDE-A2DE-C574687354E7}" type="pres">
      <dgm:prSet presAssocID="{4C5D2E25-925B-426A-8E82-223661900794}" presName="horz1" presStyleCnt="0"/>
      <dgm:spPr/>
    </dgm:pt>
    <dgm:pt modelId="{8EC9DB2E-1E80-4D6C-B77D-BEA077C56107}" type="pres">
      <dgm:prSet presAssocID="{4C5D2E25-925B-426A-8E82-223661900794}" presName="tx1" presStyleLbl="revTx" presStyleIdx="2" presStyleCnt="4"/>
      <dgm:spPr/>
    </dgm:pt>
    <dgm:pt modelId="{081D09BA-4399-4F31-B4AF-DC9E13C57A5D}" type="pres">
      <dgm:prSet presAssocID="{4C5D2E25-925B-426A-8E82-223661900794}" presName="vert1" presStyleCnt="0"/>
      <dgm:spPr/>
    </dgm:pt>
    <dgm:pt modelId="{6597BB78-31F7-4F4F-A1C7-1EED26247FDB}" type="pres">
      <dgm:prSet presAssocID="{FD683639-E9FF-43E9-85AE-80466BC9FB9E}" presName="thickLine" presStyleLbl="alignNode1" presStyleIdx="3" presStyleCnt="4"/>
      <dgm:spPr/>
    </dgm:pt>
    <dgm:pt modelId="{0BC380AC-4EE7-4ABD-99DE-F79ACFDD7C8A}" type="pres">
      <dgm:prSet presAssocID="{FD683639-E9FF-43E9-85AE-80466BC9FB9E}" presName="horz1" presStyleCnt="0"/>
      <dgm:spPr/>
    </dgm:pt>
    <dgm:pt modelId="{E676E50F-9844-4287-B27B-414E9234B15D}" type="pres">
      <dgm:prSet presAssocID="{FD683639-E9FF-43E9-85AE-80466BC9FB9E}" presName="tx1" presStyleLbl="revTx" presStyleIdx="3" presStyleCnt="4"/>
      <dgm:spPr/>
    </dgm:pt>
    <dgm:pt modelId="{6A34F31A-1DEA-4BB8-8FFD-62E996DE96E3}" type="pres">
      <dgm:prSet presAssocID="{FD683639-E9FF-43E9-85AE-80466BC9FB9E}" presName="vert1" presStyleCnt="0"/>
      <dgm:spPr/>
    </dgm:pt>
  </dgm:ptLst>
  <dgm:cxnLst>
    <dgm:cxn modelId="{D6A19937-E038-468C-84A9-59D272F29160}" srcId="{08739A00-1AF3-46C5-ABEF-264D6EAF5B7C}" destId="{E9E56A41-CBCB-4604-94C0-E7E202752B5E}" srcOrd="0" destOrd="0" parTransId="{6585A6D1-1B1D-4644-9DF4-FEDC447943B1}" sibTransId="{09E1FEED-FF86-4C42-8F0C-D7D7D690FB13}"/>
    <dgm:cxn modelId="{ADCC4785-9B34-423E-9E0A-61694C3C4BDC}" type="presOf" srcId="{08739A00-1AF3-46C5-ABEF-264D6EAF5B7C}" destId="{F8EEC85A-4299-4B78-86CD-21AEEE811D80}" srcOrd="0" destOrd="0" presId="urn:microsoft.com/office/officeart/2008/layout/LinedList"/>
    <dgm:cxn modelId="{5710CCB5-C2DA-4EF1-A7C9-E35745AC1D2C}" type="presOf" srcId="{56C79D57-755C-4E5C-975A-A2996931F49A}" destId="{166608D6-BA24-4049-B796-D63F6FC62DC3}" srcOrd="0" destOrd="0" presId="urn:microsoft.com/office/officeart/2008/layout/LinedList"/>
    <dgm:cxn modelId="{055CCFC3-E1C8-4E92-925D-94B7CD45EFF0}" srcId="{08739A00-1AF3-46C5-ABEF-264D6EAF5B7C}" destId="{4C5D2E25-925B-426A-8E82-223661900794}" srcOrd="2" destOrd="0" parTransId="{A21CB303-C094-4B89-AA27-4D4E8F279B8E}" sibTransId="{8DD37EA5-7232-45AF-88C0-6B111B5E9D5C}"/>
    <dgm:cxn modelId="{D5763AC6-65F5-4C26-BD37-FD478EB0F697}" type="presOf" srcId="{4C5D2E25-925B-426A-8E82-223661900794}" destId="{8EC9DB2E-1E80-4D6C-B77D-BEA077C56107}" srcOrd="0" destOrd="0" presId="urn:microsoft.com/office/officeart/2008/layout/LinedList"/>
    <dgm:cxn modelId="{EE0C1DC8-587E-491B-A132-1BDF016970F3}" srcId="{08739A00-1AF3-46C5-ABEF-264D6EAF5B7C}" destId="{56C79D57-755C-4E5C-975A-A2996931F49A}" srcOrd="1" destOrd="0" parTransId="{594ECE76-24C9-4F17-91D5-F8AF4E36BDC3}" sibTransId="{2C1C7354-261E-4FF8-897A-95E43375813D}"/>
    <dgm:cxn modelId="{CF0F63DC-A5AD-44FE-9BB0-16D4F9A14CCC}" type="presOf" srcId="{FD683639-E9FF-43E9-85AE-80466BC9FB9E}" destId="{E676E50F-9844-4287-B27B-414E9234B15D}" srcOrd="0" destOrd="0" presId="urn:microsoft.com/office/officeart/2008/layout/LinedList"/>
    <dgm:cxn modelId="{2D1DF7E1-DAFA-4B84-9CDC-D6C444BDB486}" type="presOf" srcId="{E9E56A41-CBCB-4604-94C0-E7E202752B5E}" destId="{BBD00F6F-75E9-4B4B-AA34-A5EA1E040BDC}" srcOrd="0" destOrd="0" presId="urn:microsoft.com/office/officeart/2008/layout/LinedList"/>
    <dgm:cxn modelId="{ECD121F5-AFAF-4925-971C-AB059F0E2282}" srcId="{08739A00-1AF3-46C5-ABEF-264D6EAF5B7C}" destId="{FD683639-E9FF-43E9-85AE-80466BC9FB9E}" srcOrd="3" destOrd="0" parTransId="{EAAD3214-1143-4DA4-985C-09C14006E2B1}" sibTransId="{98DBDB94-9C59-4AD6-BDAA-A765D428909E}"/>
    <dgm:cxn modelId="{C4E06C37-2430-4AB4-A6B4-CDC5FFD401B6}" type="presParOf" srcId="{F8EEC85A-4299-4B78-86CD-21AEEE811D80}" destId="{971558F0-3BFF-4128-AA1F-A6A636465CDE}" srcOrd="0" destOrd="0" presId="urn:microsoft.com/office/officeart/2008/layout/LinedList"/>
    <dgm:cxn modelId="{2770FA45-C0E8-4BC3-912F-2FD94A8064BE}" type="presParOf" srcId="{F8EEC85A-4299-4B78-86CD-21AEEE811D80}" destId="{7D0B32B5-FFF1-4DD8-A592-E41D4FC1DC11}" srcOrd="1" destOrd="0" presId="urn:microsoft.com/office/officeart/2008/layout/LinedList"/>
    <dgm:cxn modelId="{6FDE2370-7A17-4500-AEB2-E1E825E27CC0}" type="presParOf" srcId="{7D0B32B5-FFF1-4DD8-A592-E41D4FC1DC11}" destId="{BBD00F6F-75E9-4B4B-AA34-A5EA1E040BDC}" srcOrd="0" destOrd="0" presId="urn:microsoft.com/office/officeart/2008/layout/LinedList"/>
    <dgm:cxn modelId="{4EC701FC-5AB4-4A1C-BE93-1A96DC7D575A}" type="presParOf" srcId="{7D0B32B5-FFF1-4DD8-A592-E41D4FC1DC11}" destId="{A5F5FC97-C5E5-4877-9B86-078A42C3C7E0}" srcOrd="1" destOrd="0" presId="urn:microsoft.com/office/officeart/2008/layout/LinedList"/>
    <dgm:cxn modelId="{235349CE-9635-489B-84FE-DA5C3CEB5906}" type="presParOf" srcId="{F8EEC85A-4299-4B78-86CD-21AEEE811D80}" destId="{10C19C37-C8C2-43F8-BA51-543D9D78FFFA}" srcOrd="2" destOrd="0" presId="urn:microsoft.com/office/officeart/2008/layout/LinedList"/>
    <dgm:cxn modelId="{6EB1CD46-18FA-4605-A07B-6501ED117761}" type="presParOf" srcId="{F8EEC85A-4299-4B78-86CD-21AEEE811D80}" destId="{422C087E-BFF6-404D-A0DD-A6CB14201824}" srcOrd="3" destOrd="0" presId="urn:microsoft.com/office/officeart/2008/layout/LinedList"/>
    <dgm:cxn modelId="{FF43E16D-DFDB-472C-80C7-8168302D4A63}" type="presParOf" srcId="{422C087E-BFF6-404D-A0DD-A6CB14201824}" destId="{166608D6-BA24-4049-B796-D63F6FC62DC3}" srcOrd="0" destOrd="0" presId="urn:microsoft.com/office/officeart/2008/layout/LinedList"/>
    <dgm:cxn modelId="{BF915116-A9ED-49AE-969B-A77822E1AE34}" type="presParOf" srcId="{422C087E-BFF6-404D-A0DD-A6CB14201824}" destId="{74B36AA7-5F80-4AD6-9E11-0F71441CDA57}" srcOrd="1" destOrd="0" presId="urn:microsoft.com/office/officeart/2008/layout/LinedList"/>
    <dgm:cxn modelId="{86B0E2C5-B04F-4F1F-90E4-3A6F4F616EAE}" type="presParOf" srcId="{F8EEC85A-4299-4B78-86CD-21AEEE811D80}" destId="{FB8AF1D2-4F70-4375-B920-F359AA34A41C}" srcOrd="4" destOrd="0" presId="urn:microsoft.com/office/officeart/2008/layout/LinedList"/>
    <dgm:cxn modelId="{322A323D-74A6-48BA-809E-419E6CBC0390}" type="presParOf" srcId="{F8EEC85A-4299-4B78-86CD-21AEEE811D80}" destId="{54E2D8FE-C9F5-4EDE-A2DE-C574687354E7}" srcOrd="5" destOrd="0" presId="urn:microsoft.com/office/officeart/2008/layout/LinedList"/>
    <dgm:cxn modelId="{568A0BAF-FC3F-4070-BF1D-694B4DC32915}" type="presParOf" srcId="{54E2D8FE-C9F5-4EDE-A2DE-C574687354E7}" destId="{8EC9DB2E-1E80-4D6C-B77D-BEA077C56107}" srcOrd="0" destOrd="0" presId="urn:microsoft.com/office/officeart/2008/layout/LinedList"/>
    <dgm:cxn modelId="{D3171A31-C132-409C-8AE0-0EB6FCB08479}" type="presParOf" srcId="{54E2D8FE-C9F5-4EDE-A2DE-C574687354E7}" destId="{081D09BA-4399-4F31-B4AF-DC9E13C57A5D}" srcOrd="1" destOrd="0" presId="urn:microsoft.com/office/officeart/2008/layout/LinedList"/>
    <dgm:cxn modelId="{5CAF8D35-E64E-489F-8522-B694C33854B8}" type="presParOf" srcId="{F8EEC85A-4299-4B78-86CD-21AEEE811D80}" destId="{6597BB78-31F7-4F4F-A1C7-1EED26247FDB}" srcOrd="6" destOrd="0" presId="urn:microsoft.com/office/officeart/2008/layout/LinedList"/>
    <dgm:cxn modelId="{FCDB9924-7B0F-4392-9849-10B083E73BFA}" type="presParOf" srcId="{F8EEC85A-4299-4B78-86CD-21AEEE811D80}" destId="{0BC380AC-4EE7-4ABD-99DE-F79ACFDD7C8A}" srcOrd="7" destOrd="0" presId="urn:microsoft.com/office/officeart/2008/layout/LinedList"/>
    <dgm:cxn modelId="{FBD029D9-6C8E-49FC-86A3-10018B3433ED}" type="presParOf" srcId="{0BC380AC-4EE7-4ABD-99DE-F79ACFDD7C8A}" destId="{E676E50F-9844-4287-B27B-414E9234B15D}" srcOrd="0" destOrd="0" presId="urn:microsoft.com/office/officeart/2008/layout/LinedList"/>
    <dgm:cxn modelId="{F67D5FC6-051D-497D-8E14-167DDFA03CE7}" type="presParOf" srcId="{0BC380AC-4EE7-4ABD-99DE-F79ACFDD7C8A}" destId="{6A34F31A-1DEA-4BB8-8FFD-62E996DE96E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3609D26-23D4-4905-8771-E6017D96CEA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81DF3A12-58E7-417B-8FDD-7575E5329B7E}">
      <dgm:prSet/>
      <dgm:spPr/>
      <dgm:t>
        <a:bodyPr/>
        <a:lstStyle/>
        <a:p>
          <a:r>
            <a:rPr lang="en-CA" b="1"/>
            <a:t>Challenge </a:t>
          </a:r>
          <a:endParaRPr lang="en-US"/>
        </a:p>
      </dgm:t>
    </dgm:pt>
    <dgm:pt modelId="{30602A41-19BB-4CAA-8FE6-550456655743}" type="parTrans" cxnId="{D097F860-D2E4-496F-A69E-AC58450D4110}">
      <dgm:prSet/>
      <dgm:spPr/>
      <dgm:t>
        <a:bodyPr/>
        <a:lstStyle/>
        <a:p>
          <a:endParaRPr lang="en-US"/>
        </a:p>
      </dgm:t>
    </dgm:pt>
    <dgm:pt modelId="{06CE0C88-D824-414F-B510-A9BB24A91355}" type="sibTrans" cxnId="{D097F860-D2E4-496F-A69E-AC58450D4110}">
      <dgm:prSet/>
      <dgm:spPr/>
      <dgm:t>
        <a:bodyPr/>
        <a:lstStyle/>
        <a:p>
          <a:endParaRPr lang="en-US"/>
        </a:p>
      </dgm:t>
    </dgm:pt>
    <dgm:pt modelId="{AD0E27B2-3DF2-44F8-98C4-B4E8A8F5D24D}">
      <dgm:prSet/>
      <dgm:spPr/>
      <dgm:t>
        <a:bodyPr/>
        <a:lstStyle/>
        <a:p>
          <a:r>
            <a:rPr lang="en-CA"/>
            <a:t>Inconsistent resume structures</a:t>
          </a:r>
          <a:endParaRPr lang="en-US"/>
        </a:p>
      </dgm:t>
    </dgm:pt>
    <dgm:pt modelId="{22778503-EA0B-4298-8B7D-96918EABC63C}" type="parTrans" cxnId="{D163E4B6-E711-43F9-820C-4B9B078B6A80}">
      <dgm:prSet/>
      <dgm:spPr/>
      <dgm:t>
        <a:bodyPr/>
        <a:lstStyle/>
        <a:p>
          <a:endParaRPr lang="en-US"/>
        </a:p>
      </dgm:t>
    </dgm:pt>
    <dgm:pt modelId="{180841E4-E1A0-45DC-A0D2-6E3A9FE3BD1E}" type="sibTrans" cxnId="{D163E4B6-E711-43F9-820C-4B9B078B6A80}">
      <dgm:prSet/>
      <dgm:spPr/>
      <dgm:t>
        <a:bodyPr/>
        <a:lstStyle/>
        <a:p>
          <a:endParaRPr lang="en-US"/>
        </a:p>
      </dgm:t>
    </dgm:pt>
    <dgm:pt modelId="{AFE1A119-A156-4868-ABFD-4728350B318B}">
      <dgm:prSet/>
      <dgm:spPr/>
      <dgm:t>
        <a:bodyPr/>
        <a:lstStyle/>
        <a:p>
          <a:r>
            <a:rPr lang="en-CA"/>
            <a:t>Skill keyword variations</a:t>
          </a:r>
          <a:endParaRPr lang="en-US"/>
        </a:p>
      </dgm:t>
    </dgm:pt>
    <dgm:pt modelId="{417C808C-005F-412F-80EA-7344BABC94DC}" type="parTrans" cxnId="{BEBE7DBE-960B-411C-8EFD-0A45D74D5C04}">
      <dgm:prSet/>
      <dgm:spPr/>
      <dgm:t>
        <a:bodyPr/>
        <a:lstStyle/>
        <a:p>
          <a:endParaRPr lang="en-US"/>
        </a:p>
      </dgm:t>
    </dgm:pt>
    <dgm:pt modelId="{32C79206-1A41-4177-B133-DFF0DF305B0B}" type="sibTrans" cxnId="{BEBE7DBE-960B-411C-8EFD-0A45D74D5C04}">
      <dgm:prSet/>
      <dgm:spPr/>
      <dgm:t>
        <a:bodyPr/>
        <a:lstStyle/>
        <a:p>
          <a:endParaRPr lang="en-US"/>
        </a:p>
      </dgm:t>
    </dgm:pt>
    <dgm:pt modelId="{6CB8E6A8-9F89-4BE9-B443-54856956C9CC}">
      <dgm:prSet/>
      <dgm:spPr/>
      <dgm:t>
        <a:bodyPr/>
        <a:lstStyle/>
        <a:p>
          <a:r>
            <a:rPr lang="en-CA"/>
            <a:t>Azure quota limitations</a:t>
          </a:r>
          <a:endParaRPr lang="en-US"/>
        </a:p>
      </dgm:t>
    </dgm:pt>
    <dgm:pt modelId="{9D4BD233-FFB9-4515-9892-394337A11498}" type="parTrans" cxnId="{5A6FD0FD-DDF1-40A6-AC5D-D7B06CB580D9}">
      <dgm:prSet/>
      <dgm:spPr/>
      <dgm:t>
        <a:bodyPr/>
        <a:lstStyle/>
        <a:p>
          <a:endParaRPr lang="en-US"/>
        </a:p>
      </dgm:t>
    </dgm:pt>
    <dgm:pt modelId="{44566966-E362-4417-9D73-1D715CC6C7CF}" type="sibTrans" cxnId="{5A6FD0FD-DDF1-40A6-AC5D-D7B06CB580D9}">
      <dgm:prSet/>
      <dgm:spPr/>
      <dgm:t>
        <a:bodyPr/>
        <a:lstStyle/>
        <a:p>
          <a:endParaRPr lang="en-US"/>
        </a:p>
      </dgm:t>
    </dgm:pt>
    <dgm:pt modelId="{1EBA2E31-04A0-49EE-89AA-929CA9A9213C}">
      <dgm:prSet/>
      <dgm:spPr/>
      <dgm:t>
        <a:bodyPr/>
        <a:lstStyle/>
        <a:p>
          <a:r>
            <a:rPr lang="en-US"/>
            <a:t>Job selection filtering in UI</a:t>
          </a:r>
        </a:p>
      </dgm:t>
    </dgm:pt>
    <dgm:pt modelId="{17C2B7BE-D48C-47BF-A41A-9336EEBFB597}" type="parTrans" cxnId="{D83ADFE0-17A6-45D0-BB85-9ECA4752323D}">
      <dgm:prSet/>
      <dgm:spPr/>
      <dgm:t>
        <a:bodyPr/>
        <a:lstStyle/>
        <a:p>
          <a:endParaRPr lang="en-US"/>
        </a:p>
      </dgm:t>
    </dgm:pt>
    <dgm:pt modelId="{91B84201-8EB6-4A5A-8B5D-4DC4CC1F8D34}" type="sibTrans" cxnId="{D83ADFE0-17A6-45D0-BB85-9ECA4752323D}">
      <dgm:prSet/>
      <dgm:spPr/>
      <dgm:t>
        <a:bodyPr/>
        <a:lstStyle/>
        <a:p>
          <a:endParaRPr lang="en-US"/>
        </a:p>
      </dgm:t>
    </dgm:pt>
    <dgm:pt modelId="{9A93C04E-1FF8-40C5-A22E-009D5B5F6EB1}">
      <dgm:prSet/>
      <dgm:spPr/>
      <dgm:t>
        <a:bodyPr/>
        <a:lstStyle/>
        <a:p>
          <a:r>
            <a:rPr lang="en-US" b="1"/>
            <a:t>Solutions</a:t>
          </a:r>
        </a:p>
      </dgm:t>
    </dgm:pt>
    <dgm:pt modelId="{66C3ECD4-86B9-43BA-A226-A3DE62DAE355}" type="parTrans" cxnId="{AC0276AA-6598-4B5A-BCEA-298524D34634}">
      <dgm:prSet/>
      <dgm:spPr/>
      <dgm:t>
        <a:bodyPr/>
        <a:lstStyle/>
        <a:p>
          <a:endParaRPr lang="en-US"/>
        </a:p>
      </dgm:t>
    </dgm:pt>
    <dgm:pt modelId="{79736CE1-8DF9-479C-B221-0A73F86A76EF}" type="sibTrans" cxnId="{AC0276AA-6598-4B5A-BCEA-298524D34634}">
      <dgm:prSet/>
      <dgm:spPr/>
      <dgm:t>
        <a:bodyPr/>
        <a:lstStyle/>
        <a:p>
          <a:endParaRPr lang="en-US"/>
        </a:p>
      </dgm:t>
    </dgm:pt>
    <dgm:pt modelId="{4D286396-8AAF-4922-A7DB-5A20FD859EB6}">
      <dgm:prSet/>
      <dgm:spPr/>
      <dgm:t>
        <a:bodyPr/>
        <a:lstStyle/>
        <a:p>
          <a:r>
            <a:rPr lang="en-CA"/>
            <a:t>Utilized regex and NLP techniques for adaptable data extraction</a:t>
          </a:r>
          <a:endParaRPr lang="en-US"/>
        </a:p>
      </dgm:t>
    </dgm:pt>
    <dgm:pt modelId="{E900CD65-F907-485D-9C34-FBDB3664A3B9}" type="parTrans" cxnId="{71FAB9A9-7409-4D5C-B801-F24A978553CB}">
      <dgm:prSet/>
      <dgm:spPr/>
      <dgm:t>
        <a:bodyPr/>
        <a:lstStyle/>
        <a:p>
          <a:endParaRPr lang="en-US"/>
        </a:p>
      </dgm:t>
    </dgm:pt>
    <dgm:pt modelId="{05C80027-F2C8-4C56-9471-1688ECA8CF04}" type="sibTrans" cxnId="{71FAB9A9-7409-4D5C-B801-F24A978553CB}">
      <dgm:prSet/>
      <dgm:spPr/>
      <dgm:t>
        <a:bodyPr/>
        <a:lstStyle/>
        <a:p>
          <a:endParaRPr lang="en-US"/>
        </a:p>
      </dgm:t>
    </dgm:pt>
    <dgm:pt modelId="{0D864813-02D0-44A4-BA04-B67BF440AA94}">
      <dgm:prSet/>
      <dgm:spPr/>
      <dgm:t>
        <a:bodyPr/>
        <a:lstStyle/>
        <a:p>
          <a:r>
            <a:rPr lang="en-US"/>
            <a:t>Employed fuzzy matching algorithms to align similar skill terms</a:t>
          </a:r>
        </a:p>
      </dgm:t>
    </dgm:pt>
    <dgm:pt modelId="{6CC624CA-070B-49E1-91C5-DC261DD3F862}" type="parTrans" cxnId="{BB098889-F3EE-45FE-B832-96C08B41F1A2}">
      <dgm:prSet/>
      <dgm:spPr/>
      <dgm:t>
        <a:bodyPr/>
        <a:lstStyle/>
        <a:p>
          <a:endParaRPr lang="en-US"/>
        </a:p>
      </dgm:t>
    </dgm:pt>
    <dgm:pt modelId="{8649A556-7742-4E2E-BACF-F71D1C00C1A4}" type="sibTrans" cxnId="{BB098889-F3EE-45FE-B832-96C08B41F1A2}">
      <dgm:prSet/>
      <dgm:spPr/>
      <dgm:t>
        <a:bodyPr/>
        <a:lstStyle/>
        <a:p>
          <a:endParaRPr lang="en-US"/>
        </a:p>
      </dgm:t>
    </dgm:pt>
    <dgm:pt modelId="{C799CE4B-8D4A-4224-82C5-ABD1F6372E85}">
      <dgm:prSet/>
      <dgm:spPr/>
      <dgm:t>
        <a:bodyPr/>
        <a:lstStyle/>
        <a:p>
          <a:r>
            <a:rPr lang="en-US"/>
            <a:t>Optimized </a:t>
          </a:r>
          <a:r>
            <a:rPr lang="en-US" err="1"/>
            <a:t>vCore</a:t>
          </a:r>
          <a:r>
            <a:rPr lang="en-US"/>
            <a:t> settings and configured budget usage alerts</a:t>
          </a:r>
        </a:p>
      </dgm:t>
    </dgm:pt>
    <dgm:pt modelId="{29A98896-707F-40C1-8815-A6D74D5CEC05}" type="parTrans" cxnId="{D90BA978-586C-4F16-9D49-A304655B74DE}">
      <dgm:prSet/>
      <dgm:spPr/>
      <dgm:t>
        <a:bodyPr/>
        <a:lstStyle/>
        <a:p>
          <a:endParaRPr lang="en-US"/>
        </a:p>
      </dgm:t>
    </dgm:pt>
    <dgm:pt modelId="{AA3B7D61-718D-4204-AE8C-2973EA90E2ED}" type="sibTrans" cxnId="{D90BA978-586C-4F16-9D49-A304655B74DE}">
      <dgm:prSet/>
      <dgm:spPr/>
      <dgm:t>
        <a:bodyPr/>
        <a:lstStyle/>
        <a:p>
          <a:endParaRPr lang="en-US"/>
        </a:p>
      </dgm:t>
    </dgm:pt>
    <dgm:pt modelId="{A6F472FE-9F62-4FD7-991B-DD4EDFFFE665}">
      <dgm:prSet/>
      <dgm:spPr/>
      <dgm:t>
        <a:bodyPr/>
        <a:lstStyle/>
        <a:p>
          <a:r>
            <a:rPr lang="en-US"/>
            <a:t>Integrated dynamic dropdown filters using Stream lit for better UX</a:t>
          </a:r>
        </a:p>
      </dgm:t>
    </dgm:pt>
    <dgm:pt modelId="{C7BA9167-34D4-497A-96E6-59AA6E65E4EA}" type="parTrans" cxnId="{3659CC9B-7285-4E2D-8CF5-A84D4F56CB84}">
      <dgm:prSet/>
      <dgm:spPr/>
      <dgm:t>
        <a:bodyPr/>
        <a:lstStyle/>
        <a:p>
          <a:endParaRPr lang="en-US"/>
        </a:p>
      </dgm:t>
    </dgm:pt>
    <dgm:pt modelId="{2FE3FC08-A798-49A2-99FC-C2CB5F73DE82}" type="sibTrans" cxnId="{3659CC9B-7285-4E2D-8CF5-A84D4F56CB84}">
      <dgm:prSet/>
      <dgm:spPr/>
      <dgm:t>
        <a:bodyPr/>
        <a:lstStyle/>
        <a:p>
          <a:endParaRPr lang="en-US"/>
        </a:p>
      </dgm:t>
    </dgm:pt>
    <dgm:pt modelId="{2B69C31F-1514-49E8-AF5C-E159AACF5098}" type="pres">
      <dgm:prSet presAssocID="{93609D26-23D4-4905-8771-E6017D96CEAB}" presName="linear" presStyleCnt="0">
        <dgm:presLayoutVars>
          <dgm:dir/>
          <dgm:animLvl val="lvl"/>
          <dgm:resizeHandles val="exact"/>
        </dgm:presLayoutVars>
      </dgm:prSet>
      <dgm:spPr/>
    </dgm:pt>
    <dgm:pt modelId="{318E79F5-9E42-4C68-B105-0BF1DE802CDF}" type="pres">
      <dgm:prSet presAssocID="{81DF3A12-58E7-417B-8FDD-7575E5329B7E}" presName="parentLin" presStyleCnt="0"/>
      <dgm:spPr/>
    </dgm:pt>
    <dgm:pt modelId="{A6A102F7-A660-4C36-B813-98980095EAAE}" type="pres">
      <dgm:prSet presAssocID="{81DF3A12-58E7-417B-8FDD-7575E5329B7E}" presName="parentLeftMargin" presStyleLbl="node1" presStyleIdx="0" presStyleCnt="2"/>
      <dgm:spPr/>
    </dgm:pt>
    <dgm:pt modelId="{A93126D5-C6D6-409C-8A04-FF1387A69789}" type="pres">
      <dgm:prSet presAssocID="{81DF3A12-58E7-417B-8FDD-7575E5329B7E}" presName="parentText" presStyleLbl="node1" presStyleIdx="0" presStyleCnt="2">
        <dgm:presLayoutVars>
          <dgm:chMax val="0"/>
          <dgm:bulletEnabled val="1"/>
        </dgm:presLayoutVars>
      </dgm:prSet>
      <dgm:spPr/>
    </dgm:pt>
    <dgm:pt modelId="{378AFE2D-903B-4AE5-A4FF-EC57B297AB2F}" type="pres">
      <dgm:prSet presAssocID="{81DF3A12-58E7-417B-8FDD-7575E5329B7E}" presName="negativeSpace" presStyleCnt="0"/>
      <dgm:spPr/>
    </dgm:pt>
    <dgm:pt modelId="{404FB657-15E2-4034-85B9-BC6854AD224D}" type="pres">
      <dgm:prSet presAssocID="{81DF3A12-58E7-417B-8FDD-7575E5329B7E}" presName="childText" presStyleLbl="conFgAcc1" presStyleIdx="0" presStyleCnt="2">
        <dgm:presLayoutVars>
          <dgm:bulletEnabled val="1"/>
        </dgm:presLayoutVars>
      </dgm:prSet>
      <dgm:spPr/>
    </dgm:pt>
    <dgm:pt modelId="{17C3C25F-AE69-4232-B730-81DDEED6DE70}" type="pres">
      <dgm:prSet presAssocID="{06CE0C88-D824-414F-B510-A9BB24A91355}" presName="spaceBetweenRectangles" presStyleCnt="0"/>
      <dgm:spPr/>
    </dgm:pt>
    <dgm:pt modelId="{22BA8DF7-C175-46EC-8A74-000E6DE07D89}" type="pres">
      <dgm:prSet presAssocID="{9A93C04E-1FF8-40C5-A22E-009D5B5F6EB1}" presName="parentLin" presStyleCnt="0"/>
      <dgm:spPr/>
    </dgm:pt>
    <dgm:pt modelId="{C01FCE3D-C2E9-40B6-B95C-748E429A4501}" type="pres">
      <dgm:prSet presAssocID="{9A93C04E-1FF8-40C5-A22E-009D5B5F6EB1}" presName="parentLeftMargin" presStyleLbl="node1" presStyleIdx="0" presStyleCnt="2"/>
      <dgm:spPr/>
    </dgm:pt>
    <dgm:pt modelId="{A3FE3F8B-AEE6-43E8-BB8C-DF22C45B3BEF}" type="pres">
      <dgm:prSet presAssocID="{9A93C04E-1FF8-40C5-A22E-009D5B5F6EB1}" presName="parentText" presStyleLbl="node1" presStyleIdx="1" presStyleCnt="2">
        <dgm:presLayoutVars>
          <dgm:chMax val="0"/>
          <dgm:bulletEnabled val="1"/>
        </dgm:presLayoutVars>
      </dgm:prSet>
      <dgm:spPr/>
    </dgm:pt>
    <dgm:pt modelId="{D7313C1C-DFBA-4D33-B853-F770823A9390}" type="pres">
      <dgm:prSet presAssocID="{9A93C04E-1FF8-40C5-A22E-009D5B5F6EB1}" presName="negativeSpace" presStyleCnt="0"/>
      <dgm:spPr/>
    </dgm:pt>
    <dgm:pt modelId="{BBF6B87B-38B3-493E-9BDF-E4DDCC4070AC}" type="pres">
      <dgm:prSet presAssocID="{9A93C04E-1FF8-40C5-A22E-009D5B5F6EB1}" presName="childText" presStyleLbl="conFgAcc1" presStyleIdx="1" presStyleCnt="2">
        <dgm:presLayoutVars>
          <dgm:bulletEnabled val="1"/>
        </dgm:presLayoutVars>
      </dgm:prSet>
      <dgm:spPr/>
    </dgm:pt>
  </dgm:ptLst>
  <dgm:cxnLst>
    <dgm:cxn modelId="{6BB76E11-FEA8-439B-A360-720A927F3203}" type="presOf" srcId="{4D286396-8AAF-4922-A7DB-5A20FD859EB6}" destId="{BBF6B87B-38B3-493E-9BDF-E4DDCC4070AC}" srcOrd="0" destOrd="0" presId="urn:microsoft.com/office/officeart/2005/8/layout/list1"/>
    <dgm:cxn modelId="{EF318A23-3024-4F11-9640-D18D2EAAF5A0}" type="presOf" srcId="{A6F472FE-9F62-4FD7-991B-DD4EDFFFE665}" destId="{BBF6B87B-38B3-493E-9BDF-E4DDCC4070AC}" srcOrd="0" destOrd="3" presId="urn:microsoft.com/office/officeart/2005/8/layout/list1"/>
    <dgm:cxn modelId="{CE6D4E2F-5967-4777-9CAC-A856295D542A}" type="presOf" srcId="{81DF3A12-58E7-417B-8FDD-7575E5329B7E}" destId="{A6A102F7-A660-4C36-B813-98980095EAAE}" srcOrd="0" destOrd="0" presId="urn:microsoft.com/office/officeart/2005/8/layout/list1"/>
    <dgm:cxn modelId="{F0A9CF32-FD6A-4C1E-90A4-5FBC7E1A8DC3}" type="presOf" srcId="{9A93C04E-1FF8-40C5-A22E-009D5B5F6EB1}" destId="{C01FCE3D-C2E9-40B6-B95C-748E429A4501}" srcOrd="0" destOrd="0" presId="urn:microsoft.com/office/officeart/2005/8/layout/list1"/>
    <dgm:cxn modelId="{0F8CC13D-F5E0-47DE-8F2B-AA375FB97C72}" type="presOf" srcId="{81DF3A12-58E7-417B-8FDD-7575E5329B7E}" destId="{A93126D5-C6D6-409C-8A04-FF1387A69789}" srcOrd="1" destOrd="0" presId="urn:microsoft.com/office/officeart/2005/8/layout/list1"/>
    <dgm:cxn modelId="{D097F860-D2E4-496F-A69E-AC58450D4110}" srcId="{93609D26-23D4-4905-8771-E6017D96CEAB}" destId="{81DF3A12-58E7-417B-8FDD-7575E5329B7E}" srcOrd="0" destOrd="0" parTransId="{30602A41-19BB-4CAA-8FE6-550456655743}" sibTransId="{06CE0C88-D824-414F-B510-A9BB24A91355}"/>
    <dgm:cxn modelId="{7C7F8C4D-1447-425A-9B07-CF51AE3017D0}" type="presOf" srcId="{6CB8E6A8-9F89-4BE9-B443-54856956C9CC}" destId="{404FB657-15E2-4034-85B9-BC6854AD224D}" srcOrd="0" destOrd="2" presId="urn:microsoft.com/office/officeart/2005/8/layout/list1"/>
    <dgm:cxn modelId="{09262A78-C9ED-4E47-8F33-AE833518B162}" type="presOf" srcId="{1EBA2E31-04A0-49EE-89AA-929CA9A9213C}" destId="{404FB657-15E2-4034-85B9-BC6854AD224D}" srcOrd="0" destOrd="3" presId="urn:microsoft.com/office/officeart/2005/8/layout/list1"/>
    <dgm:cxn modelId="{D90BA978-586C-4F16-9D49-A304655B74DE}" srcId="{9A93C04E-1FF8-40C5-A22E-009D5B5F6EB1}" destId="{C799CE4B-8D4A-4224-82C5-ABD1F6372E85}" srcOrd="2" destOrd="0" parTransId="{29A98896-707F-40C1-8815-A6D74D5CEC05}" sibTransId="{AA3B7D61-718D-4204-AE8C-2973EA90E2ED}"/>
    <dgm:cxn modelId="{98E8C985-3DE9-4F06-85D1-2C5D2AF5678B}" type="presOf" srcId="{AFE1A119-A156-4868-ABFD-4728350B318B}" destId="{404FB657-15E2-4034-85B9-BC6854AD224D}" srcOrd="0" destOrd="1" presId="urn:microsoft.com/office/officeart/2005/8/layout/list1"/>
    <dgm:cxn modelId="{BB098889-F3EE-45FE-B832-96C08B41F1A2}" srcId="{9A93C04E-1FF8-40C5-A22E-009D5B5F6EB1}" destId="{0D864813-02D0-44A4-BA04-B67BF440AA94}" srcOrd="1" destOrd="0" parTransId="{6CC624CA-070B-49E1-91C5-DC261DD3F862}" sibTransId="{8649A556-7742-4E2E-BACF-F71D1C00C1A4}"/>
    <dgm:cxn modelId="{E03FBA9B-1EC8-472A-A96A-2D276362B29A}" type="presOf" srcId="{0D864813-02D0-44A4-BA04-B67BF440AA94}" destId="{BBF6B87B-38B3-493E-9BDF-E4DDCC4070AC}" srcOrd="0" destOrd="1" presId="urn:microsoft.com/office/officeart/2005/8/layout/list1"/>
    <dgm:cxn modelId="{3659CC9B-7285-4E2D-8CF5-A84D4F56CB84}" srcId="{9A93C04E-1FF8-40C5-A22E-009D5B5F6EB1}" destId="{A6F472FE-9F62-4FD7-991B-DD4EDFFFE665}" srcOrd="3" destOrd="0" parTransId="{C7BA9167-34D4-497A-96E6-59AA6E65E4EA}" sibTransId="{2FE3FC08-A798-49A2-99FC-C2CB5F73DE82}"/>
    <dgm:cxn modelId="{71FAB9A9-7409-4D5C-B801-F24A978553CB}" srcId="{9A93C04E-1FF8-40C5-A22E-009D5B5F6EB1}" destId="{4D286396-8AAF-4922-A7DB-5A20FD859EB6}" srcOrd="0" destOrd="0" parTransId="{E900CD65-F907-485D-9C34-FBDB3664A3B9}" sibTransId="{05C80027-F2C8-4C56-9471-1688ECA8CF04}"/>
    <dgm:cxn modelId="{AC0276AA-6598-4B5A-BCEA-298524D34634}" srcId="{93609D26-23D4-4905-8771-E6017D96CEAB}" destId="{9A93C04E-1FF8-40C5-A22E-009D5B5F6EB1}" srcOrd="1" destOrd="0" parTransId="{66C3ECD4-86B9-43BA-A226-A3DE62DAE355}" sibTransId="{79736CE1-8DF9-479C-B221-0A73F86A76EF}"/>
    <dgm:cxn modelId="{D163E4B6-E711-43F9-820C-4B9B078B6A80}" srcId="{81DF3A12-58E7-417B-8FDD-7575E5329B7E}" destId="{AD0E27B2-3DF2-44F8-98C4-B4E8A8F5D24D}" srcOrd="0" destOrd="0" parTransId="{22778503-EA0B-4298-8B7D-96918EABC63C}" sibTransId="{180841E4-E1A0-45DC-A0D2-6E3A9FE3BD1E}"/>
    <dgm:cxn modelId="{BEBE7DBE-960B-411C-8EFD-0A45D74D5C04}" srcId="{81DF3A12-58E7-417B-8FDD-7575E5329B7E}" destId="{AFE1A119-A156-4868-ABFD-4728350B318B}" srcOrd="1" destOrd="0" parTransId="{417C808C-005F-412F-80EA-7344BABC94DC}" sibTransId="{32C79206-1A41-4177-B133-DFF0DF305B0B}"/>
    <dgm:cxn modelId="{EFC521C9-2202-4687-A658-9E5BB1C9B9B6}" type="presOf" srcId="{C799CE4B-8D4A-4224-82C5-ABD1F6372E85}" destId="{BBF6B87B-38B3-493E-9BDF-E4DDCC4070AC}" srcOrd="0" destOrd="2" presId="urn:microsoft.com/office/officeart/2005/8/layout/list1"/>
    <dgm:cxn modelId="{4C03C0CD-6574-4418-BE3E-C714D387971C}" type="presOf" srcId="{93609D26-23D4-4905-8771-E6017D96CEAB}" destId="{2B69C31F-1514-49E8-AF5C-E159AACF5098}" srcOrd="0" destOrd="0" presId="urn:microsoft.com/office/officeart/2005/8/layout/list1"/>
    <dgm:cxn modelId="{D83ADFE0-17A6-45D0-BB85-9ECA4752323D}" srcId="{81DF3A12-58E7-417B-8FDD-7575E5329B7E}" destId="{1EBA2E31-04A0-49EE-89AA-929CA9A9213C}" srcOrd="3" destOrd="0" parTransId="{17C2B7BE-D48C-47BF-A41A-9336EEBFB597}" sibTransId="{91B84201-8EB6-4A5A-8B5D-4DC4CC1F8D34}"/>
    <dgm:cxn modelId="{FA5360EB-9E67-4201-8B1E-529369516B2D}" type="presOf" srcId="{9A93C04E-1FF8-40C5-A22E-009D5B5F6EB1}" destId="{A3FE3F8B-AEE6-43E8-BB8C-DF22C45B3BEF}" srcOrd="1" destOrd="0" presId="urn:microsoft.com/office/officeart/2005/8/layout/list1"/>
    <dgm:cxn modelId="{D565BFED-0801-42F4-B870-9E4AED3DA82A}" type="presOf" srcId="{AD0E27B2-3DF2-44F8-98C4-B4E8A8F5D24D}" destId="{404FB657-15E2-4034-85B9-BC6854AD224D}" srcOrd="0" destOrd="0" presId="urn:microsoft.com/office/officeart/2005/8/layout/list1"/>
    <dgm:cxn modelId="{5A6FD0FD-DDF1-40A6-AC5D-D7B06CB580D9}" srcId="{81DF3A12-58E7-417B-8FDD-7575E5329B7E}" destId="{6CB8E6A8-9F89-4BE9-B443-54856956C9CC}" srcOrd="2" destOrd="0" parTransId="{9D4BD233-FFB9-4515-9892-394337A11498}" sibTransId="{44566966-E362-4417-9D73-1D715CC6C7CF}"/>
    <dgm:cxn modelId="{76ACF67D-C633-4542-8B0B-02CF17F97E94}" type="presParOf" srcId="{2B69C31F-1514-49E8-AF5C-E159AACF5098}" destId="{318E79F5-9E42-4C68-B105-0BF1DE802CDF}" srcOrd="0" destOrd="0" presId="urn:microsoft.com/office/officeart/2005/8/layout/list1"/>
    <dgm:cxn modelId="{54F1EF69-9792-465B-A0DA-8BC5F009D589}" type="presParOf" srcId="{318E79F5-9E42-4C68-B105-0BF1DE802CDF}" destId="{A6A102F7-A660-4C36-B813-98980095EAAE}" srcOrd="0" destOrd="0" presId="urn:microsoft.com/office/officeart/2005/8/layout/list1"/>
    <dgm:cxn modelId="{3EF44706-9AE7-4D4A-B82F-493A5DE6DA00}" type="presParOf" srcId="{318E79F5-9E42-4C68-B105-0BF1DE802CDF}" destId="{A93126D5-C6D6-409C-8A04-FF1387A69789}" srcOrd="1" destOrd="0" presId="urn:microsoft.com/office/officeart/2005/8/layout/list1"/>
    <dgm:cxn modelId="{5076E6E2-0F56-4C85-A57D-5B2B85BC6A6C}" type="presParOf" srcId="{2B69C31F-1514-49E8-AF5C-E159AACF5098}" destId="{378AFE2D-903B-4AE5-A4FF-EC57B297AB2F}" srcOrd="1" destOrd="0" presId="urn:microsoft.com/office/officeart/2005/8/layout/list1"/>
    <dgm:cxn modelId="{B9A693AE-DED7-4799-93EE-571BBECBA4B1}" type="presParOf" srcId="{2B69C31F-1514-49E8-AF5C-E159AACF5098}" destId="{404FB657-15E2-4034-85B9-BC6854AD224D}" srcOrd="2" destOrd="0" presId="urn:microsoft.com/office/officeart/2005/8/layout/list1"/>
    <dgm:cxn modelId="{1330F94A-431B-4541-B734-D5DD88C6C617}" type="presParOf" srcId="{2B69C31F-1514-49E8-AF5C-E159AACF5098}" destId="{17C3C25F-AE69-4232-B730-81DDEED6DE70}" srcOrd="3" destOrd="0" presId="urn:microsoft.com/office/officeart/2005/8/layout/list1"/>
    <dgm:cxn modelId="{8FE2850B-1CDF-47ED-BFF1-9BE1F8779DD5}" type="presParOf" srcId="{2B69C31F-1514-49E8-AF5C-E159AACF5098}" destId="{22BA8DF7-C175-46EC-8A74-000E6DE07D89}" srcOrd="4" destOrd="0" presId="urn:microsoft.com/office/officeart/2005/8/layout/list1"/>
    <dgm:cxn modelId="{D9B2CF1D-1B47-4727-A87B-8D97BCFF2BD2}" type="presParOf" srcId="{22BA8DF7-C175-46EC-8A74-000E6DE07D89}" destId="{C01FCE3D-C2E9-40B6-B95C-748E429A4501}" srcOrd="0" destOrd="0" presId="urn:microsoft.com/office/officeart/2005/8/layout/list1"/>
    <dgm:cxn modelId="{A3D36FF9-506D-499F-81D0-E8086496D51F}" type="presParOf" srcId="{22BA8DF7-C175-46EC-8A74-000E6DE07D89}" destId="{A3FE3F8B-AEE6-43E8-BB8C-DF22C45B3BEF}" srcOrd="1" destOrd="0" presId="urn:microsoft.com/office/officeart/2005/8/layout/list1"/>
    <dgm:cxn modelId="{CEB810B0-75CF-4444-87C8-B6E26B1726DD}" type="presParOf" srcId="{2B69C31F-1514-49E8-AF5C-E159AACF5098}" destId="{D7313C1C-DFBA-4D33-B853-F770823A9390}" srcOrd="5" destOrd="0" presId="urn:microsoft.com/office/officeart/2005/8/layout/list1"/>
    <dgm:cxn modelId="{96A38AB4-1AAA-4EFC-A03C-D4D1D5E6656C}" type="presParOf" srcId="{2B69C31F-1514-49E8-AF5C-E159AACF5098}" destId="{BBF6B87B-38B3-493E-9BDF-E4DDCC4070A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F01E8F-B889-4AC3-8C57-72A6B5F54B60}">
      <dsp:nvSpPr>
        <dsp:cNvPr id="0" name=""/>
        <dsp:cNvSpPr/>
      </dsp:nvSpPr>
      <dsp:spPr>
        <a:xfrm>
          <a:off x="0" y="375"/>
          <a:ext cx="10165599" cy="5173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B885A3-55CE-44B2-AA54-DD5BBB3D91E7}">
      <dsp:nvSpPr>
        <dsp:cNvPr id="0" name=""/>
        <dsp:cNvSpPr/>
      </dsp:nvSpPr>
      <dsp:spPr>
        <a:xfrm>
          <a:off x="156508" y="116787"/>
          <a:ext cx="284560" cy="28456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155593-E7D1-43EE-8FB1-92B9F1054C33}">
      <dsp:nvSpPr>
        <dsp:cNvPr id="0" name=""/>
        <dsp:cNvSpPr/>
      </dsp:nvSpPr>
      <dsp:spPr>
        <a:xfrm>
          <a:off x="597577" y="375"/>
          <a:ext cx="9568021" cy="517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56" tIns="54756" rIns="54756" bIns="54756" numCol="1" spcCol="1270" anchor="ctr" anchorCtr="0">
          <a:noAutofit/>
        </a:bodyPr>
        <a:lstStyle/>
        <a:p>
          <a:pPr marL="0" lvl="0" indent="0" algn="l" defTabSz="711200">
            <a:lnSpc>
              <a:spcPct val="100000"/>
            </a:lnSpc>
            <a:spcBef>
              <a:spcPct val="0"/>
            </a:spcBef>
            <a:spcAft>
              <a:spcPct val="35000"/>
            </a:spcAft>
            <a:buNone/>
          </a:pPr>
          <a:r>
            <a:rPr lang="en-CA" sz="1600" kern="1200"/>
            <a:t>Programming Language: Python</a:t>
          </a:r>
          <a:endParaRPr lang="en-US" sz="1600" kern="1200"/>
        </a:p>
      </dsp:txBody>
      <dsp:txXfrm>
        <a:off x="597577" y="375"/>
        <a:ext cx="9568021" cy="517382"/>
      </dsp:txXfrm>
    </dsp:sp>
    <dsp:sp modelId="{85F25053-3774-499A-BD9D-5F936A40C363}">
      <dsp:nvSpPr>
        <dsp:cNvPr id="0" name=""/>
        <dsp:cNvSpPr/>
      </dsp:nvSpPr>
      <dsp:spPr>
        <a:xfrm>
          <a:off x="0" y="647104"/>
          <a:ext cx="10165599" cy="5173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71BE3A-E994-4B83-B44C-2C52D68628B3}">
      <dsp:nvSpPr>
        <dsp:cNvPr id="0" name=""/>
        <dsp:cNvSpPr/>
      </dsp:nvSpPr>
      <dsp:spPr>
        <a:xfrm>
          <a:off x="156508" y="763515"/>
          <a:ext cx="284560" cy="28456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05C025-84E5-40F8-B760-62EEB1816C05}">
      <dsp:nvSpPr>
        <dsp:cNvPr id="0" name=""/>
        <dsp:cNvSpPr/>
      </dsp:nvSpPr>
      <dsp:spPr>
        <a:xfrm>
          <a:off x="597577" y="647104"/>
          <a:ext cx="9568021" cy="517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56" tIns="54756" rIns="54756" bIns="54756" numCol="1" spcCol="1270" anchor="ctr" anchorCtr="0">
          <a:noAutofit/>
        </a:bodyPr>
        <a:lstStyle/>
        <a:p>
          <a:pPr marL="0" lvl="0" indent="0" algn="l" defTabSz="711200">
            <a:lnSpc>
              <a:spcPct val="100000"/>
            </a:lnSpc>
            <a:spcBef>
              <a:spcPct val="0"/>
            </a:spcBef>
            <a:spcAft>
              <a:spcPct val="35000"/>
            </a:spcAft>
            <a:buNone/>
          </a:pPr>
          <a:r>
            <a:rPr lang="en-CA" sz="1600" kern="1200"/>
            <a:t>Database: Azure SQL Server</a:t>
          </a:r>
          <a:endParaRPr lang="en-US" sz="1600" kern="1200"/>
        </a:p>
      </dsp:txBody>
      <dsp:txXfrm>
        <a:off x="597577" y="647104"/>
        <a:ext cx="9568021" cy="517382"/>
      </dsp:txXfrm>
    </dsp:sp>
    <dsp:sp modelId="{EBD99269-BA4F-4227-9E60-02FFCF37DC26}">
      <dsp:nvSpPr>
        <dsp:cNvPr id="0" name=""/>
        <dsp:cNvSpPr/>
      </dsp:nvSpPr>
      <dsp:spPr>
        <a:xfrm>
          <a:off x="0" y="1293833"/>
          <a:ext cx="10165599" cy="5173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831410-E82F-4DC5-B331-5844AD666DA7}">
      <dsp:nvSpPr>
        <dsp:cNvPr id="0" name=""/>
        <dsp:cNvSpPr/>
      </dsp:nvSpPr>
      <dsp:spPr>
        <a:xfrm>
          <a:off x="156508" y="1410244"/>
          <a:ext cx="284560" cy="28456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D0498C-7DB5-4B19-A27A-BAD088B0A5AC}">
      <dsp:nvSpPr>
        <dsp:cNvPr id="0" name=""/>
        <dsp:cNvSpPr/>
      </dsp:nvSpPr>
      <dsp:spPr>
        <a:xfrm>
          <a:off x="597577" y="1293833"/>
          <a:ext cx="9568021" cy="517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56" tIns="54756" rIns="54756" bIns="54756" numCol="1" spcCol="1270" anchor="ctr" anchorCtr="0">
          <a:noAutofit/>
        </a:bodyPr>
        <a:lstStyle/>
        <a:p>
          <a:pPr marL="0" lvl="0" indent="0" algn="l" defTabSz="711200">
            <a:lnSpc>
              <a:spcPct val="100000"/>
            </a:lnSpc>
            <a:spcBef>
              <a:spcPct val="0"/>
            </a:spcBef>
            <a:spcAft>
              <a:spcPct val="35000"/>
            </a:spcAft>
            <a:buNone/>
          </a:pPr>
          <a:r>
            <a:rPr lang="en-CA" sz="1600" kern="1200"/>
            <a:t>IDE: Visual Studio Code</a:t>
          </a:r>
          <a:endParaRPr lang="en-US" sz="1600" kern="1200"/>
        </a:p>
      </dsp:txBody>
      <dsp:txXfrm>
        <a:off x="597577" y="1293833"/>
        <a:ext cx="9568021" cy="517382"/>
      </dsp:txXfrm>
    </dsp:sp>
    <dsp:sp modelId="{EA396219-5695-4513-9DCF-935192B92F4C}">
      <dsp:nvSpPr>
        <dsp:cNvPr id="0" name=""/>
        <dsp:cNvSpPr/>
      </dsp:nvSpPr>
      <dsp:spPr>
        <a:xfrm>
          <a:off x="0" y="1940562"/>
          <a:ext cx="10165599" cy="5173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87A690-48FE-4818-A294-8D8D3D15F472}">
      <dsp:nvSpPr>
        <dsp:cNvPr id="0" name=""/>
        <dsp:cNvSpPr/>
      </dsp:nvSpPr>
      <dsp:spPr>
        <a:xfrm>
          <a:off x="156508" y="2056973"/>
          <a:ext cx="284560" cy="28456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CD8BAF-CFB2-4F39-BA49-59E2038144EF}">
      <dsp:nvSpPr>
        <dsp:cNvPr id="0" name=""/>
        <dsp:cNvSpPr/>
      </dsp:nvSpPr>
      <dsp:spPr>
        <a:xfrm>
          <a:off x="597577" y="1940562"/>
          <a:ext cx="9568021" cy="517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56" tIns="54756" rIns="54756" bIns="54756" numCol="1" spcCol="1270" anchor="ctr" anchorCtr="0">
          <a:noAutofit/>
        </a:bodyPr>
        <a:lstStyle/>
        <a:p>
          <a:pPr marL="0" lvl="0" indent="0" algn="l" defTabSz="711200">
            <a:lnSpc>
              <a:spcPct val="100000"/>
            </a:lnSpc>
            <a:spcBef>
              <a:spcPct val="0"/>
            </a:spcBef>
            <a:spcAft>
              <a:spcPct val="35000"/>
            </a:spcAft>
            <a:buNone/>
          </a:pPr>
          <a:r>
            <a:rPr lang="en-CA" sz="1600" kern="1200"/>
            <a:t>Deployment Platform: Streamlit Cloud / Localhost</a:t>
          </a:r>
          <a:endParaRPr lang="en-US" sz="1600" kern="1200"/>
        </a:p>
      </dsp:txBody>
      <dsp:txXfrm>
        <a:off x="597577" y="1940562"/>
        <a:ext cx="9568021" cy="517382"/>
      </dsp:txXfrm>
    </dsp:sp>
    <dsp:sp modelId="{FD891D54-D234-4B19-BA04-4CCABE7F73C3}">
      <dsp:nvSpPr>
        <dsp:cNvPr id="0" name=""/>
        <dsp:cNvSpPr/>
      </dsp:nvSpPr>
      <dsp:spPr>
        <a:xfrm>
          <a:off x="0" y="2587290"/>
          <a:ext cx="10165599" cy="5173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D5140D-CEB4-4C87-B4B1-BE990B1461A8}">
      <dsp:nvSpPr>
        <dsp:cNvPr id="0" name=""/>
        <dsp:cNvSpPr/>
      </dsp:nvSpPr>
      <dsp:spPr>
        <a:xfrm>
          <a:off x="156508" y="2703701"/>
          <a:ext cx="284560" cy="28456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FB4567-55BA-4F93-9ABA-A6B85DE06239}">
      <dsp:nvSpPr>
        <dsp:cNvPr id="0" name=""/>
        <dsp:cNvSpPr/>
      </dsp:nvSpPr>
      <dsp:spPr>
        <a:xfrm>
          <a:off x="597577" y="2587290"/>
          <a:ext cx="9568021" cy="517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56" tIns="54756" rIns="54756" bIns="54756" numCol="1" spcCol="1270" anchor="ctr" anchorCtr="0">
          <a:noAutofit/>
        </a:bodyPr>
        <a:lstStyle/>
        <a:p>
          <a:pPr marL="0" lvl="0" indent="0" algn="l" defTabSz="711200">
            <a:lnSpc>
              <a:spcPct val="100000"/>
            </a:lnSpc>
            <a:spcBef>
              <a:spcPct val="0"/>
            </a:spcBef>
            <a:spcAft>
              <a:spcPct val="35000"/>
            </a:spcAft>
            <a:buNone/>
          </a:pPr>
          <a:r>
            <a:rPr lang="en-CA" sz="1600" kern="1200"/>
            <a:t>Version Control System: GitHub</a:t>
          </a:r>
          <a:endParaRPr lang="en-US" sz="1600" kern="1200"/>
        </a:p>
      </dsp:txBody>
      <dsp:txXfrm>
        <a:off x="597577" y="2587290"/>
        <a:ext cx="9568021" cy="517382"/>
      </dsp:txXfrm>
    </dsp:sp>
    <dsp:sp modelId="{FC367D29-8F56-4AA3-9460-8818F0A6E2AE}">
      <dsp:nvSpPr>
        <dsp:cNvPr id="0" name=""/>
        <dsp:cNvSpPr/>
      </dsp:nvSpPr>
      <dsp:spPr>
        <a:xfrm>
          <a:off x="0" y="3234019"/>
          <a:ext cx="10165599" cy="5173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970057-C7F0-4171-9E36-E018E583A215}">
      <dsp:nvSpPr>
        <dsp:cNvPr id="0" name=""/>
        <dsp:cNvSpPr/>
      </dsp:nvSpPr>
      <dsp:spPr>
        <a:xfrm>
          <a:off x="156508" y="3350430"/>
          <a:ext cx="284560" cy="28456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D6A959-676F-4412-AA77-B0122ACD126E}">
      <dsp:nvSpPr>
        <dsp:cNvPr id="0" name=""/>
        <dsp:cNvSpPr/>
      </dsp:nvSpPr>
      <dsp:spPr>
        <a:xfrm>
          <a:off x="597577" y="3234019"/>
          <a:ext cx="9568021" cy="517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56" tIns="54756" rIns="54756" bIns="54756" numCol="1" spcCol="1270" anchor="ctr" anchorCtr="0">
          <a:noAutofit/>
        </a:bodyPr>
        <a:lstStyle/>
        <a:p>
          <a:pPr marL="0" lvl="0" indent="0" algn="l" defTabSz="711200">
            <a:lnSpc>
              <a:spcPct val="100000"/>
            </a:lnSpc>
            <a:spcBef>
              <a:spcPct val="0"/>
            </a:spcBef>
            <a:spcAft>
              <a:spcPct val="35000"/>
            </a:spcAft>
            <a:buNone/>
          </a:pPr>
          <a:r>
            <a:rPr lang="en-US" sz="1600" kern="1200"/>
            <a:t>Translator: Azure Translator API, Translation Builder</a:t>
          </a:r>
        </a:p>
      </dsp:txBody>
      <dsp:txXfrm>
        <a:off x="597577" y="3234019"/>
        <a:ext cx="9568021" cy="517382"/>
      </dsp:txXfrm>
    </dsp:sp>
    <dsp:sp modelId="{3208C3FD-AAC4-4986-874A-1B75D1BF6327}">
      <dsp:nvSpPr>
        <dsp:cNvPr id="0" name=""/>
        <dsp:cNvSpPr/>
      </dsp:nvSpPr>
      <dsp:spPr>
        <a:xfrm>
          <a:off x="0" y="3880748"/>
          <a:ext cx="10165599" cy="5173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89C810-9230-49AF-8735-CCC3FBD110DC}">
      <dsp:nvSpPr>
        <dsp:cNvPr id="0" name=""/>
        <dsp:cNvSpPr/>
      </dsp:nvSpPr>
      <dsp:spPr>
        <a:xfrm>
          <a:off x="156508" y="3997159"/>
          <a:ext cx="284560" cy="28456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209270-4E1C-4EED-AD15-E771CA3ADAAD}">
      <dsp:nvSpPr>
        <dsp:cNvPr id="0" name=""/>
        <dsp:cNvSpPr/>
      </dsp:nvSpPr>
      <dsp:spPr>
        <a:xfrm>
          <a:off x="597577" y="3880748"/>
          <a:ext cx="9568021" cy="517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56" tIns="54756" rIns="54756" bIns="54756" numCol="1" spcCol="1270" anchor="ctr" anchorCtr="0">
          <a:noAutofit/>
        </a:bodyPr>
        <a:lstStyle/>
        <a:p>
          <a:pPr marL="0" lvl="0" indent="0" algn="l" defTabSz="711200">
            <a:lnSpc>
              <a:spcPct val="100000"/>
            </a:lnSpc>
            <a:spcBef>
              <a:spcPct val="0"/>
            </a:spcBef>
            <a:spcAft>
              <a:spcPct val="35000"/>
            </a:spcAft>
            <a:buNone/>
          </a:pPr>
          <a:r>
            <a:rPr lang="en-US" sz="1600" kern="1200"/>
            <a:t>Visualization: Power BI</a:t>
          </a:r>
        </a:p>
      </dsp:txBody>
      <dsp:txXfrm>
        <a:off x="597577" y="3880748"/>
        <a:ext cx="9568021" cy="5173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A0DB2E-CBAC-4516-B17B-2CB2B8782309}">
      <dsp:nvSpPr>
        <dsp:cNvPr id="0" name=""/>
        <dsp:cNvSpPr/>
      </dsp:nvSpPr>
      <dsp:spPr>
        <a:xfrm>
          <a:off x="457868" y="1188729"/>
          <a:ext cx="747509" cy="7475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A79FAD-6266-4A59-904B-29D85FDA3706}">
      <dsp:nvSpPr>
        <dsp:cNvPr id="0" name=""/>
        <dsp:cNvSpPr/>
      </dsp:nvSpPr>
      <dsp:spPr>
        <a:xfrm>
          <a:off x="1056" y="2185417"/>
          <a:ext cx="1661132" cy="664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a:latin typeface="Times New Roman" panose="02020603050405020304" pitchFamily="18" charset="0"/>
              <a:cs typeface="Times New Roman" panose="02020603050405020304" pitchFamily="18" charset="0"/>
            </a:rPr>
            <a:t>Gathered resumes</a:t>
          </a:r>
          <a:endParaRPr lang="en-US" sz="1800" kern="1200">
            <a:latin typeface="Times New Roman" panose="02020603050405020304" pitchFamily="18" charset="0"/>
            <a:cs typeface="Times New Roman" panose="02020603050405020304" pitchFamily="18" charset="0"/>
          </a:endParaRPr>
        </a:p>
      </dsp:txBody>
      <dsp:txXfrm>
        <a:off x="1056" y="2185417"/>
        <a:ext cx="1661132" cy="664453"/>
      </dsp:txXfrm>
    </dsp:sp>
    <dsp:sp modelId="{C861F1DC-45F8-4950-A595-364E6A468064}">
      <dsp:nvSpPr>
        <dsp:cNvPr id="0" name=""/>
        <dsp:cNvSpPr/>
      </dsp:nvSpPr>
      <dsp:spPr>
        <a:xfrm>
          <a:off x="2409699" y="1188729"/>
          <a:ext cx="747509" cy="7475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8EB753-74F9-469F-9F89-5E3C8584E730}">
      <dsp:nvSpPr>
        <dsp:cNvPr id="0" name=""/>
        <dsp:cNvSpPr/>
      </dsp:nvSpPr>
      <dsp:spPr>
        <a:xfrm>
          <a:off x="1952888" y="2185417"/>
          <a:ext cx="1661132" cy="664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a:latin typeface="Times New Roman" panose="02020603050405020304" pitchFamily="18" charset="0"/>
              <a:cs typeface="Times New Roman" panose="02020603050405020304" pitchFamily="18" charset="0"/>
            </a:rPr>
            <a:t>Collected job </a:t>
          </a:r>
          <a:r>
            <a:rPr lang="en-US" sz="1800" i="0" kern="1200" baseline="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descriptions</a:t>
          </a:r>
          <a:endParaRPr lang="en-US" sz="1800" kern="1200">
            <a:latin typeface="Times New Roman" panose="02020603050405020304" pitchFamily="18" charset="0"/>
            <a:cs typeface="Times New Roman" panose="02020603050405020304" pitchFamily="18" charset="0"/>
          </a:endParaRPr>
        </a:p>
      </dsp:txBody>
      <dsp:txXfrm>
        <a:off x="1952888" y="2185417"/>
        <a:ext cx="1661132" cy="664453"/>
      </dsp:txXfrm>
    </dsp:sp>
    <dsp:sp modelId="{6021F16B-44E8-4D4D-9521-B60C7C34DE49}">
      <dsp:nvSpPr>
        <dsp:cNvPr id="0" name=""/>
        <dsp:cNvSpPr/>
      </dsp:nvSpPr>
      <dsp:spPr>
        <a:xfrm>
          <a:off x="4361530" y="1188729"/>
          <a:ext cx="747509" cy="7475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E3640B-2FE8-400B-9C0D-394941BFAD25}">
      <dsp:nvSpPr>
        <dsp:cNvPr id="0" name=""/>
        <dsp:cNvSpPr/>
      </dsp:nvSpPr>
      <dsp:spPr>
        <a:xfrm>
          <a:off x="3904719" y="2185417"/>
          <a:ext cx="1661132" cy="664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a:latin typeface="Times New Roman" panose="02020603050405020304" pitchFamily="18" charset="0"/>
              <a:cs typeface="Times New Roman" panose="02020603050405020304" pitchFamily="18" charset="0"/>
            </a:rPr>
            <a:t>Converted unstructured files</a:t>
          </a:r>
          <a:endParaRPr lang="en-US" sz="1800" kern="1200">
            <a:latin typeface="Times New Roman" panose="02020603050405020304" pitchFamily="18" charset="0"/>
            <a:cs typeface="Times New Roman" panose="02020603050405020304" pitchFamily="18" charset="0"/>
          </a:endParaRPr>
        </a:p>
      </dsp:txBody>
      <dsp:txXfrm>
        <a:off x="3904719" y="2185417"/>
        <a:ext cx="1661132" cy="664453"/>
      </dsp:txXfrm>
    </dsp:sp>
    <dsp:sp modelId="{057CFDE6-CCB6-4DC3-9266-13E6265AA8DC}">
      <dsp:nvSpPr>
        <dsp:cNvPr id="0" name=""/>
        <dsp:cNvSpPr/>
      </dsp:nvSpPr>
      <dsp:spPr>
        <a:xfrm>
          <a:off x="6313361" y="1188729"/>
          <a:ext cx="747509" cy="7475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B2F6F1-A6E7-464B-9102-F34388CC0297}">
      <dsp:nvSpPr>
        <dsp:cNvPr id="0" name=""/>
        <dsp:cNvSpPr/>
      </dsp:nvSpPr>
      <dsp:spPr>
        <a:xfrm>
          <a:off x="5856550" y="2185417"/>
          <a:ext cx="1661132" cy="664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a:latin typeface="Times New Roman" panose="02020603050405020304" pitchFamily="18" charset="0"/>
              <a:cs typeface="Times New Roman" panose="02020603050405020304" pitchFamily="18" charset="0"/>
            </a:rPr>
            <a:t>Ensured dataset diversity</a:t>
          </a:r>
          <a:endParaRPr lang="en-US" sz="1800" kern="1200">
            <a:latin typeface="Times New Roman" panose="02020603050405020304" pitchFamily="18" charset="0"/>
            <a:cs typeface="Times New Roman" panose="02020603050405020304" pitchFamily="18" charset="0"/>
          </a:endParaRPr>
        </a:p>
      </dsp:txBody>
      <dsp:txXfrm>
        <a:off x="5856550" y="2185417"/>
        <a:ext cx="1661132" cy="664453"/>
      </dsp:txXfrm>
    </dsp:sp>
    <dsp:sp modelId="{96ED6900-CD7D-40FB-B6D7-A2AFE88EDDB4}">
      <dsp:nvSpPr>
        <dsp:cNvPr id="0" name=""/>
        <dsp:cNvSpPr/>
      </dsp:nvSpPr>
      <dsp:spPr>
        <a:xfrm>
          <a:off x="8253636" y="1188729"/>
          <a:ext cx="770622" cy="74750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FEA401-866D-4EEA-9501-528D1A1784F2}">
      <dsp:nvSpPr>
        <dsp:cNvPr id="0" name=""/>
        <dsp:cNvSpPr/>
      </dsp:nvSpPr>
      <dsp:spPr>
        <a:xfrm>
          <a:off x="7808381" y="2185417"/>
          <a:ext cx="1661132" cy="664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a:latin typeface="Times New Roman" panose="02020603050405020304" pitchFamily="18" charset="0"/>
              <a:cs typeface="Times New Roman" panose="02020603050405020304" pitchFamily="18" charset="0"/>
            </a:rPr>
            <a:t>Stored all raw files</a:t>
          </a:r>
          <a:endParaRPr lang="en-US" sz="1800" kern="1200"/>
        </a:p>
      </dsp:txBody>
      <dsp:txXfrm>
        <a:off x="7808381" y="2185417"/>
        <a:ext cx="1661132" cy="6644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53C4BC-4AE5-42DF-AB8F-7DA15B0F3C0E}">
      <dsp:nvSpPr>
        <dsp:cNvPr id="0" name=""/>
        <dsp:cNvSpPr/>
      </dsp:nvSpPr>
      <dsp:spPr>
        <a:xfrm>
          <a:off x="0" y="1214"/>
          <a:ext cx="9032095" cy="5175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33F998-E299-4059-AA9A-34A095E191F9}">
      <dsp:nvSpPr>
        <dsp:cNvPr id="0" name=""/>
        <dsp:cNvSpPr/>
      </dsp:nvSpPr>
      <dsp:spPr>
        <a:xfrm>
          <a:off x="156568" y="117670"/>
          <a:ext cx="284670" cy="2846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7A992A-F5E6-448C-80F6-FC19EDB9028B}">
      <dsp:nvSpPr>
        <dsp:cNvPr id="0" name=""/>
        <dsp:cNvSpPr/>
      </dsp:nvSpPr>
      <dsp:spPr>
        <a:xfrm>
          <a:off x="597807" y="1214"/>
          <a:ext cx="8434287" cy="517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77" tIns="54777" rIns="54777" bIns="54777" numCol="1" spcCol="1270" anchor="ctr" anchorCtr="0">
          <a:noAutofit/>
        </a:bodyPr>
        <a:lstStyle/>
        <a:p>
          <a:pPr marL="0" lvl="0" indent="0" algn="l" defTabSz="622300">
            <a:lnSpc>
              <a:spcPct val="100000"/>
            </a:lnSpc>
            <a:spcBef>
              <a:spcPct val="0"/>
            </a:spcBef>
            <a:spcAft>
              <a:spcPct val="35000"/>
            </a:spcAft>
            <a:buNone/>
          </a:pPr>
          <a:r>
            <a:rPr lang="en-US" sz="1400" i="0" kern="1200" baseline="0"/>
            <a:t>Built a Streamlit web app to make resume uploading and skill matching easy for non-technical users</a:t>
          </a:r>
          <a:endParaRPr lang="en-US" sz="1400" kern="1200"/>
        </a:p>
      </dsp:txBody>
      <dsp:txXfrm>
        <a:off x="597807" y="1214"/>
        <a:ext cx="8434287" cy="517582"/>
      </dsp:txXfrm>
    </dsp:sp>
    <dsp:sp modelId="{E3E9755F-F3B2-4323-8A39-5CACCFA17F73}">
      <dsp:nvSpPr>
        <dsp:cNvPr id="0" name=""/>
        <dsp:cNvSpPr/>
      </dsp:nvSpPr>
      <dsp:spPr>
        <a:xfrm>
          <a:off x="0" y="657716"/>
          <a:ext cx="9032095" cy="5175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C0A41B-D5A6-4FF1-A76E-DB4ECF92B3BC}">
      <dsp:nvSpPr>
        <dsp:cNvPr id="0" name=""/>
        <dsp:cNvSpPr/>
      </dsp:nvSpPr>
      <dsp:spPr>
        <a:xfrm>
          <a:off x="156568" y="764648"/>
          <a:ext cx="284670" cy="2846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C56A50-ABC0-48A6-B7E8-5F24122B54DD}">
      <dsp:nvSpPr>
        <dsp:cNvPr id="0" name=""/>
        <dsp:cNvSpPr/>
      </dsp:nvSpPr>
      <dsp:spPr>
        <a:xfrm>
          <a:off x="597807" y="648192"/>
          <a:ext cx="8434287" cy="517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77" tIns="54777" rIns="54777" bIns="54777" numCol="1" spcCol="1270" anchor="ctr" anchorCtr="0">
          <a:noAutofit/>
        </a:bodyPr>
        <a:lstStyle/>
        <a:p>
          <a:pPr marL="0" lvl="0" indent="0" algn="l" defTabSz="622300">
            <a:lnSpc>
              <a:spcPct val="100000"/>
            </a:lnSpc>
            <a:spcBef>
              <a:spcPct val="0"/>
            </a:spcBef>
            <a:spcAft>
              <a:spcPct val="35000"/>
            </a:spcAft>
            <a:buNone/>
          </a:pPr>
          <a:r>
            <a:rPr lang="en-US" sz="1400" i="0" kern="1200" baseline="0"/>
            <a:t>Filter option to choose from skills or from Job title</a:t>
          </a:r>
          <a:endParaRPr lang="en-US" sz="1400" kern="1200"/>
        </a:p>
      </dsp:txBody>
      <dsp:txXfrm>
        <a:off x="597807" y="648192"/>
        <a:ext cx="8434287" cy="517582"/>
      </dsp:txXfrm>
    </dsp:sp>
    <dsp:sp modelId="{95A1C717-FD86-481E-B58B-8CE248A27F33}">
      <dsp:nvSpPr>
        <dsp:cNvPr id="0" name=""/>
        <dsp:cNvSpPr/>
      </dsp:nvSpPr>
      <dsp:spPr>
        <a:xfrm>
          <a:off x="0" y="1295170"/>
          <a:ext cx="9032095" cy="5175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77C35F-AD9E-4CE6-AE3A-D9CC91DB2375}">
      <dsp:nvSpPr>
        <dsp:cNvPr id="0" name=""/>
        <dsp:cNvSpPr/>
      </dsp:nvSpPr>
      <dsp:spPr>
        <a:xfrm>
          <a:off x="156568" y="1411626"/>
          <a:ext cx="284670" cy="2846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DC6B14-B57E-4B28-AC3D-28D91D532030}">
      <dsp:nvSpPr>
        <dsp:cNvPr id="0" name=""/>
        <dsp:cNvSpPr/>
      </dsp:nvSpPr>
      <dsp:spPr>
        <a:xfrm>
          <a:off x="597807" y="1295170"/>
          <a:ext cx="8434287" cy="517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77" tIns="54777" rIns="54777" bIns="54777" numCol="1" spcCol="1270" anchor="ctr" anchorCtr="0">
          <a:noAutofit/>
        </a:bodyPr>
        <a:lstStyle/>
        <a:p>
          <a:pPr marL="0" lvl="0" indent="0" algn="l" defTabSz="622300">
            <a:lnSpc>
              <a:spcPct val="100000"/>
            </a:lnSpc>
            <a:spcBef>
              <a:spcPct val="0"/>
            </a:spcBef>
            <a:spcAft>
              <a:spcPct val="35000"/>
            </a:spcAft>
            <a:buNone/>
          </a:pPr>
          <a:r>
            <a:rPr lang="en-US" sz="1400" i="0" kern="1200" baseline="0"/>
            <a:t>Provided instant feedback on skill match scores and missing skills</a:t>
          </a:r>
          <a:endParaRPr lang="en-US" sz="1400" kern="1200"/>
        </a:p>
      </dsp:txBody>
      <dsp:txXfrm>
        <a:off x="597807" y="1295170"/>
        <a:ext cx="8434287" cy="517582"/>
      </dsp:txXfrm>
    </dsp:sp>
    <dsp:sp modelId="{F362C50C-203A-4C78-A0AB-60B25DDDF8EF}">
      <dsp:nvSpPr>
        <dsp:cNvPr id="0" name=""/>
        <dsp:cNvSpPr/>
      </dsp:nvSpPr>
      <dsp:spPr>
        <a:xfrm>
          <a:off x="0" y="1942148"/>
          <a:ext cx="9032095" cy="5175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F4F870-70A4-4BB1-8053-728ECD2B5DBC}">
      <dsp:nvSpPr>
        <dsp:cNvPr id="0" name=""/>
        <dsp:cNvSpPr/>
      </dsp:nvSpPr>
      <dsp:spPr>
        <a:xfrm>
          <a:off x="156568" y="2058604"/>
          <a:ext cx="284670" cy="28467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4DE6D0-F3EA-4015-8655-935A98786EBC}">
      <dsp:nvSpPr>
        <dsp:cNvPr id="0" name=""/>
        <dsp:cNvSpPr/>
      </dsp:nvSpPr>
      <dsp:spPr>
        <a:xfrm>
          <a:off x="597807" y="1942148"/>
          <a:ext cx="8434287" cy="517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77" tIns="54777" rIns="54777" bIns="54777" numCol="1" spcCol="1270" anchor="ctr" anchorCtr="0">
          <a:noAutofit/>
        </a:bodyPr>
        <a:lstStyle/>
        <a:p>
          <a:pPr marL="0" lvl="0" indent="0" algn="l" defTabSz="622300">
            <a:lnSpc>
              <a:spcPct val="100000"/>
            </a:lnSpc>
            <a:spcBef>
              <a:spcPct val="0"/>
            </a:spcBef>
            <a:spcAft>
              <a:spcPct val="35000"/>
            </a:spcAft>
            <a:buNone/>
          </a:pPr>
          <a:r>
            <a:rPr lang="en-US" sz="1400" i="0" kern="1200" baseline="0"/>
            <a:t>Displayed parsed resume content in a clean, readable layout</a:t>
          </a:r>
          <a:endParaRPr lang="en-US" sz="1400" kern="1200"/>
        </a:p>
      </dsp:txBody>
      <dsp:txXfrm>
        <a:off x="597807" y="1942148"/>
        <a:ext cx="8434287" cy="517582"/>
      </dsp:txXfrm>
    </dsp:sp>
    <dsp:sp modelId="{8CED10F1-CD33-4B32-AED3-0545B499067F}">
      <dsp:nvSpPr>
        <dsp:cNvPr id="0" name=""/>
        <dsp:cNvSpPr/>
      </dsp:nvSpPr>
      <dsp:spPr>
        <a:xfrm>
          <a:off x="0" y="2589126"/>
          <a:ext cx="9032095" cy="5175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1ED39E-CE96-4B3C-84CA-1D294D39EEF8}">
      <dsp:nvSpPr>
        <dsp:cNvPr id="0" name=""/>
        <dsp:cNvSpPr/>
      </dsp:nvSpPr>
      <dsp:spPr>
        <a:xfrm>
          <a:off x="156568" y="2705582"/>
          <a:ext cx="284670" cy="28467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C812AB-95E2-4410-8EA3-22A41D711705}">
      <dsp:nvSpPr>
        <dsp:cNvPr id="0" name=""/>
        <dsp:cNvSpPr/>
      </dsp:nvSpPr>
      <dsp:spPr>
        <a:xfrm>
          <a:off x="597807" y="2589126"/>
          <a:ext cx="8434287" cy="517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77" tIns="54777" rIns="54777" bIns="54777" numCol="1" spcCol="1270" anchor="ctr" anchorCtr="0">
          <a:noAutofit/>
        </a:bodyPr>
        <a:lstStyle/>
        <a:p>
          <a:pPr marL="0" lvl="0" indent="0" algn="l" defTabSz="622300">
            <a:lnSpc>
              <a:spcPct val="100000"/>
            </a:lnSpc>
            <a:spcBef>
              <a:spcPct val="0"/>
            </a:spcBef>
            <a:spcAft>
              <a:spcPct val="35000"/>
            </a:spcAft>
            <a:buNone/>
          </a:pPr>
          <a:r>
            <a:rPr lang="en-US" sz="1400" i="0" kern="1200" baseline="0"/>
            <a:t>Designed with a responsive, minimal UI for fast performance and mobile accessibility</a:t>
          </a:r>
          <a:endParaRPr lang="en-US" sz="1400" kern="1200"/>
        </a:p>
      </dsp:txBody>
      <dsp:txXfrm>
        <a:off x="597807" y="2589126"/>
        <a:ext cx="8434287" cy="517582"/>
      </dsp:txXfrm>
    </dsp:sp>
    <dsp:sp modelId="{9F3D53D3-C000-4828-B520-1737C238CED6}">
      <dsp:nvSpPr>
        <dsp:cNvPr id="0" name=""/>
        <dsp:cNvSpPr/>
      </dsp:nvSpPr>
      <dsp:spPr>
        <a:xfrm>
          <a:off x="0" y="3236104"/>
          <a:ext cx="9032095" cy="5175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DB828B-76D9-4ED2-99D6-D2ABFA4A248F}">
      <dsp:nvSpPr>
        <dsp:cNvPr id="0" name=""/>
        <dsp:cNvSpPr/>
      </dsp:nvSpPr>
      <dsp:spPr>
        <a:xfrm>
          <a:off x="156568" y="3352560"/>
          <a:ext cx="284670" cy="28467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949E01-928B-4A42-BF66-419A61D0E3AF}">
      <dsp:nvSpPr>
        <dsp:cNvPr id="0" name=""/>
        <dsp:cNvSpPr/>
      </dsp:nvSpPr>
      <dsp:spPr>
        <a:xfrm>
          <a:off x="597807" y="3236104"/>
          <a:ext cx="8434287" cy="517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4777" tIns="54777" rIns="54777" bIns="54777" numCol="1" spcCol="1270" anchor="ctr" anchorCtr="0">
          <a:noAutofit/>
        </a:bodyPr>
        <a:lstStyle/>
        <a:p>
          <a:pPr marL="0" lvl="0" indent="0" algn="l" defTabSz="622300">
            <a:lnSpc>
              <a:spcPct val="100000"/>
            </a:lnSpc>
            <a:spcBef>
              <a:spcPct val="0"/>
            </a:spcBef>
            <a:spcAft>
              <a:spcPct val="35000"/>
            </a:spcAft>
            <a:buNone/>
          </a:pPr>
          <a:r>
            <a:rPr lang="en-US" sz="1400" i="0" kern="1200" baseline="0"/>
            <a:t>Integrated with backend database to log and track uploads for audit and reporting</a:t>
          </a:r>
          <a:endParaRPr lang="en-US" sz="1400" kern="1200"/>
        </a:p>
      </dsp:txBody>
      <dsp:txXfrm>
        <a:off x="597807" y="3236104"/>
        <a:ext cx="8434287" cy="5175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1558F0-3BFF-4128-AA1F-A6A636465CDE}">
      <dsp:nvSpPr>
        <dsp:cNvPr id="0" name=""/>
        <dsp:cNvSpPr/>
      </dsp:nvSpPr>
      <dsp:spPr>
        <a:xfrm>
          <a:off x="0" y="0"/>
          <a:ext cx="49530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D00F6F-75E9-4B4B-AA34-A5EA1E040BDC}">
      <dsp:nvSpPr>
        <dsp:cNvPr id="0" name=""/>
        <dsp:cNvSpPr/>
      </dsp:nvSpPr>
      <dsp:spPr>
        <a:xfrm>
          <a:off x="0" y="0"/>
          <a:ext cx="4953000" cy="1185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latin typeface="Times New Roman"/>
              <a:cs typeface="Times New Roman"/>
            </a:rPr>
            <a:t>Used Python + Azure Translator API to translate key resume/job fields</a:t>
          </a:r>
          <a:endParaRPr lang="en-US" sz="2500" b="0" kern="1200" dirty="0">
            <a:latin typeface="Times New Roman"/>
            <a:cs typeface="Times New Roman"/>
          </a:endParaRPr>
        </a:p>
      </dsp:txBody>
      <dsp:txXfrm>
        <a:off x="0" y="0"/>
        <a:ext cx="4953000" cy="1185465"/>
      </dsp:txXfrm>
    </dsp:sp>
    <dsp:sp modelId="{10C19C37-C8C2-43F8-BA51-543D9D78FFFA}">
      <dsp:nvSpPr>
        <dsp:cNvPr id="0" name=""/>
        <dsp:cNvSpPr/>
      </dsp:nvSpPr>
      <dsp:spPr>
        <a:xfrm>
          <a:off x="0" y="1185465"/>
          <a:ext cx="49530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6608D6-BA24-4049-B796-D63F6FC62DC3}">
      <dsp:nvSpPr>
        <dsp:cNvPr id="0" name=""/>
        <dsp:cNvSpPr/>
      </dsp:nvSpPr>
      <dsp:spPr>
        <a:xfrm>
          <a:off x="0" y="1185465"/>
          <a:ext cx="4953000" cy="1185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latin typeface="Times New Roman"/>
              <a:cs typeface="Times New Roman"/>
            </a:rPr>
            <a:t>Created dedicated columns (e.g., </a:t>
          </a:r>
          <a:r>
            <a:rPr lang="en-US" sz="2500" b="0" i="0" kern="1200" baseline="0" err="1">
              <a:latin typeface="Times New Roman"/>
              <a:cs typeface="Times New Roman"/>
            </a:rPr>
            <a:t>job_title_French</a:t>
          </a:r>
          <a:r>
            <a:rPr lang="en-US" sz="2500" b="0" i="0" kern="1200" baseline="0">
              <a:latin typeface="Times New Roman"/>
              <a:cs typeface="Times New Roman"/>
            </a:rPr>
            <a:t>, </a:t>
          </a:r>
          <a:r>
            <a:rPr lang="en-US" sz="2500" b="0" i="0" kern="1200" baseline="0" err="1">
              <a:latin typeface="Times New Roman"/>
              <a:cs typeface="Times New Roman"/>
            </a:rPr>
            <a:t>skills_French</a:t>
          </a:r>
          <a:r>
            <a:rPr lang="en-US" sz="2500" b="0" i="0" kern="1200" baseline="0">
              <a:latin typeface="Times New Roman"/>
              <a:cs typeface="Times New Roman"/>
            </a:rPr>
            <a:t>) in Azure SQL DB</a:t>
          </a:r>
          <a:endParaRPr lang="en-US" sz="2500" b="0" kern="1200">
            <a:latin typeface="Times New Roman"/>
            <a:cs typeface="Times New Roman"/>
          </a:endParaRPr>
        </a:p>
      </dsp:txBody>
      <dsp:txXfrm>
        <a:off x="0" y="1185465"/>
        <a:ext cx="4953000" cy="1185465"/>
      </dsp:txXfrm>
    </dsp:sp>
    <dsp:sp modelId="{FB8AF1D2-4F70-4375-B920-F359AA34A41C}">
      <dsp:nvSpPr>
        <dsp:cNvPr id="0" name=""/>
        <dsp:cNvSpPr/>
      </dsp:nvSpPr>
      <dsp:spPr>
        <a:xfrm>
          <a:off x="0" y="2370931"/>
          <a:ext cx="495300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C9DB2E-1E80-4D6C-B77D-BEA077C56107}">
      <dsp:nvSpPr>
        <dsp:cNvPr id="0" name=""/>
        <dsp:cNvSpPr/>
      </dsp:nvSpPr>
      <dsp:spPr>
        <a:xfrm>
          <a:off x="0" y="2370931"/>
          <a:ext cx="4953000" cy="1185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latin typeface="Times New Roman"/>
              <a:cs typeface="Times New Roman"/>
            </a:rPr>
            <a:t>Ensured Power BI reads from translated fields for localization</a:t>
          </a:r>
          <a:endParaRPr lang="en-US" sz="2500" b="0" kern="1200">
            <a:latin typeface="Times New Roman"/>
            <a:cs typeface="Times New Roman"/>
          </a:endParaRPr>
        </a:p>
      </dsp:txBody>
      <dsp:txXfrm>
        <a:off x="0" y="2370931"/>
        <a:ext cx="4953000" cy="1185465"/>
      </dsp:txXfrm>
    </dsp:sp>
    <dsp:sp modelId="{6597BB78-31F7-4F4F-A1C7-1EED26247FDB}">
      <dsp:nvSpPr>
        <dsp:cNvPr id="0" name=""/>
        <dsp:cNvSpPr/>
      </dsp:nvSpPr>
      <dsp:spPr>
        <a:xfrm>
          <a:off x="0" y="3556397"/>
          <a:ext cx="49530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76E50F-9844-4287-B27B-414E9234B15D}">
      <dsp:nvSpPr>
        <dsp:cNvPr id="0" name=""/>
        <dsp:cNvSpPr/>
      </dsp:nvSpPr>
      <dsp:spPr>
        <a:xfrm>
          <a:off x="0" y="3556397"/>
          <a:ext cx="4953000" cy="1185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latin typeface="Times New Roman"/>
              <a:cs typeface="Times New Roman"/>
            </a:rPr>
            <a:t>Enhanced recruiter accessibility for French-speaking users</a:t>
          </a:r>
          <a:endParaRPr lang="en-US" sz="2500" b="0" kern="1200">
            <a:latin typeface="Times New Roman"/>
            <a:cs typeface="Times New Roman"/>
          </a:endParaRPr>
        </a:p>
      </dsp:txBody>
      <dsp:txXfrm>
        <a:off x="0" y="3556397"/>
        <a:ext cx="4953000" cy="11854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4FB657-15E2-4034-85B9-BC6854AD224D}">
      <dsp:nvSpPr>
        <dsp:cNvPr id="0" name=""/>
        <dsp:cNvSpPr/>
      </dsp:nvSpPr>
      <dsp:spPr>
        <a:xfrm>
          <a:off x="0" y="326706"/>
          <a:ext cx="6109130" cy="12789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4136" tIns="291592" rIns="474136" bIns="99568" numCol="1" spcCol="1270" anchor="t" anchorCtr="0">
          <a:noAutofit/>
        </a:bodyPr>
        <a:lstStyle/>
        <a:p>
          <a:pPr marL="114300" lvl="1" indent="-114300" algn="l" defTabSz="622300">
            <a:lnSpc>
              <a:spcPct val="90000"/>
            </a:lnSpc>
            <a:spcBef>
              <a:spcPct val="0"/>
            </a:spcBef>
            <a:spcAft>
              <a:spcPct val="15000"/>
            </a:spcAft>
            <a:buChar char="•"/>
          </a:pPr>
          <a:r>
            <a:rPr lang="en-CA" sz="1400" kern="1200"/>
            <a:t>Inconsistent resume structures</a:t>
          </a:r>
          <a:endParaRPr lang="en-US" sz="1400" kern="1200"/>
        </a:p>
        <a:p>
          <a:pPr marL="114300" lvl="1" indent="-114300" algn="l" defTabSz="622300">
            <a:lnSpc>
              <a:spcPct val="90000"/>
            </a:lnSpc>
            <a:spcBef>
              <a:spcPct val="0"/>
            </a:spcBef>
            <a:spcAft>
              <a:spcPct val="15000"/>
            </a:spcAft>
            <a:buChar char="•"/>
          </a:pPr>
          <a:r>
            <a:rPr lang="en-CA" sz="1400" kern="1200"/>
            <a:t>Skill keyword variations</a:t>
          </a:r>
          <a:endParaRPr lang="en-US" sz="1400" kern="1200"/>
        </a:p>
        <a:p>
          <a:pPr marL="114300" lvl="1" indent="-114300" algn="l" defTabSz="622300">
            <a:lnSpc>
              <a:spcPct val="90000"/>
            </a:lnSpc>
            <a:spcBef>
              <a:spcPct val="0"/>
            </a:spcBef>
            <a:spcAft>
              <a:spcPct val="15000"/>
            </a:spcAft>
            <a:buChar char="•"/>
          </a:pPr>
          <a:r>
            <a:rPr lang="en-CA" sz="1400" kern="1200"/>
            <a:t>Azure quota limitations</a:t>
          </a:r>
          <a:endParaRPr lang="en-US" sz="1400" kern="1200"/>
        </a:p>
        <a:p>
          <a:pPr marL="114300" lvl="1" indent="-114300" algn="l" defTabSz="622300">
            <a:lnSpc>
              <a:spcPct val="90000"/>
            </a:lnSpc>
            <a:spcBef>
              <a:spcPct val="0"/>
            </a:spcBef>
            <a:spcAft>
              <a:spcPct val="15000"/>
            </a:spcAft>
            <a:buChar char="•"/>
          </a:pPr>
          <a:r>
            <a:rPr lang="en-US" sz="1400" kern="1200"/>
            <a:t>Job selection filtering in UI</a:t>
          </a:r>
        </a:p>
      </dsp:txBody>
      <dsp:txXfrm>
        <a:off x="0" y="326706"/>
        <a:ext cx="6109130" cy="1278900"/>
      </dsp:txXfrm>
    </dsp:sp>
    <dsp:sp modelId="{A93126D5-C6D6-409C-8A04-FF1387A69789}">
      <dsp:nvSpPr>
        <dsp:cNvPr id="0" name=""/>
        <dsp:cNvSpPr/>
      </dsp:nvSpPr>
      <dsp:spPr>
        <a:xfrm>
          <a:off x="305456" y="120066"/>
          <a:ext cx="4276391"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637" tIns="0" rIns="161637" bIns="0" numCol="1" spcCol="1270" anchor="ctr" anchorCtr="0">
          <a:noAutofit/>
        </a:bodyPr>
        <a:lstStyle/>
        <a:p>
          <a:pPr marL="0" lvl="0" indent="0" algn="l" defTabSz="622300">
            <a:lnSpc>
              <a:spcPct val="90000"/>
            </a:lnSpc>
            <a:spcBef>
              <a:spcPct val="0"/>
            </a:spcBef>
            <a:spcAft>
              <a:spcPct val="35000"/>
            </a:spcAft>
            <a:buNone/>
          </a:pPr>
          <a:r>
            <a:rPr lang="en-CA" sz="1400" b="1" kern="1200"/>
            <a:t>Challenge </a:t>
          </a:r>
          <a:endParaRPr lang="en-US" sz="1400" kern="1200"/>
        </a:p>
      </dsp:txBody>
      <dsp:txXfrm>
        <a:off x="325631" y="140241"/>
        <a:ext cx="4236041" cy="372930"/>
      </dsp:txXfrm>
    </dsp:sp>
    <dsp:sp modelId="{BBF6B87B-38B3-493E-9BDF-E4DDCC4070AC}">
      <dsp:nvSpPr>
        <dsp:cNvPr id="0" name=""/>
        <dsp:cNvSpPr/>
      </dsp:nvSpPr>
      <dsp:spPr>
        <a:xfrm>
          <a:off x="0" y="1887846"/>
          <a:ext cx="6109130" cy="20727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4136" tIns="291592" rIns="474136" bIns="99568" numCol="1" spcCol="1270" anchor="t" anchorCtr="0">
          <a:noAutofit/>
        </a:bodyPr>
        <a:lstStyle/>
        <a:p>
          <a:pPr marL="114300" lvl="1" indent="-114300" algn="l" defTabSz="622300">
            <a:lnSpc>
              <a:spcPct val="90000"/>
            </a:lnSpc>
            <a:spcBef>
              <a:spcPct val="0"/>
            </a:spcBef>
            <a:spcAft>
              <a:spcPct val="15000"/>
            </a:spcAft>
            <a:buChar char="•"/>
          </a:pPr>
          <a:r>
            <a:rPr lang="en-CA" sz="1400" kern="1200"/>
            <a:t>Utilized regex and NLP techniques for adaptable data extraction</a:t>
          </a:r>
          <a:endParaRPr lang="en-US" sz="1400" kern="1200"/>
        </a:p>
        <a:p>
          <a:pPr marL="114300" lvl="1" indent="-114300" algn="l" defTabSz="622300">
            <a:lnSpc>
              <a:spcPct val="90000"/>
            </a:lnSpc>
            <a:spcBef>
              <a:spcPct val="0"/>
            </a:spcBef>
            <a:spcAft>
              <a:spcPct val="15000"/>
            </a:spcAft>
            <a:buChar char="•"/>
          </a:pPr>
          <a:r>
            <a:rPr lang="en-US" sz="1400" kern="1200"/>
            <a:t>Employed fuzzy matching algorithms to align similar skill terms</a:t>
          </a:r>
        </a:p>
        <a:p>
          <a:pPr marL="114300" lvl="1" indent="-114300" algn="l" defTabSz="622300">
            <a:lnSpc>
              <a:spcPct val="90000"/>
            </a:lnSpc>
            <a:spcBef>
              <a:spcPct val="0"/>
            </a:spcBef>
            <a:spcAft>
              <a:spcPct val="15000"/>
            </a:spcAft>
            <a:buChar char="•"/>
          </a:pPr>
          <a:r>
            <a:rPr lang="en-US" sz="1400" kern="1200"/>
            <a:t>Optimized </a:t>
          </a:r>
          <a:r>
            <a:rPr lang="en-US" sz="1400" kern="1200" err="1"/>
            <a:t>vCore</a:t>
          </a:r>
          <a:r>
            <a:rPr lang="en-US" sz="1400" kern="1200"/>
            <a:t> settings and configured budget usage alerts</a:t>
          </a:r>
        </a:p>
        <a:p>
          <a:pPr marL="114300" lvl="1" indent="-114300" algn="l" defTabSz="622300">
            <a:lnSpc>
              <a:spcPct val="90000"/>
            </a:lnSpc>
            <a:spcBef>
              <a:spcPct val="0"/>
            </a:spcBef>
            <a:spcAft>
              <a:spcPct val="15000"/>
            </a:spcAft>
            <a:buChar char="•"/>
          </a:pPr>
          <a:r>
            <a:rPr lang="en-US" sz="1400" kern="1200"/>
            <a:t>Integrated dynamic dropdown filters using Stream lit for better UX</a:t>
          </a:r>
        </a:p>
      </dsp:txBody>
      <dsp:txXfrm>
        <a:off x="0" y="1887846"/>
        <a:ext cx="6109130" cy="2072700"/>
      </dsp:txXfrm>
    </dsp:sp>
    <dsp:sp modelId="{A3FE3F8B-AEE6-43E8-BB8C-DF22C45B3BEF}">
      <dsp:nvSpPr>
        <dsp:cNvPr id="0" name=""/>
        <dsp:cNvSpPr/>
      </dsp:nvSpPr>
      <dsp:spPr>
        <a:xfrm>
          <a:off x="305456" y="1681206"/>
          <a:ext cx="4276391"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637" tIns="0" rIns="161637" bIns="0" numCol="1" spcCol="1270" anchor="ctr" anchorCtr="0">
          <a:noAutofit/>
        </a:bodyPr>
        <a:lstStyle/>
        <a:p>
          <a:pPr marL="0" lvl="0" indent="0" algn="l" defTabSz="622300">
            <a:lnSpc>
              <a:spcPct val="90000"/>
            </a:lnSpc>
            <a:spcBef>
              <a:spcPct val="0"/>
            </a:spcBef>
            <a:spcAft>
              <a:spcPct val="35000"/>
            </a:spcAft>
            <a:buNone/>
          </a:pPr>
          <a:r>
            <a:rPr lang="en-US" sz="1400" b="1" kern="1200"/>
            <a:t>Solutions</a:t>
          </a:r>
        </a:p>
      </dsp:txBody>
      <dsp:txXfrm>
        <a:off x="325631" y="1701381"/>
        <a:ext cx="4236041" cy="37293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19609C-1F27-48E3-A74A-ECAF1F56A8FB}" type="datetimeFigureOut">
              <a:rPr lang="en-CA" smtClean="0"/>
              <a:t>2025-08-11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1BB802-DDB6-49F3-995E-3EC890D5ECC5}" type="slidenum">
              <a:rPr lang="en-CA" smtClean="0"/>
              <a:t>‹#›</a:t>
            </a:fld>
            <a:endParaRPr lang="en-CA"/>
          </a:p>
        </p:txBody>
      </p:sp>
    </p:spTree>
    <p:extLst>
      <p:ext uri="{BB962C8B-B14F-4D97-AF65-F5344CB8AC3E}">
        <p14:creationId xmlns:p14="http://schemas.microsoft.com/office/powerpoint/2010/main" val="2985591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061BB802-DDB6-49F3-995E-3EC890D5ECC5}" type="slidenum">
              <a:rPr lang="en-CA" smtClean="0"/>
              <a:t>1</a:t>
            </a:fld>
            <a:endParaRPr lang="en-CA"/>
          </a:p>
        </p:txBody>
      </p:sp>
    </p:spTree>
    <p:extLst>
      <p:ext uri="{BB962C8B-B14F-4D97-AF65-F5344CB8AC3E}">
        <p14:creationId xmlns:p14="http://schemas.microsoft.com/office/powerpoint/2010/main" val="3034913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061BB802-DDB6-49F3-995E-3EC890D5ECC5}" type="slidenum">
              <a:rPr lang="en-CA" smtClean="0"/>
              <a:t>5</a:t>
            </a:fld>
            <a:endParaRPr lang="en-CA"/>
          </a:p>
        </p:txBody>
      </p:sp>
    </p:spTree>
    <p:extLst>
      <p:ext uri="{BB962C8B-B14F-4D97-AF65-F5344CB8AC3E}">
        <p14:creationId xmlns:p14="http://schemas.microsoft.com/office/powerpoint/2010/main" val="2742597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061BB802-DDB6-49F3-995E-3EC890D5ECC5}" type="slidenum">
              <a:rPr lang="en-CA" smtClean="0"/>
              <a:t>6</a:t>
            </a:fld>
            <a:endParaRPr lang="en-CA"/>
          </a:p>
        </p:txBody>
      </p:sp>
    </p:spTree>
    <p:extLst>
      <p:ext uri="{BB962C8B-B14F-4D97-AF65-F5344CB8AC3E}">
        <p14:creationId xmlns:p14="http://schemas.microsoft.com/office/powerpoint/2010/main" val="2841811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4DC9E-5B7B-152F-BA50-52B8A8B75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91539-A341-1DA4-628B-F0C62A253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106BF6-BBD3-C391-4A33-FC0E48AE03AF}"/>
              </a:ext>
            </a:extLst>
          </p:cNvPr>
          <p:cNvSpPr>
            <a:spLocks noGrp="1"/>
          </p:cNvSpPr>
          <p:nvPr>
            <p:ph type="body" idx="1"/>
          </p:nvPr>
        </p:nvSpPr>
        <p:spPr/>
        <p:txBody>
          <a:bodyPr/>
          <a:lstStyle/>
          <a:p>
            <a:r>
              <a:rPr lang="en-US"/>
              <a:t>“This slide illustrates the overall system architecture and workflow of our Resume Parsing and Matching project, structured around three key folders: Input, Scripts, and Output.</a:t>
            </a:r>
          </a:p>
          <a:p>
            <a:r>
              <a:rPr lang="en-US"/>
              <a:t>On the left, we begin with the </a:t>
            </a:r>
            <a:r>
              <a:rPr lang="en-US" b="1"/>
              <a:t>Input folder</a:t>
            </a:r>
            <a:r>
              <a:rPr lang="en-US"/>
              <a:t>, which holds raw resumes and job descriptions in PDF or DOCX formats. These files are passed into our </a:t>
            </a:r>
            <a:r>
              <a:rPr lang="en-US" b="1"/>
              <a:t>Scripts folder</a:t>
            </a:r>
            <a:r>
              <a:rPr lang="en-US"/>
              <a:t>, where three key modules handle data processing.</a:t>
            </a:r>
          </a:p>
          <a:p>
            <a:endParaRPr lang="en-US"/>
          </a:p>
          <a:p>
            <a:r>
              <a:rPr lang="en-US"/>
              <a:t>resume_parser.py extracts structured information like name, email, skills, and experience from resumes and saves it as parsed_resumes.csv.</a:t>
            </a:r>
          </a:p>
          <a:p>
            <a:endParaRPr lang="en-US"/>
          </a:p>
          <a:p>
            <a:r>
              <a:rPr lang="en-US"/>
              <a:t>job_parser.py reads job descriptions and extracts required skills, saving the results as parsed_job_skills.csv.</a:t>
            </a:r>
          </a:p>
          <a:p>
            <a:endParaRPr lang="en-US"/>
          </a:p>
          <a:p>
            <a:r>
              <a:rPr lang="en-US"/>
              <a:t>matcher.py takes both parsed datasets and calculates a match score between job and resume skills, outputting resume_match_results.csv.</a:t>
            </a:r>
          </a:p>
          <a:p>
            <a:endParaRPr lang="en-US"/>
          </a:p>
          <a:p>
            <a:r>
              <a:rPr lang="en-US"/>
              <a:t>All of these CSVs are stored in the </a:t>
            </a:r>
            <a:r>
              <a:rPr lang="en-US" b="1"/>
              <a:t>Output folder</a:t>
            </a:r>
            <a:r>
              <a:rPr lang="en-US"/>
              <a:t>, and are also uploaded to </a:t>
            </a:r>
            <a:r>
              <a:rPr lang="en-US" b="1"/>
              <a:t>Azure SQL Database</a:t>
            </a:r>
            <a:r>
              <a:rPr lang="en-US"/>
              <a:t> via the main.py orchestrator script, which executes the other three modules in sequence.</a:t>
            </a:r>
          </a:p>
          <a:p>
            <a:r>
              <a:rPr lang="en-US"/>
              <a:t>On the right side, the Azure database feeds into both a </a:t>
            </a:r>
            <a:r>
              <a:rPr lang="en-US" b="1" err="1"/>
              <a:t>Streamlit</a:t>
            </a:r>
            <a:r>
              <a:rPr lang="en-US" b="1"/>
              <a:t> App</a:t>
            </a:r>
            <a:r>
              <a:rPr lang="en-US"/>
              <a:t>—for real-time filtering and resume exploration—and a </a:t>
            </a:r>
            <a:r>
              <a:rPr lang="en-US" b="1"/>
              <a:t>Power BI dashboard</a:t>
            </a:r>
            <a:r>
              <a:rPr lang="en-US"/>
              <a:t> for deeper visual analysis and reporting.</a:t>
            </a:r>
          </a:p>
          <a:p>
            <a:r>
              <a:rPr lang="en-US"/>
              <a:t>This architecture ensures an end-to-end automated pipeline from unstructured input files to an interactive visualization platform."</a:t>
            </a:r>
          </a:p>
          <a:p>
            <a:endParaRPr lang="en-CA"/>
          </a:p>
        </p:txBody>
      </p:sp>
      <p:sp>
        <p:nvSpPr>
          <p:cNvPr id="4" name="Slide Number Placeholder 3">
            <a:extLst>
              <a:ext uri="{FF2B5EF4-FFF2-40B4-BE49-F238E27FC236}">
                <a16:creationId xmlns:a16="http://schemas.microsoft.com/office/drawing/2014/main" id="{264745CC-29CD-E6D5-D2D6-15ADC88D7ABF}"/>
              </a:ext>
            </a:extLst>
          </p:cNvPr>
          <p:cNvSpPr>
            <a:spLocks noGrp="1"/>
          </p:cNvSpPr>
          <p:nvPr>
            <p:ph type="sldNum" sz="quarter" idx="5"/>
          </p:nvPr>
        </p:nvSpPr>
        <p:spPr/>
        <p:txBody>
          <a:bodyPr/>
          <a:lstStyle/>
          <a:p>
            <a:fld id="{061BB802-DDB6-49F3-995E-3EC890D5ECC5}" type="slidenum">
              <a:rPr lang="en-CA" smtClean="0"/>
              <a:t>7</a:t>
            </a:fld>
            <a:endParaRPr lang="en-CA"/>
          </a:p>
        </p:txBody>
      </p:sp>
    </p:spTree>
    <p:extLst>
      <p:ext uri="{BB962C8B-B14F-4D97-AF65-F5344CB8AC3E}">
        <p14:creationId xmlns:p14="http://schemas.microsoft.com/office/powerpoint/2010/main" val="2091217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061BB802-DDB6-49F3-995E-3EC890D5ECC5}" type="slidenum">
              <a:rPr lang="en-CA" smtClean="0"/>
              <a:t>8</a:t>
            </a:fld>
            <a:endParaRPr lang="en-CA"/>
          </a:p>
        </p:txBody>
      </p:sp>
    </p:spTree>
    <p:extLst>
      <p:ext uri="{BB962C8B-B14F-4D97-AF65-F5344CB8AC3E}">
        <p14:creationId xmlns:p14="http://schemas.microsoft.com/office/powerpoint/2010/main" val="2097788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Here is a simple overview of the resume parsing component of the project.</a:t>
            </a:r>
          </a:p>
          <a:p>
            <a:r>
              <a:rPr lang="en-US"/>
              <a:t>•    We start with resume_parser.py, our main script.</a:t>
            </a:r>
          </a:p>
          <a:p>
            <a:r>
              <a:rPr lang="en-US"/>
              <a:t>It begins by loading resumes, typically in PDF or DOCX format.</a:t>
            </a:r>
          </a:p>
          <a:p>
            <a:r>
              <a:rPr lang="en-US" dirty="0"/>
              <a:t> </a:t>
            </a:r>
          </a:p>
          <a:p>
            <a:r>
              <a:rPr lang="en-US"/>
              <a:t>•    The next step is Extracting Information:</a:t>
            </a:r>
          </a:p>
          <a:p>
            <a:r>
              <a:rPr lang="en-US"/>
              <a:t>For structured fields like email and phone numbers, we use regular expressions But for more variable fields like job titles and skills, we apply fuzzy string matching the and custom, rule-based logic to handle real-world inconsistencies in job titles and extract relevant skills accordingly</a:t>
            </a:r>
          </a:p>
          <a:p>
            <a:r>
              <a:rPr lang="en-US" dirty="0"/>
              <a:t> </a:t>
            </a:r>
          </a:p>
          <a:p>
            <a:r>
              <a:rPr lang="en-US"/>
              <a:t>•    Finally, we Save the parsed results in a structured format — specifically into a .csv file </a:t>
            </a:r>
          </a:p>
          <a:p>
            <a:r>
              <a:rPr lang="en-US"/>
              <a:t>This CSV is later used matching resumes to job descriptions.</a:t>
            </a:r>
          </a:p>
          <a:p>
            <a:r>
              <a:rPr lang="en-US"/>
              <a:t>The goal is to convert messy, unstructured resume content into a clean dataset.</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061BB802-DDB6-49F3-995E-3EC890D5ECC5}" type="slidenum">
              <a:rPr lang="en-CA" smtClean="0"/>
              <a:t>9</a:t>
            </a:fld>
            <a:endParaRPr lang="en-CA"/>
          </a:p>
        </p:txBody>
      </p:sp>
    </p:spTree>
    <p:extLst>
      <p:ext uri="{BB962C8B-B14F-4D97-AF65-F5344CB8AC3E}">
        <p14:creationId xmlns:p14="http://schemas.microsoft.com/office/powerpoint/2010/main" val="3377487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used </a:t>
            </a:r>
            <a:r>
              <a:rPr lang="en-US" b="1"/>
              <a:t>fuzzy string matching</a:t>
            </a:r>
            <a:r>
              <a:rPr lang="en-US"/>
              <a:t> to compare resume skills against job requirements. Each skill in the job description had an associated </a:t>
            </a:r>
            <a:r>
              <a:rPr lang="en-US" b="1"/>
              <a:t>weight</a:t>
            </a:r>
            <a:r>
              <a:rPr lang="en-US"/>
              <a:t> to reflect its importance. Our algorithm computed a match score based on the weighted percentage of matched skills. This enabled us to </a:t>
            </a:r>
            <a:r>
              <a:rPr lang="en-US" b="1"/>
              <a:t>rank resumes</a:t>
            </a:r>
            <a:r>
              <a:rPr lang="en-US"/>
              <a:t> for each job based on the score and could help recruiters quickly focus on the most relevant profiles.</a:t>
            </a:r>
            <a:endParaRPr lang="en-CA"/>
          </a:p>
        </p:txBody>
      </p:sp>
      <p:sp>
        <p:nvSpPr>
          <p:cNvPr id="4" name="Slide Number Placeholder 3"/>
          <p:cNvSpPr>
            <a:spLocks noGrp="1"/>
          </p:cNvSpPr>
          <p:nvPr>
            <p:ph type="sldNum" sz="quarter" idx="5"/>
          </p:nvPr>
        </p:nvSpPr>
        <p:spPr/>
        <p:txBody>
          <a:bodyPr/>
          <a:lstStyle/>
          <a:p>
            <a:fld id="{061BB802-DDB6-49F3-995E-3EC890D5ECC5}" type="slidenum">
              <a:rPr lang="en-CA" smtClean="0"/>
              <a:t>11</a:t>
            </a:fld>
            <a:endParaRPr lang="en-CA"/>
          </a:p>
        </p:txBody>
      </p:sp>
    </p:spTree>
    <p:extLst>
      <p:ext uri="{BB962C8B-B14F-4D97-AF65-F5344CB8AC3E}">
        <p14:creationId xmlns:p14="http://schemas.microsoft.com/office/powerpoint/2010/main" val="734040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21176-99A7-FF50-860A-DC588E4637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056CA-9CC4-061B-C76F-6AF7E05C8A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F19143-B41B-CFAF-1922-927D5F1D9605}"/>
              </a:ext>
            </a:extLst>
          </p:cNvPr>
          <p:cNvSpPr>
            <a:spLocks noGrp="1"/>
          </p:cNvSpPr>
          <p:nvPr>
            <p:ph type="body" idx="1"/>
          </p:nvPr>
        </p:nvSpPr>
        <p:spPr/>
        <p:txBody>
          <a:bodyPr/>
          <a:lstStyle/>
          <a:p>
            <a:r>
              <a:rPr lang="en-US"/>
              <a:t>“This slide illustrates the logic and flow behind our </a:t>
            </a:r>
            <a:r>
              <a:rPr lang="en-US" b="1"/>
              <a:t>skill matching engine</a:t>
            </a:r>
            <a:r>
              <a:rPr lang="en-US"/>
              <a:t>.</a:t>
            </a:r>
          </a:p>
          <a:p>
            <a:r>
              <a:rPr lang="en-US"/>
              <a:t>On the right side, the flowchart breaks down the automated process. We first load </a:t>
            </a:r>
            <a:r>
              <a:rPr lang="en-US" b="1"/>
              <a:t>parsed job skills</a:t>
            </a:r>
            <a:r>
              <a:rPr lang="en-US"/>
              <a:t> and </a:t>
            </a:r>
            <a:r>
              <a:rPr lang="en-US" b="1"/>
              <a:t>resume skills</a:t>
            </a:r>
            <a:r>
              <a:rPr lang="en-US"/>
              <a:t>, which have been extracted and saved as structured CSV files in earlier steps.</a:t>
            </a:r>
          </a:p>
          <a:p>
            <a:endParaRPr lang="en-US"/>
          </a:p>
          <a:p>
            <a:r>
              <a:rPr lang="en-US"/>
              <a:t>The matching logic then compares each job skill with each resume skill using </a:t>
            </a:r>
            <a:r>
              <a:rPr lang="en-US" b="1"/>
              <a:t>fuzzy string matching</a:t>
            </a:r>
            <a:r>
              <a:rPr lang="en-US"/>
              <a:t>, allowing for flexible matches even when there's variation in wording. We keep track of which skills match and which are missing.</a:t>
            </a:r>
          </a:p>
          <a:p>
            <a:endParaRPr lang="en-US"/>
          </a:p>
          <a:p>
            <a:r>
              <a:rPr lang="en-US"/>
              <a:t>Based on the weight of the matched job skills, we calculate a </a:t>
            </a:r>
            <a:r>
              <a:rPr lang="en-US" b="1"/>
              <a:t>match percentage score</a:t>
            </a:r>
            <a:r>
              <a:rPr lang="en-US"/>
              <a:t> for each resume-job pair. This score reflects how well the candidate aligns with the job requirements.</a:t>
            </a:r>
          </a:p>
          <a:p>
            <a:endParaRPr lang="en-US"/>
          </a:p>
          <a:p>
            <a:r>
              <a:rPr lang="en-US"/>
              <a:t>Finally, we save the results — including match scores, matched and missing skills — into resume_match_results.csv.</a:t>
            </a:r>
          </a:p>
          <a:p>
            <a:endParaRPr lang="en-US"/>
          </a:p>
          <a:p>
            <a:r>
              <a:rPr lang="en-US"/>
              <a:t>This approach enables recruiters to </a:t>
            </a:r>
            <a:r>
              <a:rPr lang="en-US" b="1"/>
              <a:t>quickly identify top-aligned profiles</a:t>
            </a:r>
            <a:r>
              <a:rPr lang="en-US"/>
              <a:t> by rank, greatly reducing manual screening time and improving accuracy in candidate selection.”</a:t>
            </a:r>
          </a:p>
        </p:txBody>
      </p:sp>
      <p:sp>
        <p:nvSpPr>
          <p:cNvPr id="4" name="Slide Number Placeholder 3">
            <a:extLst>
              <a:ext uri="{FF2B5EF4-FFF2-40B4-BE49-F238E27FC236}">
                <a16:creationId xmlns:a16="http://schemas.microsoft.com/office/drawing/2014/main" id="{CB828896-410C-9E45-C16E-1E9B246C7A4D}"/>
              </a:ext>
            </a:extLst>
          </p:cNvPr>
          <p:cNvSpPr>
            <a:spLocks noGrp="1"/>
          </p:cNvSpPr>
          <p:nvPr>
            <p:ph type="sldNum" sz="quarter" idx="5"/>
          </p:nvPr>
        </p:nvSpPr>
        <p:spPr/>
        <p:txBody>
          <a:bodyPr/>
          <a:lstStyle/>
          <a:p>
            <a:fld id="{061BB802-DDB6-49F3-995E-3EC890D5ECC5}" type="slidenum">
              <a:rPr lang="en-CA" smtClean="0"/>
              <a:t>12</a:t>
            </a:fld>
            <a:endParaRPr lang="en-CA"/>
          </a:p>
        </p:txBody>
      </p:sp>
    </p:spTree>
    <p:extLst>
      <p:ext uri="{BB962C8B-B14F-4D97-AF65-F5344CB8AC3E}">
        <p14:creationId xmlns:p14="http://schemas.microsoft.com/office/powerpoint/2010/main" val="3295574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how we handled data storage and integrated it with downstream applications for access and visualization.</a:t>
            </a:r>
          </a:p>
          <a:p>
            <a:endParaRPr lang="en-US"/>
          </a:p>
          <a:p>
            <a:r>
              <a:rPr lang="en-US"/>
              <a:t>On the right, we can see the </a:t>
            </a:r>
            <a:r>
              <a:rPr lang="en-US" b="1"/>
              <a:t>automated data pipeline</a:t>
            </a:r>
            <a:r>
              <a:rPr lang="en-US"/>
              <a:t> managed by the main.py script. It runs all three core modules — the resume parser, job parser, and matcher — and then connects to our </a:t>
            </a:r>
            <a:r>
              <a:rPr lang="en-US" b="1"/>
              <a:t>Azure SQL Database</a:t>
            </a:r>
            <a:r>
              <a:rPr lang="en-US"/>
              <a:t>.</a:t>
            </a:r>
          </a:p>
          <a:p>
            <a:r>
              <a:rPr lang="en-US"/>
              <a:t>Once connected, it checks and creates required tables if they don’t already exist. Then, it loads the parsed CSV files: resumes, job descriptions, and match scores — ensuring that all structured data is centralized in the database.</a:t>
            </a:r>
          </a:p>
          <a:p>
            <a:endParaRPr lang="en-US"/>
          </a:p>
          <a:p>
            <a:r>
              <a:rPr lang="en-US"/>
              <a:t>The </a:t>
            </a:r>
            <a:r>
              <a:rPr lang="en-US" b="1" err="1"/>
              <a:t>Streamlit</a:t>
            </a:r>
            <a:r>
              <a:rPr lang="en-US" b="1"/>
              <a:t> app</a:t>
            </a:r>
            <a:r>
              <a:rPr lang="en-US"/>
              <a:t> is connected to the Azure SQL DB with </a:t>
            </a:r>
            <a:r>
              <a:rPr lang="en-US" b="1" err="1"/>
              <a:t>autorefresh</a:t>
            </a:r>
            <a:r>
              <a:rPr lang="en-US" b="1"/>
              <a:t> functionality</a:t>
            </a:r>
            <a:r>
              <a:rPr lang="en-US"/>
              <a:t>, which enables real-time updates to be reflected in the UI.</a:t>
            </a:r>
          </a:p>
          <a:p>
            <a:r>
              <a:rPr lang="en-US"/>
              <a:t>we connected the same database to </a:t>
            </a:r>
            <a:r>
              <a:rPr lang="en-US" b="1"/>
              <a:t>Power BI</a:t>
            </a:r>
            <a:r>
              <a:rPr lang="en-US"/>
              <a:t>, allowing us to create dynamic dashboards and perform in-depth visual analysis of resume-job alignment scores.</a:t>
            </a:r>
          </a:p>
          <a:p>
            <a:r>
              <a:rPr lang="en-US"/>
              <a:t>Overall, this setup ensures that both technical and non-technical users can access the most up-to-date data in a centralized, scalable, and user-friendly manner.”</a:t>
            </a:r>
          </a:p>
          <a:p>
            <a:endParaRPr lang="en-CA"/>
          </a:p>
        </p:txBody>
      </p:sp>
      <p:sp>
        <p:nvSpPr>
          <p:cNvPr id="4" name="Slide Number Placeholder 3"/>
          <p:cNvSpPr>
            <a:spLocks noGrp="1"/>
          </p:cNvSpPr>
          <p:nvPr>
            <p:ph type="sldNum" sz="quarter" idx="5"/>
          </p:nvPr>
        </p:nvSpPr>
        <p:spPr/>
        <p:txBody>
          <a:bodyPr/>
          <a:lstStyle/>
          <a:p>
            <a:fld id="{061BB802-DDB6-49F3-995E-3EC890D5ECC5}" type="slidenum">
              <a:rPr lang="en-CA" smtClean="0"/>
              <a:t>13</a:t>
            </a:fld>
            <a:endParaRPr lang="en-CA"/>
          </a:p>
        </p:txBody>
      </p:sp>
    </p:spTree>
    <p:extLst>
      <p:ext uri="{BB962C8B-B14F-4D97-AF65-F5344CB8AC3E}">
        <p14:creationId xmlns:p14="http://schemas.microsoft.com/office/powerpoint/2010/main" val="1293463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showcases the design and functionality of the </a:t>
            </a:r>
            <a:r>
              <a:rPr lang="en-US" b="1" err="1"/>
              <a:t>Streamlit</a:t>
            </a:r>
            <a:r>
              <a:rPr lang="en-US" b="1"/>
              <a:t> web application</a:t>
            </a:r>
            <a:r>
              <a:rPr lang="en-US"/>
              <a:t> that we built as the user-facing layer of our project.</a:t>
            </a:r>
          </a:p>
          <a:p>
            <a:r>
              <a:rPr lang="en-US"/>
              <a:t>The goal was to ensure that even </a:t>
            </a:r>
            <a:r>
              <a:rPr lang="en-US" b="1"/>
              <a:t>non-technical users</a:t>
            </a:r>
            <a:r>
              <a:rPr lang="en-US"/>
              <a:t>—like recruiters or hiring managers—could interact with the system easily.</a:t>
            </a:r>
          </a:p>
          <a:p>
            <a:r>
              <a:rPr lang="en-US"/>
              <a:t>First, the app allows users to </a:t>
            </a:r>
            <a:r>
              <a:rPr lang="en-US" b="1"/>
              <a:t>upload resumes</a:t>
            </a:r>
            <a:r>
              <a:rPr lang="en-US"/>
              <a:t> and instantly run skill matching without needing to understand the backend.</a:t>
            </a:r>
          </a:p>
          <a:p>
            <a:r>
              <a:rPr lang="en-CA"/>
              <a:t>I will quickly give you the demo of how to use this app</a:t>
            </a:r>
          </a:p>
        </p:txBody>
      </p:sp>
      <p:sp>
        <p:nvSpPr>
          <p:cNvPr id="4" name="Slide Number Placeholder 3"/>
          <p:cNvSpPr>
            <a:spLocks noGrp="1"/>
          </p:cNvSpPr>
          <p:nvPr>
            <p:ph type="sldNum" sz="quarter" idx="5"/>
          </p:nvPr>
        </p:nvSpPr>
        <p:spPr/>
        <p:txBody>
          <a:bodyPr/>
          <a:lstStyle/>
          <a:p>
            <a:fld id="{061BB802-DDB6-49F3-995E-3EC890D5ECC5}" type="slidenum">
              <a:rPr lang="en-CA" smtClean="0"/>
              <a:t>14</a:t>
            </a:fld>
            <a:endParaRPr lang="en-CA"/>
          </a:p>
        </p:txBody>
      </p:sp>
    </p:spTree>
    <p:extLst>
      <p:ext uri="{BB962C8B-B14F-4D97-AF65-F5344CB8AC3E}">
        <p14:creationId xmlns:p14="http://schemas.microsoft.com/office/powerpoint/2010/main" val="1909423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To </a:t>
            </a:r>
            <a:r>
              <a:rPr lang="en-US" b="1"/>
              <a:t>support both English and French-speaking users</a:t>
            </a:r>
            <a:r>
              <a:rPr lang="en-US"/>
              <a:t>, we enabled multilingual functionality in Power BI. </a:t>
            </a:r>
          </a:p>
          <a:p>
            <a:pPr marL="171450" indent="-171450">
              <a:buFont typeface="Arial"/>
              <a:buChar char="•"/>
            </a:pPr>
            <a:endParaRPr lang="en-US" dirty="0"/>
          </a:p>
          <a:p>
            <a:pPr marL="171450" indent="-171450">
              <a:buFont typeface="Arial"/>
              <a:buChar char="•"/>
            </a:pPr>
            <a:r>
              <a:rPr lang="en-US"/>
              <a:t>The reason why we decided to implement this feature was to give the users the ability </a:t>
            </a:r>
            <a:r>
              <a:rPr lang="en-US" b="1"/>
              <a:t>to interact with our  dashboard in their preferred language and make it more accessible and user friendly."</a:t>
            </a:r>
          </a:p>
          <a:p>
            <a:pPr marL="171450" indent="-171450">
              <a:buFont typeface="Arial"/>
              <a:buChar char="•"/>
            </a:pPr>
            <a:endParaRPr lang="en-US" b="1" dirty="0"/>
          </a:p>
          <a:p>
            <a:pPr marL="171450" indent="-171450">
              <a:buFont typeface="Arial"/>
              <a:buChar char="•"/>
            </a:pPr>
            <a:r>
              <a:rPr lang="en-US"/>
              <a:t>We used </a:t>
            </a:r>
            <a:r>
              <a:rPr lang="en-US" b="1"/>
              <a:t>Azure Translator via Pyhon code to automatically translate</a:t>
            </a:r>
            <a:r>
              <a:rPr lang="en-US"/>
              <a:t> important resume and job fields.These translations were saved as new columns like job_title_French and skills_French directly in our Azure SQL Database.</a:t>
            </a:r>
          </a:p>
          <a:p>
            <a:pPr marL="171450" indent="-171450">
              <a:buFont typeface="Arial"/>
              <a:buChar char="•"/>
            </a:pPr>
            <a:endParaRPr lang="en-US" dirty="0"/>
          </a:p>
          <a:p>
            <a:pPr marL="171450" indent="-171450">
              <a:buFont typeface="Arial"/>
              <a:buChar char="•"/>
            </a:pPr>
            <a:r>
              <a:rPr lang="en-US"/>
              <a:t>Power BI was then</a:t>
            </a:r>
            <a:r>
              <a:rPr lang="en-US" b="1"/>
              <a:t> configured to have language specific pages</a:t>
            </a:r>
            <a:r>
              <a:rPr lang="en-US"/>
              <a:t> based on the selected language. </a:t>
            </a:r>
          </a:p>
          <a:p>
            <a:pPr marL="171450" indent="-171450">
              <a:buFont typeface="Arial"/>
              <a:buChar char="•"/>
            </a:pPr>
            <a:r>
              <a:rPr lang="en-US"/>
              <a:t>In the next slide I will tell you more how we were able to successfully implement translations in our power bi</a:t>
            </a:r>
          </a:p>
          <a:p>
            <a:pPr marL="171450" indent="-171450">
              <a:buFont typeface="Arial"/>
              <a:buChar char="•"/>
            </a:pP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061BB802-DDB6-49F3-995E-3EC890D5ECC5}" type="slidenum">
              <a:rPr lang="en-CA" smtClean="0"/>
              <a:t>18</a:t>
            </a:fld>
            <a:endParaRPr lang="en-CA"/>
          </a:p>
        </p:txBody>
      </p:sp>
    </p:spTree>
    <p:extLst>
      <p:ext uri="{BB962C8B-B14F-4D97-AF65-F5344CB8AC3E}">
        <p14:creationId xmlns:p14="http://schemas.microsoft.com/office/powerpoint/2010/main" val="634491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CA"/>
              <a:t>We used combination of features in Power BI to implement multilingual reporting </a:t>
            </a:r>
            <a:endParaRPr lang="en-US"/>
          </a:p>
          <a:p>
            <a:pPr marL="171450" indent="-171450">
              <a:buFont typeface="Arial"/>
              <a:buChar char="•"/>
            </a:pPr>
            <a:r>
              <a:rPr lang="en-CA"/>
              <a:t>First, we used the</a:t>
            </a:r>
            <a:r>
              <a:rPr lang="en-CA" b="1"/>
              <a:t> Translations Builder tool to manage all label and column name/</a:t>
            </a:r>
            <a:r>
              <a:rPr lang="en-CA"/>
              <a:t>measure name translations.</a:t>
            </a:r>
          </a:p>
          <a:p>
            <a:pPr marL="171450" indent="-171450">
              <a:buFont typeface="Arial"/>
              <a:buChar char="•"/>
            </a:pPr>
            <a:endParaRPr lang="en-CA" dirty="0"/>
          </a:p>
          <a:p>
            <a:pPr marL="171450" indent="-171450">
              <a:buFont typeface="Arial"/>
              <a:buChar char="•"/>
            </a:pPr>
            <a:r>
              <a:rPr lang="en-CA"/>
              <a:t>The</a:t>
            </a:r>
            <a:r>
              <a:rPr lang="en-CA" b="1"/>
              <a:t> Azure Translator API was integrated into the tool to automate the translation these labels in the translator builders,</a:t>
            </a:r>
            <a:r>
              <a:rPr lang="en-CA"/>
              <a:t> not all of the automated translations were successful and had to be translated manually for example field name job_ underscore title would not be properly translated.</a:t>
            </a:r>
          </a:p>
          <a:p>
            <a:pPr marL="171450" indent="-171450">
              <a:buFont typeface="Arial"/>
              <a:buChar char="•"/>
            </a:pPr>
            <a:endParaRPr lang="en-CA" dirty="0"/>
          </a:p>
          <a:p>
            <a:pPr marL="171450" indent="-171450">
              <a:buFont typeface="Arial"/>
              <a:buChar char="•"/>
            </a:pPr>
            <a:r>
              <a:rPr lang="en-CA"/>
              <a:t>In order to implement the translated data from the database we u</a:t>
            </a:r>
            <a:r>
              <a:rPr lang="en-CA" b="1"/>
              <a:t>sed Field Parameters to control dynamic visuals and labels.</a:t>
            </a:r>
          </a:p>
          <a:p>
            <a:pPr marL="171450" indent="-171450">
              <a:buFont typeface="Arial"/>
              <a:buChar char="•"/>
            </a:pPr>
            <a:r>
              <a:rPr lang="en-CA"/>
              <a:t>A </a:t>
            </a:r>
            <a:r>
              <a:rPr lang="en-CA" b="1"/>
              <a:t>Languages table was created specifically in Power bi </a:t>
            </a:r>
            <a:r>
              <a:rPr lang="en-CA"/>
              <a:t> helped us filter content based on the selected language.</a:t>
            </a:r>
          </a:p>
          <a:p>
            <a:pPr marL="171450" indent="-171450">
              <a:buFont typeface="Arial"/>
              <a:buChar char="•"/>
            </a:pPr>
            <a:endParaRPr lang="en-CA" dirty="0"/>
          </a:p>
          <a:p>
            <a:pPr marL="171450" indent="-171450">
              <a:buFont typeface="Arial"/>
              <a:buChar char="•"/>
            </a:pPr>
            <a:r>
              <a:rPr lang="en-CA"/>
              <a:t>We </a:t>
            </a:r>
            <a:r>
              <a:rPr lang="en-CA" b="1"/>
              <a:t>kept English and French pages in one file during the developmen</a:t>
            </a:r>
            <a:r>
              <a:rPr lang="en-CA"/>
              <a:t>t, the reason for it is to make necessary changes easier tand quicker o maintain for both language dashboards. </a:t>
            </a:r>
          </a:p>
          <a:p>
            <a:r>
              <a:rPr lang="en-CA"/>
              <a:t>Only when we were done with development we used </a:t>
            </a:r>
            <a:r>
              <a:rPr lang="en-CA" b="1"/>
              <a:t>Hide Page feature which allowed us to keep language-specific pages hidden and save as two separate files </a:t>
            </a:r>
            <a:r>
              <a:rPr lang="en-CA"/>
              <a:t>to publish them on Power bi service. </a:t>
            </a:r>
          </a:p>
          <a:p>
            <a:endParaRPr lang="en-CA" dirty="0"/>
          </a:p>
        </p:txBody>
      </p:sp>
      <p:sp>
        <p:nvSpPr>
          <p:cNvPr id="4" name="Slide Number Placeholder 3"/>
          <p:cNvSpPr>
            <a:spLocks noGrp="1"/>
          </p:cNvSpPr>
          <p:nvPr>
            <p:ph type="sldNum" sz="quarter" idx="5"/>
          </p:nvPr>
        </p:nvSpPr>
        <p:spPr/>
        <p:txBody>
          <a:bodyPr/>
          <a:lstStyle/>
          <a:p>
            <a:fld id="{061BB802-DDB6-49F3-995E-3EC890D5ECC5}" type="slidenum">
              <a:rPr lang="en-CA" smtClean="0"/>
              <a:t>19</a:t>
            </a:fld>
            <a:endParaRPr lang="en-CA"/>
          </a:p>
        </p:txBody>
      </p:sp>
    </p:spTree>
    <p:extLst>
      <p:ext uri="{BB962C8B-B14F-4D97-AF65-F5344CB8AC3E}">
        <p14:creationId xmlns:p14="http://schemas.microsoft.com/office/powerpoint/2010/main" val="1681428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061BB802-DDB6-49F3-995E-3EC890D5ECC5}" type="slidenum">
              <a:rPr lang="en-CA" smtClean="0"/>
              <a:t>21</a:t>
            </a:fld>
            <a:endParaRPr lang="en-CA"/>
          </a:p>
        </p:txBody>
      </p:sp>
    </p:spTree>
    <p:extLst>
      <p:ext uri="{BB962C8B-B14F-4D97-AF65-F5344CB8AC3E}">
        <p14:creationId xmlns:p14="http://schemas.microsoft.com/office/powerpoint/2010/main" val="1726386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D7368D-31D9-8101-473D-CD39E706FD22}"/>
              </a:ext>
              <a:ext uri="{C183D7F6-B498-43B3-948B-1728B52AA6E4}">
                <adec:decorative xmlns:adec="http://schemas.microsoft.com/office/drawing/2017/decorative" val="1"/>
              </a:ext>
            </a:extLst>
          </p:cNvPr>
          <p:cNvSpPr/>
          <p:nvPr/>
        </p:nvSpPr>
        <p:spPr>
          <a:xfrm>
            <a:off x="5796401" y="3378954"/>
            <a:ext cx="6394567" cy="3479046"/>
          </a:xfrm>
          <a:custGeom>
            <a:avLst/>
            <a:gdLst>
              <a:gd name="connsiteX0" fmla="*/ 5171297 w 6394567"/>
              <a:gd name="connsiteY0" fmla="*/ 284 h 3479046"/>
              <a:gd name="connsiteX1" fmla="*/ 6394290 w 6394567"/>
              <a:gd name="connsiteY1" fmla="*/ 430072 h 3479046"/>
              <a:gd name="connsiteX2" fmla="*/ 6394567 w 6394567"/>
              <a:gd name="connsiteY2" fmla="*/ 430316 h 3479046"/>
              <a:gd name="connsiteX3" fmla="*/ 6394567 w 6394567"/>
              <a:gd name="connsiteY3" fmla="*/ 3479046 h 3479046"/>
              <a:gd name="connsiteX4" fmla="*/ 0 w 6394567"/>
              <a:gd name="connsiteY4" fmla="*/ 3479046 h 3479046"/>
              <a:gd name="connsiteX5" fmla="*/ 3916974 w 6394567"/>
              <a:gd name="connsiteY5" fmla="*/ 405504 h 3479046"/>
              <a:gd name="connsiteX6" fmla="*/ 3959456 w 6394567"/>
              <a:gd name="connsiteY6" fmla="*/ 373857 h 3479046"/>
              <a:gd name="connsiteX7" fmla="*/ 5052215 w 6394567"/>
              <a:gd name="connsiteY7" fmla="*/ 1756 h 3479046"/>
              <a:gd name="connsiteX8" fmla="*/ 5171297 w 6394567"/>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94567" h="3479046">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39000">
                <a:schemeClr val="bg2"/>
              </a:gs>
              <a:gs pos="100000">
                <a:schemeClr val="accent1">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FF32C74-82F4-2A29-889B-EF23CEE6AA4F}"/>
              </a:ext>
            </a:extLst>
          </p:cNvPr>
          <p:cNvSpPr>
            <a:spLocks noGrp="1"/>
          </p:cNvSpPr>
          <p:nvPr>
            <p:ph type="ctrTitle"/>
          </p:nvPr>
        </p:nvSpPr>
        <p:spPr>
          <a:xfrm>
            <a:off x="1066801" y="1122363"/>
            <a:ext cx="6211185" cy="2305246"/>
          </a:xfrm>
        </p:spPr>
        <p:txBody>
          <a:bodyPr anchor="b">
            <a:normAutofit/>
          </a:bodyPr>
          <a:lstStyle>
            <a:lvl1pPr algn="l">
              <a:lnSpc>
                <a:spcPct val="100000"/>
              </a:lnSpc>
              <a:defRPr sz="3600"/>
            </a:lvl1pPr>
          </a:lstStyle>
          <a:p>
            <a:r>
              <a:rPr lang="en-US"/>
              <a:t>Click to edit Master title style</a:t>
            </a:r>
          </a:p>
        </p:txBody>
      </p:sp>
      <p:sp>
        <p:nvSpPr>
          <p:cNvPr id="3" name="Subtitle 2">
            <a:extLst>
              <a:ext uri="{FF2B5EF4-FFF2-40B4-BE49-F238E27FC236}">
                <a16:creationId xmlns:a16="http://schemas.microsoft.com/office/drawing/2014/main" id="{74ACADD6-278F-604C-8A38-BBBAFC6754E8}"/>
              </a:ext>
            </a:extLst>
          </p:cNvPr>
          <p:cNvSpPr>
            <a:spLocks noGrp="1"/>
          </p:cNvSpPr>
          <p:nvPr>
            <p:ph type="subTitle" idx="1"/>
          </p:nvPr>
        </p:nvSpPr>
        <p:spPr>
          <a:xfrm>
            <a:off x="1066802" y="3549048"/>
            <a:ext cx="5029198" cy="1956278"/>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43946B-3F5A-C916-B62B-8D5938EA8285}"/>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5" name="Footer Placeholder 4">
            <a:extLst>
              <a:ext uri="{FF2B5EF4-FFF2-40B4-BE49-F238E27FC236}">
                <a16:creationId xmlns:a16="http://schemas.microsoft.com/office/drawing/2014/main" id="{5986539F-2DB8-FCDA-C884-9C3CD29B8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AA7B3-5D3B-D493-8F6F-1FEBB8576D62}"/>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5772236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4769-9A55-AF9B-4CE4-DFA07E711C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45D9E-DBB4-B890-88D5-B4C03599EC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15260-1C0B-A965-3114-D7C40D18BDF4}"/>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5" name="Footer Placeholder 4">
            <a:extLst>
              <a:ext uri="{FF2B5EF4-FFF2-40B4-BE49-F238E27FC236}">
                <a16:creationId xmlns:a16="http://schemas.microsoft.com/office/drawing/2014/main" id="{19AAF4D1-0334-3F24-69B4-06C7BD742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BA76D-3B8B-429D-9B32-54D6A6297C0A}"/>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2355160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8D9C414-4A2F-78AF-ED60-6130D4C563B3}"/>
              </a:ext>
            </a:extLst>
          </p:cNvPr>
          <p:cNvSpPr/>
          <p:nvPr/>
        </p:nvSpPr>
        <p:spPr>
          <a:xfrm>
            <a:off x="6284115" y="3378954"/>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23000">
                <a:schemeClr val="bg2"/>
              </a:gs>
              <a:gs pos="100000">
                <a:schemeClr val="accent1">
                  <a:lumMod val="60000"/>
                  <a:lumOff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13410AE4-7FC7-589E-B6D3-0DA7B5FC5CE3}"/>
              </a:ext>
            </a:extLst>
          </p:cNvPr>
          <p:cNvSpPr/>
          <p:nvPr/>
        </p:nvSpPr>
        <p:spPr>
          <a:xfrm flipH="1" flipV="1">
            <a:off x="0" y="0"/>
            <a:ext cx="2923855" cy="1479128"/>
          </a:xfrm>
          <a:custGeom>
            <a:avLst/>
            <a:gdLst>
              <a:gd name="connsiteX0" fmla="*/ 2923855 w 2923855"/>
              <a:gd name="connsiteY0" fmla="*/ 1479128 h 1479128"/>
              <a:gd name="connsiteX1" fmla="*/ 0 w 2923855"/>
              <a:gd name="connsiteY1" fmla="*/ 1479128 h 1479128"/>
              <a:gd name="connsiteX2" fmla="*/ 1368245 w 2923855"/>
              <a:gd name="connsiteY2" fmla="*/ 405504 h 1479128"/>
              <a:gd name="connsiteX3" fmla="*/ 1410727 w 2923855"/>
              <a:gd name="connsiteY3" fmla="*/ 373857 h 1479128"/>
              <a:gd name="connsiteX4" fmla="*/ 2503486 w 2923855"/>
              <a:gd name="connsiteY4" fmla="*/ 1756 h 1479128"/>
              <a:gd name="connsiteX5" fmla="*/ 2622568 w 2923855"/>
              <a:gd name="connsiteY5" fmla="*/ 284 h 1479128"/>
              <a:gd name="connsiteX6" fmla="*/ 2785835 w 2923855"/>
              <a:gd name="connsiteY6" fmla="*/ 9494 h 1479128"/>
              <a:gd name="connsiteX7" fmla="*/ 2923855 w 2923855"/>
              <a:gd name="connsiteY7" fmla="*/ 28352 h 147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3855" h="1479128">
                <a:moveTo>
                  <a:pt x="2923855" y="1479128"/>
                </a:moveTo>
                <a:lnTo>
                  <a:pt x="0" y="1479128"/>
                </a:lnTo>
                <a:lnTo>
                  <a:pt x="1368245" y="405504"/>
                </a:lnTo>
                <a:lnTo>
                  <a:pt x="1410727" y="373857"/>
                </a:lnTo>
                <a:cubicBezTo>
                  <a:pt x="1742357" y="139664"/>
                  <a:pt x="2122368" y="17528"/>
                  <a:pt x="2503486" y="1756"/>
                </a:cubicBezTo>
                <a:cubicBezTo>
                  <a:pt x="2543187" y="114"/>
                  <a:pt x="2582898" y="-375"/>
                  <a:pt x="2622568" y="284"/>
                </a:cubicBezTo>
                <a:cubicBezTo>
                  <a:pt x="2677115" y="1190"/>
                  <a:pt x="2731584" y="4266"/>
                  <a:pt x="2785835" y="9494"/>
                </a:cubicBezTo>
                <a:lnTo>
                  <a:pt x="2923855" y="28352"/>
                </a:lnTo>
                <a:close/>
              </a:path>
            </a:pathLst>
          </a:custGeom>
          <a:gradFill>
            <a:gsLst>
              <a:gs pos="33000">
                <a:schemeClr val="bg2"/>
              </a:gs>
              <a:gs pos="100000">
                <a:schemeClr val="accent1">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B381CBD-08D9-3C9A-7620-24F2D6404893}"/>
              </a:ext>
            </a:extLst>
          </p:cNvPr>
          <p:cNvSpPr>
            <a:spLocks noGrp="1"/>
          </p:cNvSpPr>
          <p:nvPr>
            <p:ph type="title"/>
          </p:nvPr>
        </p:nvSpPr>
        <p:spPr>
          <a:xfrm>
            <a:off x="1066800" y="1709738"/>
            <a:ext cx="6455434" cy="29812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AED5AE2B-1716-CEEC-73F8-E81F59192562}"/>
              </a:ext>
            </a:extLst>
          </p:cNvPr>
          <p:cNvSpPr>
            <a:spLocks noGrp="1"/>
          </p:cNvSpPr>
          <p:nvPr>
            <p:ph type="body" idx="1"/>
          </p:nvPr>
        </p:nvSpPr>
        <p:spPr>
          <a:xfrm>
            <a:off x="1066800" y="4759252"/>
            <a:ext cx="5397260" cy="955748"/>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F3052-6EE8-979F-04FB-1B8DF81F29B9}"/>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5" name="Footer Placeholder 4">
            <a:extLst>
              <a:ext uri="{FF2B5EF4-FFF2-40B4-BE49-F238E27FC236}">
                <a16:creationId xmlns:a16="http://schemas.microsoft.com/office/drawing/2014/main" id="{7D986285-161A-6869-27C2-0A159C234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7ED64F-5DAB-238D-C34A-1DCCB12221D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8000635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84D0-7460-7B08-F1EE-96EABE40212A}"/>
              </a:ext>
            </a:extLst>
          </p:cNvPr>
          <p:cNvSpPr>
            <a:spLocks noGrp="1"/>
          </p:cNvSpPr>
          <p:nvPr>
            <p:ph type="title"/>
          </p:nvPr>
        </p:nvSpPr>
        <p:spPr>
          <a:xfrm>
            <a:off x="1066799" y="936841"/>
            <a:ext cx="10092477" cy="95366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780B7F9-8ECB-7079-A11E-51D3903E2B1A}"/>
              </a:ext>
            </a:extLst>
          </p:cNvPr>
          <p:cNvSpPr>
            <a:spLocks noGrp="1"/>
          </p:cNvSpPr>
          <p:nvPr>
            <p:ph sz="half" idx="1"/>
          </p:nvPr>
        </p:nvSpPr>
        <p:spPr>
          <a:xfrm>
            <a:off x="1066800"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E97161-CAF5-CA48-D814-7ACD43AB99E1}"/>
              </a:ext>
            </a:extLst>
          </p:cNvPr>
          <p:cNvSpPr>
            <a:spLocks noGrp="1"/>
          </p:cNvSpPr>
          <p:nvPr>
            <p:ph sz="half" idx="2"/>
          </p:nvPr>
        </p:nvSpPr>
        <p:spPr>
          <a:xfrm>
            <a:off x="6349795"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3BD680-4E7A-5155-3CAE-6BD44EE8BA83}"/>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6" name="Footer Placeholder 5">
            <a:extLst>
              <a:ext uri="{FF2B5EF4-FFF2-40B4-BE49-F238E27FC236}">
                <a16:creationId xmlns:a16="http://schemas.microsoft.com/office/drawing/2014/main" id="{4F6A152D-EFF2-B3AA-3F25-14E113673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BD6032-FD7A-BFFD-9BE5-48EDBEFBD147}"/>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6185293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7F4D-4855-340E-03F3-4860885EC671}"/>
              </a:ext>
            </a:extLst>
          </p:cNvPr>
          <p:cNvSpPr>
            <a:spLocks noGrp="1"/>
          </p:cNvSpPr>
          <p:nvPr>
            <p:ph type="title"/>
          </p:nvPr>
        </p:nvSpPr>
        <p:spPr>
          <a:xfrm>
            <a:off x="1066800" y="963283"/>
            <a:ext cx="10096500" cy="916004"/>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CEB472-7426-C288-B5F6-0A1232DCED65}"/>
              </a:ext>
            </a:extLst>
          </p:cNvPr>
          <p:cNvSpPr>
            <a:spLocks noGrp="1"/>
          </p:cNvSpPr>
          <p:nvPr>
            <p:ph type="body" idx="1"/>
          </p:nvPr>
        </p:nvSpPr>
        <p:spPr>
          <a:xfrm>
            <a:off x="1066801" y="1879287"/>
            <a:ext cx="4739628"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194F9C-B6FA-97C3-F618-0CF956CB53B2}"/>
              </a:ext>
            </a:extLst>
          </p:cNvPr>
          <p:cNvSpPr>
            <a:spLocks noGrp="1"/>
          </p:cNvSpPr>
          <p:nvPr>
            <p:ph sz="half" idx="2"/>
          </p:nvPr>
        </p:nvSpPr>
        <p:spPr>
          <a:xfrm>
            <a:off x="1066801" y="2505075"/>
            <a:ext cx="4739628"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F5665C-7910-AFA2-350F-42C06ED5AF47}"/>
              </a:ext>
            </a:extLst>
          </p:cNvPr>
          <p:cNvSpPr>
            <a:spLocks noGrp="1"/>
          </p:cNvSpPr>
          <p:nvPr>
            <p:ph type="body" sz="quarter" idx="3"/>
          </p:nvPr>
        </p:nvSpPr>
        <p:spPr>
          <a:xfrm>
            <a:off x="6400330" y="1879287"/>
            <a:ext cx="4762970"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1352E-1DE0-F0CD-6F81-1D8FF59C2B0D}"/>
              </a:ext>
            </a:extLst>
          </p:cNvPr>
          <p:cNvSpPr>
            <a:spLocks noGrp="1"/>
          </p:cNvSpPr>
          <p:nvPr>
            <p:ph sz="quarter" idx="4"/>
          </p:nvPr>
        </p:nvSpPr>
        <p:spPr>
          <a:xfrm>
            <a:off x="6400330" y="2505075"/>
            <a:ext cx="4762970"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38F7E4-7D9E-4736-3269-4F0C46996125}"/>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8" name="Footer Placeholder 7">
            <a:extLst>
              <a:ext uri="{FF2B5EF4-FFF2-40B4-BE49-F238E27FC236}">
                <a16:creationId xmlns:a16="http://schemas.microsoft.com/office/drawing/2014/main" id="{218386CF-9A84-8D2A-BC47-C951DD9949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80844D-FE1F-49E7-3BBD-527FB72ECD1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9849822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691C-93A5-1364-00A9-A470C289F365}"/>
              </a:ext>
            </a:extLst>
          </p:cNvPr>
          <p:cNvSpPr>
            <a:spLocks noGrp="1"/>
          </p:cNvSpPr>
          <p:nvPr>
            <p:ph type="title"/>
          </p:nvPr>
        </p:nvSpPr>
        <p:spPr>
          <a:xfrm>
            <a:off x="1066800" y="1357223"/>
            <a:ext cx="8886884" cy="104307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76E055BD-4154-B9D1-0B5B-B1E3A06B6B31}"/>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4" name="Footer Placeholder 3">
            <a:extLst>
              <a:ext uri="{FF2B5EF4-FFF2-40B4-BE49-F238E27FC236}">
                <a16:creationId xmlns:a16="http://schemas.microsoft.com/office/drawing/2014/main" id="{0C2A9E4A-03D1-7A8B-233D-014A3248F0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2CEFC4-D276-DF45-F395-F5BD2EA70114}"/>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4083736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12C0AD-76F4-FCE4-2717-0A9AA4351B6D}"/>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3" name="Footer Placeholder 2">
            <a:extLst>
              <a:ext uri="{FF2B5EF4-FFF2-40B4-BE49-F238E27FC236}">
                <a16:creationId xmlns:a16="http://schemas.microsoft.com/office/drawing/2014/main" id="{BE83BB66-3F41-7F1D-5108-B3F679A88E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AA6DA0-07AE-4BE4-B82F-7936D0E3E37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8175838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FB75-C953-0BD0-4E2E-717767426228}"/>
              </a:ext>
            </a:extLst>
          </p:cNvPr>
          <p:cNvSpPr>
            <a:spLocks noGrp="1"/>
          </p:cNvSpPr>
          <p:nvPr>
            <p:ph type="title"/>
          </p:nvPr>
        </p:nvSpPr>
        <p:spPr>
          <a:xfrm>
            <a:off x="1066800" y="770626"/>
            <a:ext cx="3705225" cy="1286774"/>
          </a:xfrm>
        </p:spPr>
        <p:txBody>
          <a:bodyPr anchor="b">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98E1AA52-60F3-40F2-673B-5848F4253FF0}"/>
              </a:ext>
            </a:extLst>
          </p:cNvPr>
          <p:cNvSpPr>
            <a:spLocks noGrp="1"/>
          </p:cNvSpPr>
          <p:nvPr>
            <p:ph idx="1"/>
          </p:nvPr>
        </p:nvSpPr>
        <p:spPr>
          <a:xfrm>
            <a:off x="5183188" y="1075426"/>
            <a:ext cx="5980112" cy="476837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0167E8-C561-5A72-AED3-442F66DDEE31}"/>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BFED3-7CB3-1B8B-9504-13A121CAD015}"/>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6" name="Footer Placeholder 5">
            <a:extLst>
              <a:ext uri="{FF2B5EF4-FFF2-40B4-BE49-F238E27FC236}">
                <a16:creationId xmlns:a16="http://schemas.microsoft.com/office/drawing/2014/main" id="{152456C9-19A0-4441-B1AF-B7AFBF642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8898EA-84CC-411C-0012-D314953696B9}"/>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4008293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C1E10-1458-2553-05B4-313F7E26D210}"/>
              </a:ext>
            </a:extLst>
          </p:cNvPr>
          <p:cNvSpPr>
            <a:spLocks noGrp="1"/>
          </p:cNvSpPr>
          <p:nvPr>
            <p:ph type="title"/>
          </p:nvPr>
        </p:nvSpPr>
        <p:spPr>
          <a:xfrm>
            <a:off x="1066800" y="782128"/>
            <a:ext cx="3705225" cy="1275272"/>
          </a:xfrm>
        </p:spPr>
        <p:txBody>
          <a:bodyPr anchor="b">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43C0F677-F177-6DED-1920-685B9D9FF254}"/>
              </a:ext>
            </a:extLst>
          </p:cNvPr>
          <p:cNvSpPr>
            <a:spLocks noGrp="1"/>
          </p:cNvSpPr>
          <p:nvPr>
            <p:ph type="pic" idx="1"/>
          </p:nvPr>
        </p:nvSpPr>
        <p:spPr>
          <a:xfrm>
            <a:off x="5183188" y="1143000"/>
            <a:ext cx="5980112"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C4D1CB1-2109-480E-8904-4077C94D6E7D}"/>
              </a:ext>
            </a:extLst>
          </p:cNvPr>
          <p:cNvSpPr>
            <a:spLocks noGrp="1"/>
          </p:cNvSpPr>
          <p:nvPr>
            <p:ph type="body" sz="half" idx="2"/>
          </p:nvPr>
        </p:nvSpPr>
        <p:spPr>
          <a:xfrm>
            <a:off x="1066800" y="2057400"/>
            <a:ext cx="3705225" cy="3657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B0DB38-7CB9-2140-BC21-6D2E7DD0B6B5}"/>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6" name="Footer Placeholder 5">
            <a:extLst>
              <a:ext uri="{FF2B5EF4-FFF2-40B4-BE49-F238E27FC236}">
                <a16:creationId xmlns:a16="http://schemas.microsoft.com/office/drawing/2014/main" id="{C7B448AD-3B1D-4B5E-CAB9-BB5FD2CDE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EF53D-CF5A-87A2-E973-3B8CCDEBAA2B}"/>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5881325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0D2E-0561-F284-F89A-AAE3CD09AC24}"/>
              </a:ext>
            </a:extLst>
          </p:cNvPr>
          <p:cNvSpPr>
            <a:spLocks noGrp="1"/>
          </p:cNvSpPr>
          <p:nvPr>
            <p:ph type="title"/>
          </p:nvPr>
        </p:nvSpPr>
        <p:spPr>
          <a:xfrm>
            <a:off x="1066800" y="936841"/>
            <a:ext cx="10239338" cy="953669"/>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657C4C-16EC-2477-6332-830F53011D33}"/>
              </a:ext>
            </a:extLst>
          </p:cNvPr>
          <p:cNvSpPr>
            <a:spLocks noGrp="1"/>
          </p:cNvSpPr>
          <p:nvPr>
            <p:ph type="body" orient="vert" idx="1"/>
          </p:nvPr>
        </p:nvSpPr>
        <p:spPr>
          <a:xfrm>
            <a:off x="1069848" y="2139696"/>
            <a:ext cx="10239338" cy="36776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0940D3-6996-1C08-F1AF-87C354657912}"/>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5" name="Footer Placeholder 4">
            <a:extLst>
              <a:ext uri="{FF2B5EF4-FFF2-40B4-BE49-F238E27FC236}">
                <a16:creationId xmlns:a16="http://schemas.microsoft.com/office/drawing/2014/main" id="{4C3676C3-588F-B636-8CE0-AA2CBFBCE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EF8A9-EB1E-B344-A4B8-B58D0633630B}"/>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7141830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EF3A28-33E4-2796-AE7A-1234569F5CE0}"/>
              </a:ext>
            </a:extLst>
          </p:cNvPr>
          <p:cNvSpPr>
            <a:spLocks noGrp="1"/>
          </p:cNvSpPr>
          <p:nvPr>
            <p:ph type="title" orient="vert"/>
          </p:nvPr>
        </p:nvSpPr>
        <p:spPr>
          <a:xfrm>
            <a:off x="8844950" y="1081177"/>
            <a:ext cx="2508849" cy="463382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D185FC-2BBB-E997-A5CD-F2C6CF6B7C68}"/>
              </a:ext>
            </a:extLst>
          </p:cNvPr>
          <p:cNvSpPr>
            <a:spLocks noGrp="1"/>
          </p:cNvSpPr>
          <p:nvPr>
            <p:ph type="body" orient="vert" idx="1"/>
          </p:nvPr>
        </p:nvSpPr>
        <p:spPr>
          <a:xfrm>
            <a:off x="1066800" y="1081177"/>
            <a:ext cx="7505700" cy="46338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314B3C-96CD-071C-C2AD-2C7E04F819C0}"/>
              </a:ext>
            </a:extLst>
          </p:cNvPr>
          <p:cNvSpPr>
            <a:spLocks noGrp="1"/>
          </p:cNvSpPr>
          <p:nvPr>
            <p:ph type="dt" sz="half" idx="10"/>
          </p:nvPr>
        </p:nvSpPr>
        <p:spPr/>
        <p:txBody>
          <a:bodyPr/>
          <a:lstStyle/>
          <a:p>
            <a:fld id="{1E351CED-465B-40B5-ADCE-957C918F227B}" type="datetimeFigureOut">
              <a:rPr lang="en-US" smtClean="0"/>
              <a:t>8/11/2025</a:t>
            </a:fld>
            <a:endParaRPr lang="en-US"/>
          </a:p>
        </p:txBody>
      </p:sp>
      <p:sp>
        <p:nvSpPr>
          <p:cNvPr id="5" name="Footer Placeholder 4">
            <a:extLst>
              <a:ext uri="{FF2B5EF4-FFF2-40B4-BE49-F238E27FC236}">
                <a16:creationId xmlns:a16="http://schemas.microsoft.com/office/drawing/2014/main" id="{F5AA2B04-F5E0-C5A3-C77D-6AE9A9E91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5BC2-C712-C4A4-50EC-E10D88344310}"/>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9610422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1F4A25-A386-9574-775C-E5E5F9FC352A}"/>
              </a:ext>
            </a:extLst>
          </p:cNvPr>
          <p:cNvSpPr>
            <a:spLocks noGrp="1"/>
          </p:cNvSpPr>
          <p:nvPr>
            <p:ph type="title"/>
          </p:nvPr>
        </p:nvSpPr>
        <p:spPr>
          <a:xfrm>
            <a:off x="1066800" y="936841"/>
            <a:ext cx="8886884" cy="953669"/>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C4F7885F-2B7B-74DB-9996-E0ACEBC9DB25}"/>
              </a:ext>
            </a:extLst>
          </p:cNvPr>
          <p:cNvSpPr>
            <a:spLocks noGrp="1"/>
          </p:cNvSpPr>
          <p:nvPr>
            <p:ph type="body" idx="1"/>
          </p:nvPr>
        </p:nvSpPr>
        <p:spPr>
          <a:xfrm>
            <a:off x="1069848" y="2139696"/>
            <a:ext cx="8883836" cy="36776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4F519-BA47-2B81-CC1C-7E1F119EC69E}"/>
              </a:ext>
            </a:extLst>
          </p:cNvPr>
          <p:cNvSpPr>
            <a:spLocks noGrp="1"/>
          </p:cNvSpPr>
          <p:nvPr>
            <p:ph type="dt" sz="half" idx="2"/>
          </p:nvPr>
        </p:nvSpPr>
        <p:spPr>
          <a:xfrm rot="5400000">
            <a:off x="10477379" y="4629744"/>
            <a:ext cx="2653508" cy="365125"/>
          </a:xfrm>
          <a:prstGeom prst="rect">
            <a:avLst/>
          </a:prstGeom>
        </p:spPr>
        <p:txBody>
          <a:bodyPr vert="horz" lIns="91440" tIns="45720" rIns="91440" bIns="45720" rtlCol="0" anchor="ctr"/>
          <a:lstStyle>
            <a:lvl1pPr algn="r">
              <a:defRPr sz="900">
                <a:solidFill>
                  <a:schemeClr val="tx1"/>
                </a:solidFill>
              </a:defRPr>
            </a:lvl1pPr>
          </a:lstStyle>
          <a:p>
            <a:fld id="{1E351CED-465B-40B5-ADCE-957C918F227B}" type="datetimeFigureOut">
              <a:rPr lang="en-US" smtClean="0"/>
              <a:t>8/11/2025</a:t>
            </a:fld>
            <a:endParaRPr lang="en-US"/>
          </a:p>
        </p:txBody>
      </p:sp>
      <p:sp>
        <p:nvSpPr>
          <p:cNvPr id="5" name="Footer Placeholder 4">
            <a:extLst>
              <a:ext uri="{FF2B5EF4-FFF2-40B4-BE49-F238E27FC236}">
                <a16:creationId xmlns:a16="http://schemas.microsoft.com/office/drawing/2014/main" id="{BE952D7B-C352-1630-4C3D-7D5983C04D4A}"/>
              </a:ext>
            </a:extLst>
          </p:cNvPr>
          <p:cNvSpPr>
            <a:spLocks noGrp="1"/>
          </p:cNvSpPr>
          <p:nvPr>
            <p:ph type="ftr" sz="quarter" idx="3"/>
          </p:nvPr>
        </p:nvSpPr>
        <p:spPr>
          <a:xfrm>
            <a:off x="8610602" y="6318446"/>
            <a:ext cx="2743198"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96E04F0-DF9B-480B-CC46-BAE7A81FB7E6}"/>
              </a:ext>
            </a:extLst>
          </p:cNvPr>
          <p:cNvSpPr>
            <a:spLocks noGrp="1"/>
          </p:cNvSpPr>
          <p:nvPr>
            <p:ph type="sldNum" sz="quarter" idx="4"/>
          </p:nvPr>
        </p:nvSpPr>
        <p:spPr>
          <a:xfrm>
            <a:off x="11353800" y="6318446"/>
            <a:ext cx="615696" cy="365125"/>
          </a:xfrm>
          <a:prstGeom prst="rect">
            <a:avLst/>
          </a:prstGeom>
        </p:spPr>
        <p:txBody>
          <a:bodyPr vert="horz" lIns="91440" tIns="45720" rIns="91440" bIns="45720" rtlCol="0" anchor="ctr"/>
          <a:lstStyle>
            <a:lvl1pPr algn="r">
              <a:defRPr sz="1600" b="1">
                <a:solidFill>
                  <a:schemeClr val="tx1"/>
                </a:solidFill>
              </a:defRPr>
            </a:lvl1pPr>
          </a:lstStyle>
          <a:p>
            <a:fld id="{5A33CB2A-1702-4C1D-9CC4-8D472D39F19E}" type="slidenum">
              <a:rPr lang="en-US" smtClean="0"/>
              <a:t>‹#›</a:t>
            </a:fld>
            <a:endParaRPr lang="en-US"/>
          </a:p>
        </p:txBody>
      </p:sp>
    </p:spTree>
    <p:extLst>
      <p:ext uri="{BB962C8B-B14F-4D97-AF65-F5344CB8AC3E}">
        <p14:creationId xmlns:p14="http://schemas.microsoft.com/office/powerpoint/2010/main" val="60961436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 Id="rId14" Type="http://schemas.openxmlformats.org/officeDocument/2006/relationships/image" Target="../media/image36.svg"/></Relationships>
</file>

<file path=ppt/slides/_rels/slide7.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7.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6.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8.svg"/><Relationship Id="rId11" Type="http://schemas.openxmlformats.org/officeDocument/2006/relationships/image" Target="../media/image35.png"/><Relationship Id="rId5" Type="http://schemas.openxmlformats.org/officeDocument/2006/relationships/image" Target="../media/image27.png"/><Relationship Id="rId10" Type="http://schemas.openxmlformats.org/officeDocument/2006/relationships/image" Target="../media/image34.svg"/><Relationship Id="rId4" Type="http://schemas.openxmlformats.org/officeDocument/2006/relationships/image" Target="../media/image26.svg"/><Relationship Id="rId9" Type="http://schemas.openxmlformats.org/officeDocument/2006/relationships/image" Target="../media/image33.png"/><Relationship Id="rId14" Type="http://schemas.openxmlformats.org/officeDocument/2006/relationships/image" Target="../media/image38.svg"/></Relationships>
</file>

<file path=ppt/slides/_rels/slide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13.xml"/><Relationship Id="rId4" Type="http://schemas.openxmlformats.org/officeDocument/2006/relationships/slide" Target="slide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slide" Target="slide14.xml"/><Relationship Id="rId4" Type="http://schemas.openxmlformats.org/officeDocument/2006/relationships/image" Target="../media/image40.svg"/></Relationships>
</file>

<file path=ppt/slides/_rels/slide1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slide" Target="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68B51F-0397-D568-D929-A4F9A9CC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neon sign with a glowing sign next to a trash can&#10;&#10;AI-generated content may be incorrect.">
            <a:extLst>
              <a:ext uri="{FF2B5EF4-FFF2-40B4-BE49-F238E27FC236}">
                <a16:creationId xmlns:a16="http://schemas.microsoft.com/office/drawing/2014/main" id="{421153DD-9914-D62E-F620-6C5129E92E93}"/>
              </a:ext>
            </a:extLst>
          </p:cNvPr>
          <p:cNvPicPr>
            <a:picLocks noChangeAspect="1"/>
          </p:cNvPicPr>
          <p:nvPr/>
        </p:nvPicPr>
        <p:blipFill>
          <a:blip r:embed="rId3">
            <a:extLst>
              <a:ext uri="{28A0092B-C50C-407E-A947-70E740481C1C}">
                <a14:useLocalDpi xmlns:a14="http://schemas.microsoft.com/office/drawing/2010/main" val="0"/>
              </a:ext>
            </a:extLst>
          </a:blip>
          <a:srcRect b="15730"/>
          <a:stretch>
            <a:fillRect/>
          </a:stretch>
        </p:blipFill>
        <p:spPr>
          <a:xfrm>
            <a:off x="-53832" y="0"/>
            <a:ext cx="12245831" cy="7304303"/>
          </a:xfrm>
          <a:prstGeom prst="rect">
            <a:avLst/>
          </a:prstGeom>
        </p:spPr>
      </p:pic>
      <p:sp>
        <p:nvSpPr>
          <p:cNvPr id="12" name="Freeform: Shape 11">
            <a:extLst>
              <a:ext uri="{FF2B5EF4-FFF2-40B4-BE49-F238E27FC236}">
                <a16:creationId xmlns:a16="http://schemas.microsoft.com/office/drawing/2014/main" id="{50F200B6-228D-F4F2-C6FF-D4257EC20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H="1">
            <a:off x="4556932" y="3127849"/>
            <a:ext cx="7654355" cy="3796328"/>
          </a:xfrm>
          <a:custGeom>
            <a:avLst/>
            <a:gdLst>
              <a:gd name="connsiteX0" fmla="*/ 1835852 w 7654355"/>
              <a:gd name="connsiteY0" fmla="*/ 1549 h 3796328"/>
              <a:gd name="connsiteX1" fmla="*/ 20604 w 7654355"/>
              <a:gd name="connsiteY1" fmla="*/ 803783 h 3796328"/>
              <a:gd name="connsiteX2" fmla="*/ 0 w 7654355"/>
              <a:gd name="connsiteY2" fmla="*/ 826352 h 3796328"/>
              <a:gd name="connsiteX3" fmla="*/ 51841 w 7654355"/>
              <a:gd name="connsiteY3" fmla="*/ 3796328 h 3796328"/>
              <a:gd name="connsiteX4" fmla="*/ 7654355 w 7654355"/>
              <a:gd name="connsiteY4" fmla="*/ 3663625 h 3796328"/>
              <a:gd name="connsiteX5" fmla="*/ 3473222 w 7654355"/>
              <a:gd name="connsiteY5" fmla="*/ 499129 h 3796328"/>
              <a:gd name="connsiteX6" fmla="*/ 3417360 w 7654355"/>
              <a:gd name="connsiteY6" fmla="*/ 459014 h 3796328"/>
              <a:gd name="connsiteX7" fmla="*/ 1990462 w 7654355"/>
              <a:gd name="connsiteY7" fmla="*/ 763 h 3796328"/>
              <a:gd name="connsiteX8" fmla="*/ 1835852 w 7654355"/>
              <a:gd name="connsiteY8" fmla="*/ 1549 h 3796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54355" h="3796328">
                <a:moveTo>
                  <a:pt x="1835852" y="1549"/>
                </a:moveTo>
                <a:cubicBezTo>
                  <a:pt x="1166613" y="24353"/>
                  <a:pt x="510847" y="298769"/>
                  <a:pt x="20604" y="803783"/>
                </a:cubicBezTo>
                <a:lnTo>
                  <a:pt x="0" y="826352"/>
                </a:lnTo>
                <a:lnTo>
                  <a:pt x="51841" y="3796328"/>
                </a:lnTo>
                <a:lnTo>
                  <a:pt x="7654355" y="3663625"/>
                </a:lnTo>
                <a:lnTo>
                  <a:pt x="3473222" y="499129"/>
                </a:lnTo>
                <a:lnTo>
                  <a:pt x="3417360" y="459014"/>
                </a:lnTo>
                <a:cubicBezTo>
                  <a:pt x="2981578" y="162529"/>
                  <a:pt x="2485536" y="12600"/>
                  <a:pt x="1990462" y="763"/>
                </a:cubicBezTo>
                <a:cubicBezTo>
                  <a:pt x="1938891" y="-470"/>
                  <a:pt x="1887332" y="-206"/>
                  <a:pt x="1835852" y="1549"/>
                </a:cubicBezTo>
                <a:close/>
              </a:path>
            </a:pathLst>
          </a:custGeom>
          <a:gradFill>
            <a:gsLst>
              <a:gs pos="22000">
                <a:schemeClr val="bg2">
                  <a:alpha val="80000"/>
                </a:schemeClr>
              </a:gs>
              <a:gs pos="100000">
                <a:schemeClr val="accent1">
                  <a:lumMod val="60000"/>
                  <a:lumOff val="40000"/>
                  <a:alpha val="84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6B1AC7D-A6DB-3416-7E9D-D0DD11312A1B}"/>
              </a:ext>
            </a:extLst>
          </p:cNvPr>
          <p:cNvSpPr>
            <a:spLocks noGrp="1"/>
          </p:cNvSpPr>
          <p:nvPr>
            <p:ph type="ctrTitle"/>
          </p:nvPr>
        </p:nvSpPr>
        <p:spPr>
          <a:xfrm>
            <a:off x="7128164" y="4376057"/>
            <a:ext cx="4769921" cy="2362200"/>
          </a:xfrm>
        </p:spPr>
        <p:txBody>
          <a:bodyPr anchor="ctr">
            <a:normAutofit/>
          </a:bodyPr>
          <a:lstStyle/>
          <a:p>
            <a:pPr algn="r"/>
            <a:r>
              <a:rPr lang="en-CA" sz="3200"/>
              <a:t>Shiva </a:t>
            </a:r>
            <a:r>
              <a:rPr lang="en-CA" sz="3200" err="1"/>
              <a:t>Shiva</a:t>
            </a:r>
            <a:br>
              <a:rPr lang="en-CA" sz="3200"/>
            </a:br>
            <a:r>
              <a:rPr lang="en-CA" sz="3200"/>
              <a:t>Prajna Ganji</a:t>
            </a:r>
            <a:br>
              <a:rPr lang="en-CA" sz="3200"/>
            </a:br>
            <a:r>
              <a:rPr lang="en-CA" sz="3200"/>
              <a:t>Maruta </a:t>
            </a:r>
            <a:r>
              <a:rPr lang="en-CA" sz="3200" err="1"/>
              <a:t>Zalane</a:t>
            </a:r>
            <a:br>
              <a:rPr lang="en-CA" sz="3200"/>
            </a:br>
            <a:r>
              <a:rPr lang="en-CA" sz="3200"/>
              <a:t>Neetika Upadhyay(T.L)</a:t>
            </a:r>
          </a:p>
        </p:txBody>
      </p:sp>
      <p:sp>
        <p:nvSpPr>
          <p:cNvPr id="3" name="Subtitle 2">
            <a:extLst>
              <a:ext uri="{FF2B5EF4-FFF2-40B4-BE49-F238E27FC236}">
                <a16:creationId xmlns:a16="http://schemas.microsoft.com/office/drawing/2014/main" id="{F6D14315-E309-F9BB-697C-BBF85795F5B5}"/>
              </a:ext>
            </a:extLst>
          </p:cNvPr>
          <p:cNvSpPr>
            <a:spLocks noGrp="1"/>
          </p:cNvSpPr>
          <p:nvPr>
            <p:ph type="subTitle" idx="1"/>
          </p:nvPr>
        </p:nvSpPr>
        <p:spPr>
          <a:xfrm>
            <a:off x="3135086" y="446314"/>
            <a:ext cx="5388428" cy="598715"/>
          </a:xfrm>
        </p:spPr>
        <p:txBody>
          <a:bodyPr anchor="b">
            <a:noAutofit/>
          </a:bodyPr>
          <a:lstStyle/>
          <a:p>
            <a:pPr algn="ctr"/>
            <a:r>
              <a:rPr lang="en-CA" sz="4400" b="1">
                <a:solidFill>
                  <a:schemeClr val="accent1">
                    <a:lumMod val="20000"/>
                    <a:lumOff val="80000"/>
                  </a:schemeClr>
                </a:solidFill>
              </a:rPr>
              <a:t>Talent Miner</a:t>
            </a:r>
          </a:p>
        </p:txBody>
      </p:sp>
    </p:spTree>
    <p:extLst>
      <p:ext uri="{BB962C8B-B14F-4D97-AF65-F5344CB8AC3E}">
        <p14:creationId xmlns:p14="http://schemas.microsoft.com/office/powerpoint/2010/main" val="2248914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30173E-77D1-0FD3-B512-93624655E8D8}"/>
              </a:ext>
            </a:extLst>
          </p:cNvPr>
          <p:cNvSpPr>
            <a:spLocks noGrp="1"/>
          </p:cNvSpPr>
          <p:nvPr>
            <p:ph type="title"/>
          </p:nvPr>
        </p:nvSpPr>
        <p:spPr>
          <a:xfrm>
            <a:off x="1415142" y="783771"/>
            <a:ext cx="4463143" cy="1360715"/>
          </a:xfrm>
        </p:spPr>
        <p:txBody>
          <a:bodyPr anchor="ctr">
            <a:normAutofit/>
          </a:bodyPr>
          <a:lstStyle/>
          <a:p>
            <a:pPr algn="ctr"/>
            <a:r>
              <a:rPr lang="en-US" sz="4000">
                <a:solidFill>
                  <a:schemeClr val="accent1">
                    <a:lumMod val="50000"/>
                  </a:schemeClr>
                </a:solidFill>
                <a:latin typeface="Times New Roman" panose="02020603050405020304" pitchFamily="18" charset="0"/>
                <a:cs typeface="Times New Roman" panose="02020603050405020304" pitchFamily="18" charset="0"/>
              </a:rPr>
              <a:t>Objective</a:t>
            </a:r>
            <a:endParaRPr lang="en-CA" sz="400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E29B79EB-E213-DBF1-1278-CBE856C0473E}"/>
              </a:ext>
            </a:extLst>
          </p:cNvPr>
          <p:cNvSpPr>
            <a:spLocks noGrp="1"/>
          </p:cNvSpPr>
          <p:nvPr>
            <p:ph idx="1"/>
          </p:nvPr>
        </p:nvSpPr>
        <p:spPr>
          <a:xfrm>
            <a:off x="1066797" y="2264229"/>
            <a:ext cx="5987145" cy="3713441"/>
          </a:xfrm>
        </p:spPr>
        <p:txBody>
          <a:bodyPr>
            <a:noAutofit/>
          </a:bodyPr>
          <a:lstStyle/>
          <a:p>
            <a:pPr marL="0" lvl="0" fontAlgn="base">
              <a:lnSpc>
                <a:spcPct val="110000"/>
              </a:lnSpc>
              <a:spcBef>
                <a:spcPct val="0"/>
              </a:spcBef>
              <a:spcAft>
                <a:spcPts val="600"/>
              </a:spcAft>
              <a:buFontTx/>
              <a:buChar char="•"/>
            </a:pPr>
            <a:r>
              <a:rPr lang="en-US" altLang="en-US" sz="1600">
                <a:latin typeface="Times New Roman" panose="02020603050405020304" pitchFamily="18" charset="0"/>
                <a:cs typeface="Times New Roman" panose="02020603050405020304" pitchFamily="18" charset="0"/>
              </a:rPr>
              <a:t>Automate resume data extraction using NLP techniques.</a:t>
            </a:r>
          </a:p>
          <a:p>
            <a:pPr marL="0" lvl="0" fontAlgn="base">
              <a:lnSpc>
                <a:spcPct val="110000"/>
              </a:lnSpc>
              <a:spcBef>
                <a:spcPct val="0"/>
              </a:spcBef>
              <a:spcAft>
                <a:spcPts val="600"/>
              </a:spcAft>
              <a:buFontTx/>
              <a:buChar char="•"/>
            </a:pPr>
            <a:r>
              <a:rPr lang="en-US" altLang="en-US" sz="1600">
                <a:latin typeface="Times New Roman" panose="02020603050405020304" pitchFamily="18" charset="0"/>
                <a:cs typeface="Times New Roman" panose="02020603050405020304" pitchFamily="18" charset="0"/>
              </a:rPr>
              <a:t>Match candidate skills with job descriptions to identify top-fit profiles efficiently.</a:t>
            </a:r>
          </a:p>
          <a:p>
            <a:pPr marL="0" lvl="0" fontAlgn="base">
              <a:lnSpc>
                <a:spcPct val="110000"/>
              </a:lnSpc>
              <a:spcBef>
                <a:spcPct val="0"/>
              </a:spcBef>
              <a:spcAft>
                <a:spcPts val="600"/>
              </a:spcAft>
              <a:buFontTx/>
              <a:buChar char="•"/>
            </a:pPr>
            <a:r>
              <a:rPr lang="en-US" altLang="en-US" sz="1600">
                <a:latin typeface="Times New Roman" panose="02020603050405020304" pitchFamily="18" charset="0"/>
                <a:cs typeface="Times New Roman" panose="02020603050405020304" pitchFamily="18" charset="0"/>
              </a:rPr>
              <a:t>Minimize recruiter workload by streamlining the resume screening process.</a:t>
            </a:r>
          </a:p>
          <a:p>
            <a:pPr marL="0" lvl="0" fontAlgn="base">
              <a:lnSpc>
                <a:spcPct val="110000"/>
              </a:lnSpc>
              <a:spcBef>
                <a:spcPct val="0"/>
              </a:spcBef>
              <a:spcAft>
                <a:spcPts val="600"/>
              </a:spcAft>
              <a:buFontTx/>
              <a:buChar char="•"/>
            </a:pPr>
            <a:r>
              <a:rPr lang="en-US" altLang="en-US" sz="1600">
                <a:latin typeface="Times New Roman" panose="02020603050405020304" pitchFamily="18" charset="0"/>
                <a:cs typeface="Times New Roman" panose="02020603050405020304" pitchFamily="18" charset="0"/>
              </a:rPr>
              <a:t>Visualize key hiring insights through interactive Power BI dashboards.</a:t>
            </a:r>
          </a:p>
          <a:p>
            <a:pPr marL="0" lvl="0" fontAlgn="base">
              <a:lnSpc>
                <a:spcPct val="110000"/>
              </a:lnSpc>
              <a:spcBef>
                <a:spcPct val="0"/>
              </a:spcBef>
              <a:spcAft>
                <a:spcPts val="600"/>
              </a:spcAft>
              <a:buFontTx/>
              <a:buChar char="•"/>
            </a:pPr>
            <a:r>
              <a:rPr lang="en-US" altLang="en-US" sz="1600">
                <a:latin typeface="Times New Roman" panose="02020603050405020304" pitchFamily="18" charset="0"/>
                <a:cs typeface="Times New Roman" panose="02020603050405020304" pitchFamily="18" charset="0"/>
              </a:rPr>
              <a:t>Develop a user-friendly </a:t>
            </a:r>
            <a:r>
              <a:rPr lang="en-US" altLang="en-US" sz="1600" err="1">
                <a:latin typeface="Times New Roman" panose="02020603050405020304" pitchFamily="18" charset="0"/>
                <a:cs typeface="Times New Roman" panose="02020603050405020304" pitchFamily="18" charset="0"/>
              </a:rPr>
              <a:t>Streamlit</a:t>
            </a:r>
            <a:r>
              <a:rPr lang="en-US" altLang="en-US" sz="1600">
                <a:latin typeface="Times New Roman" panose="02020603050405020304" pitchFamily="18" charset="0"/>
                <a:cs typeface="Times New Roman" panose="02020603050405020304" pitchFamily="18" charset="0"/>
              </a:rPr>
              <a:t> interface for uploading, matching, and tracking resumes.</a:t>
            </a:r>
          </a:p>
        </p:txBody>
      </p:sp>
      <p:pic>
        <p:nvPicPr>
          <p:cNvPr id="5" name="Content Placeholder 4" descr="A computer with a dart in the center&#10;&#10;AI-generated content may be incorrect.">
            <a:extLst>
              <a:ext uri="{FF2B5EF4-FFF2-40B4-BE49-F238E27FC236}">
                <a16:creationId xmlns:a16="http://schemas.microsoft.com/office/drawing/2014/main" id="{F37B5E55-6D6A-0B65-DC86-DB1AC529E1F0}"/>
              </a:ext>
            </a:extLst>
          </p:cNvPr>
          <p:cNvPicPr>
            <a:picLocks noChangeAspect="1"/>
          </p:cNvPicPr>
          <p:nvPr/>
        </p:nvPicPr>
        <p:blipFill>
          <a:blip r:embed="rId2"/>
          <a:srcRect r="1" b="1724"/>
          <a:stretch>
            <a:fillRect/>
          </a:stretch>
        </p:blipFill>
        <p:spPr>
          <a:xfrm>
            <a:off x="7304314" y="882650"/>
            <a:ext cx="4000918" cy="4375149"/>
          </a:xfrm>
          <a:prstGeom prst="rect">
            <a:avLst/>
          </a:prstGeom>
        </p:spPr>
      </p:pic>
    </p:spTree>
    <p:extLst>
      <p:ext uri="{BB962C8B-B14F-4D97-AF65-F5344CB8AC3E}">
        <p14:creationId xmlns:p14="http://schemas.microsoft.com/office/powerpoint/2010/main" val="27825793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E0832-4F9B-21DF-A8B5-67E43701F3F0}"/>
              </a:ext>
            </a:extLst>
          </p:cNvPr>
          <p:cNvSpPr>
            <a:spLocks noGrp="1"/>
          </p:cNvSpPr>
          <p:nvPr>
            <p:ph type="title"/>
          </p:nvPr>
        </p:nvSpPr>
        <p:spPr/>
        <p:txBody>
          <a:bodyPr>
            <a:normAutofit fontScale="90000"/>
          </a:bodyPr>
          <a:lstStyle/>
          <a:p>
            <a:pPr algn="ctr"/>
            <a:r>
              <a:rPr lang="en-CA" sz="4400">
                <a:solidFill>
                  <a:schemeClr val="accent1">
                    <a:lumMod val="50000"/>
                  </a:schemeClr>
                </a:solidFill>
                <a:latin typeface="Times New Roman" panose="02020603050405020304" pitchFamily="18" charset="0"/>
                <a:cs typeface="Times New Roman" panose="02020603050405020304" pitchFamily="18" charset="0"/>
              </a:rPr>
              <a:t>Technologies &amp; Tools Used</a:t>
            </a:r>
            <a:br>
              <a:rPr lang="en-CA"/>
            </a:br>
            <a:endParaRPr lang="en-CA"/>
          </a:p>
        </p:txBody>
      </p:sp>
      <p:graphicFrame>
        <p:nvGraphicFramePr>
          <p:cNvPr id="7" name="Content Placeholder 2">
            <a:extLst>
              <a:ext uri="{FF2B5EF4-FFF2-40B4-BE49-F238E27FC236}">
                <a16:creationId xmlns:a16="http://schemas.microsoft.com/office/drawing/2014/main" id="{A29B381E-1F23-4442-ED32-17C045CB4A07}"/>
              </a:ext>
            </a:extLst>
          </p:cNvPr>
          <p:cNvGraphicFramePr>
            <a:graphicFrameLocks noGrp="1"/>
          </p:cNvGraphicFramePr>
          <p:nvPr>
            <p:ph idx="1"/>
            <p:extLst>
              <p:ext uri="{D42A27DB-BD31-4B8C-83A1-F6EECF244321}">
                <p14:modId xmlns:p14="http://schemas.microsoft.com/office/powerpoint/2010/main" val="1342517232"/>
              </p:ext>
            </p:extLst>
          </p:nvPr>
        </p:nvGraphicFramePr>
        <p:xfrm>
          <a:off x="1069847" y="1739646"/>
          <a:ext cx="10165599" cy="43985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03398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063577F-2949-C31E-B4B0-5E250230F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7E4A51B-BAF6-3729-A2C0-89331F2FB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365" y="-318"/>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40000">
                <a:schemeClr val="bg2"/>
              </a:gs>
              <a:gs pos="100000">
                <a:schemeClr val="accent1">
                  <a:lumMod val="60000"/>
                  <a:lumOff val="4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8330D46-7368-5829-B2C1-219CCC2B3740}"/>
              </a:ext>
            </a:extLst>
          </p:cNvPr>
          <p:cNvSpPr>
            <a:spLocks noGrp="1"/>
          </p:cNvSpPr>
          <p:nvPr>
            <p:ph type="title"/>
          </p:nvPr>
        </p:nvSpPr>
        <p:spPr>
          <a:xfrm>
            <a:off x="3343183" y="1143000"/>
            <a:ext cx="5505635" cy="1061720"/>
          </a:xfrm>
        </p:spPr>
        <p:txBody>
          <a:bodyPr anchor="t">
            <a:normAutofit/>
          </a:bodyPr>
          <a:lstStyle/>
          <a:p>
            <a:pPr algn="ctr"/>
            <a:r>
              <a:rPr lang="en-CA" sz="4000">
                <a:solidFill>
                  <a:schemeClr val="accent1">
                    <a:lumMod val="50000"/>
                  </a:schemeClr>
                </a:solidFill>
                <a:latin typeface="Times New Roman" panose="02020603050405020304" pitchFamily="18" charset="0"/>
                <a:cs typeface="Times New Roman" panose="02020603050405020304" pitchFamily="18" charset="0"/>
              </a:rPr>
              <a:t>Source Data Acquisition</a:t>
            </a:r>
          </a:p>
        </p:txBody>
      </p:sp>
      <p:graphicFrame>
        <p:nvGraphicFramePr>
          <p:cNvPr id="6" name="Rectangle 1">
            <a:extLst>
              <a:ext uri="{FF2B5EF4-FFF2-40B4-BE49-F238E27FC236}">
                <a16:creationId xmlns:a16="http://schemas.microsoft.com/office/drawing/2014/main" id="{55EC91E5-605C-A02B-866B-67F385B53390}"/>
              </a:ext>
            </a:extLst>
          </p:cNvPr>
          <p:cNvGraphicFramePr>
            <a:graphicFrameLocks noGrp="1"/>
          </p:cNvGraphicFramePr>
          <p:nvPr>
            <p:ph idx="1"/>
            <p:extLst>
              <p:ext uri="{D42A27DB-BD31-4B8C-83A1-F6EECF244321}">
                <p14:modId xmlns:p14="http://schemas.microsoft.com/office/powerpoint/2010/main" val="65384612"/>
              </p:ext>
            </p:extLst>
          </p:nvPr>
        </p:nvGraphicFramePr>
        <p:xfrm>
          <a:off x="1578429" y="1937657"/>
          <a:ext cx="9470571"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86240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9BE1B9-E022-F737-E88B-9332EAD8A063}"/>
              </a:ext>
            </a:extLst>
          </p:cNvPr>
          <p:cNvGrpSpPr/>
          <p:nvPr/>
        </p:nvGrpSpPr>
        <p:grpSpPr>
          <a:xfrm>
            <a:off x="3278785" y="1435893"/>
            <a:ext cx="5634434" cy="4500564"/>
            <a:chOff x="0" y="-1"/>
            <a:chExt cx="3869064" cy="4653556"/>
          </a:xfrm>
        </p:grpSpPr>
        <p:cxnSp>
          <p:nvCxnSpPr>
            <p:cNvPr id="5" name="Straight Arrow Connector 4">
              <a:extLst>
                <a:ext uri="{FF2B5EF4-FFF2-40B4-BE49-F238E27FC236}">
                  <a16:creationId xmlns:a16="http://schemas.microsoft.com/office/drawing/2014/main" id="{48CD94CB-1FBA-EA4D-03AC-30FFDAE52C2B}"/>
                </a:ext>
              </a:extLst>
            </p:cNvPr>
            <p:cNvCxnSpPr/>
            <p:nvPr/>
          </p:nvCxnSpPr>
          <p:spPr>
            <a:xfrm>
              <a:off x="802659" y="2171415"/>
              <a:ext cx="470544" cy="423526"/>
            </a:xfrm>
            <a:prstGeom prst="straightConnector1">
              <a:avLst/>
            </a:prstGeom>
            <a:ln>
              <a:headEnd type="none" w="med" len="med"/>
              <a:tailEnd type="arrow" w="med" len="med"/>
            </a:ln>
          </p:spPr>
          <p:style>
            <a:lnRef idx="1">
              <a:schemeClr val="accent1"/>
            </a:lnRef>
            <a:fillRef idx="2">
              <a:schemeClr val="accent1"/>
            </a:fillRef>
            <a:effectRef idx="1">
              <a:schemeClr val="accent1"/>
            </a:effectRef>
            <a:fontRef idx="minor">
              <a:schemeClr val="dk1"/>
            </a:fontRef>
          </p:style>
        </p:cxnSp>
        <p:cxnSp>
          <p:nvCxnSpPr>
            <p:cNvPr id="6" name="Straight Arrow Connector 5">
              <a:extLst>
                <a:ext uri="{FF2B5EF4-FFF2-40B4-BE49-F238E27FC236}">
                  <a16:creationId xmlns:a16="http://schemas.microsoft.com/office/drawing/2014/main" id="{E16D62A1-B6E7-79E0-0AA2-3A7827B56FE3}"/>
                </a:ext>
              </a:extLst>
            </p:cNvPr>
            <p:cNvCxnSpPr/>
            <p:nvPr/>
          </p:nvCxnSpPr>
          <p:spPr>
            <a:xfrm flipH="1">
              <a:off x="2498962" y="2171415"/>
              <a:ext cx="556715" cy="423194"/>
            </a:xfrm>
            <a:prstGeom prst="straightConnector1">
              <a:avLst/>
            </a:prstGeom>
            <a:ln>
              <a:headEnd type="none" w="med" len="med"/>
              <a:tailEnd type="arrow" w="med" len="med"/>
            </a:ln>
          </p:spPr>
          <p:style>
            <a:lnRef idx="1">
              <a:schemeClr val="accent1"/>
            </a:lnRef>
            <a:fillRef idx="2">
              <a:schemeClr val="accent1"/>
            </a:fillRef>
            <a:effectRef idx="1">
              <a:schemeClr val="accent1"/>
            </a:effectRef>
            <a:fontRef idx="minor">
              <a:schemeClr val="dk1"/>
            </a:fontRef>
          </p:style>
        </p:cxnSp>
        <p:sp>
          <p:nvSpPr>
            <p:cNvPr id="7" name="Rectangle: Rounded Corners 6">
              <a:extLst>
                <a:ext uri="{FF2B5EF4-FFF2-40B4-BE49-F238E27FC236}">
                  <a16:creationId xmlns:a16="http://schemas.microsoft.com/office/drawing/2014/main" id="{EE88C255-993A-5809-6686-66C7E55B3A83}"/>
                </a:ext>
              </a:extLst>
            </p:cNvPr>
            <p:cNvSpPr/>
            <p:nvPr/>
          </p:nvSpPr>
          <p:spPr>
            <a:xfrm>
              <a:off x="2258704" y="-1"/>
              <a:ext cx="1610360" cy="595166"/>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Job Descriptions </a:t>
              </a:r>
              <a:endParaRPr lang="en-CA" sz="1100" b="1">
                <a:effectLst/>
                <a:ea typeface="MS Mincho" panose="02020609040205080304" pitchFamily="49" charset="-128"/>
                <a:cs typeface="Arial" panose="020B0604020202020204" pitchFamily="34" charset="0"/>
              </a:endParaRPr>
            </a:p>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(.docx/.pdf) </a:t>
              </a:r>
              <a:endParaRPr lang="en-CA" sz="1100" b="1">
                <a:effectLst/>
                <a:ea typeface="MS Mincho" panose="02020609040205080304" pitchFamily="49" charset="-128"/>
                <a:cs typeface="Arial" panose="020B0604020202020204" pitchFamily="34" charset="0"/>
              </a:endParaRPr>
            </a:p>
          </p:txBody>
        </p:sp>
        <p:sp>
          <p:nvSpPr>
            <p:cNvPr id="8" name="Rectangle: Rounded Corners 7">
              <a:extLst>
                <a:ext uri="{FF2B5EF4-FFF2-40B4-BE49-F238E27FC236}">
                  <a16:creationId xmlns:a16="http://schemas.microsoft.com/office/drawing/2014/main" id="{0863D165-A008-F7C4-850C-49C46E2DF46F}"/>
                </a:ext>
              </a:extLst>
            </p:cNvPr>
            <p:cNvSpPr/>
            <p:nvPr/>
          </p:nvSpPr>
          <p:spPr>
            <a:xfrm>
              <a:off x="0" y="1753737"/>
              <a:ext cx="1610360" cy="415925"/>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Extracted Skills/Data</a:t>
              </a:r>
              <a:endParaRPr lang="en-CA" sz="1100" b="1">
                <a:effectLst/>
                <a:ea typeface="MS Mincho" panose="02020609040205080304" pitchFamily="49" charset="-128"/>
                <a:cs typeface="Arial" panose="020B0604020202020204" pitchFamily="34" charset="0"/>
              </a:endParaRPr>
            </a:p>
          </p:txBody>
        </p:sp>
        <p:sp>
          <p:nvSpPr>
            <p:cNvPr id="9" name="Rectangle: Rounded Corners 8">
              <a:extLst>
                <a:ext uri="{FF2B5EF4-FFF2-40B4-BE49-F238E27FC236}">
                  <a16:creationId xmlns:a16="http://schemas.microsoft.com/office/drawing/2014/main" id="{6669574D-1693-AF84-362E-4460A48BC958}"/>
                </a:ext>
              </a:extLst>
            </p:cNvPr>
            <p:cNvSpPr/>
            <p:nvPr/>
          </p:nvSpPr>
          <p:spPr>
            <a:xfrm>
              <a:off x="2258704" y="1753737"/>
              <a:ext cx="1610360" cy="415925"/>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Required Skills</a:t>
              </a:r>
              <a:endParaRPr lang="en-CA" sz="1100" b="1">
                <a:effectLst/>
                <a:ea typeface="MS Mincho" panose="02020609040205080304" pitchFamily="49" charset="-128"/>
                <a:cs typeface="Arial" panose="020B0604020202020204" pitchFamily="34" charset="0"/>
              </a:endParaRPr>
            </a:p>
          </p:txBody>
        </p:sp>
        <p:sp>
          <p:nvSpPr>
            <p:cNvPr id="10" name="Rectangle: Rounded Corners 9">
              <a:extLst>
                <a:ext uri="{FF2B5EF4-FFF2-40B4-BE49-F238E27FC236}">
                  <a16:creationId xmlns:a16="http://schemas.microsoft.com/office/drawing/2014/main" id="{4EC26E7B-98E2-BC0E-1F83-974CAA955CAB}"/>
                </a:ext>
              </a:extLst>
            </p:cNvPr>
            <p:cNvSpPr/>
            <p:nvPr/>
          </p:nvSpPr>
          <p:spPr>
            <a:xfrm>
              <a:off x="1146412" y="2654489"/>
              <a:ext cx="1610360" cy="415925"/>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Matcher Logic</a:t>
              </a:r>
              <a:endParaRPr lang="en-CA" sz="1100" b="1">
                <a:effectLst/>
                <a:ea typeface="MS Mincho" panose="02020609040205080304" pitchFamily="49" charset="-128"/>
                <a:cs typeface="Arial" panose="020B0604020202020204" pitchFamily="34" charset="0"/>
              </a:endParaRPr>
            </a:p>
          </p:txBody>
        </p:sp>
        <p:sp>
          <p:nvSpPr>
            <p:cNvPr id="11" name="Rectangle: Rounded Corners 10">
              <a:extLst>
                <a:ext uri="{FF2B5EF4-FFF2-40B4-BE49-F238E27FC236}">
                  <a16:creationId xmlns:a16="http://schemas.microsoft.com/office/drawing/2014/main" id="{CF2BB5A1-8726-3AAF-EB37-BFBBFF1DF6A5}"/>
                </a:ext>
              </a:extLst>
            </p:cNvPr>
            <p:cNvSpPr/>
            <p:nvPr/>
          </p:nvSpPr>
          <p:spPr>
            <a:xfrm>
              <a:off x="1160060" y="3452883"/>
              <a:ext cx="1610360" cy="415925"/>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Azure SQL Database</a:t>
              </a:r>
              <a:endParaRPr lang="en-CA" sz="1100" b="1">
                <a:effectLst/>
                <a:ea typeface="MS Mincho" panose="02020609040205080304" pitchFamily="49" charset="-128"/>
                <a:cs typeface="Arial" panose="020B0604020202020204" pitchFamily="34" charset="0"/>
              </a:endParaRPr>
            </a:p>
          </p:txBody>
        </p:sp>
        <p:sp>
          <p:nvSpPr>
            <p:cNvPr id="12" name="Rectangle: Rounded Corners 11">
              <a:extLst>
                <a:ext uri="{FF2B5EF4-FFF2-40B4-BE49-F238E27FC236}">
                  <a16:creationId xmlns:a16="http://schemas.microsoft.com/office/drawing/2014/main" id="{C0FA6796-BBA0-BB4C-0219-BDD6C6DD324A}"/>
                </a:ext>
              </a:extLst>
            </p:cNvPr>
            <p:cNvSpPr/>
            <p:nvPr/>
          </p:nvSpPr>
          <p:spPr>
            <a:xfrm>
              <a:off x="6824" y="951806"/>
              <a:ext cx="1610360" cy="415925"/>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Resume Parser</a:t>
              </a:r>
              <a:endParaRPr lang="en-CA" sz="1100" b="1">
                <a:effectLst/>
                <a:ea typeface="MS Mincho" panose="02020609040205080304" pitchFamily="49" charset="-128"/>
                <a:cs typeface="Arial" panose="020B0604020202020204" pitchFamily="34" charset="0"/>
              </a:endParaRPr>
            </a:p>
          </p:txBody>
        </p:sp>
        <p:sp>
          <p:nvSpPr>
            <p:cNvPr id="13" name="Rectangle: Rounded Corners 12">
              <a:extLst>
                <a:ext uri="{FF2B5EF4-FFF2-40B4-BE49-F238E27FC236}">
                  <a16:creationId xmlns:a16="http://schemas.microsoft.com/office/drawing/2014/main" id="{45589134-658B-A9E4-1E81-B06091611C65}"/>
                </a:ext>
              </a:extLst>
            </p:cNvPr>
            <p:cNvSpPr/>
            <p:nvPr/>
          </p:nvSpPr>
          <p:spPr>
            <a:xfrm>
              <a:off x="2258704" y="951806"/>
              <a:ext cx="1610360" cy="415925"/>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Job Parser</a:t>
              </a:r>
              <a:endParaRPr lang="en-CA" sz="1100" b="1">
                <a:effectLst/>
                <a:ea typeface="MS Mincho" panose="02020609040205080304" pitchFamily="49" charset="-128"/>
                <a:cs typeface="Arial" panose="020B0604020202020204" pitchFamily="34" charset="0"/>
              </a:endParaRPr>
            </a:p>
          </p:txBody>
        </p:sp>
        <p:sp>
          <p:nvSpPr>
            <p:cNvPr id="14" name="Rectangle: Rounded Corners 13">
              <a:extLst>
                <a:ext uri="{FF2B5EF4-FFF2-40B4-BE49-F238E27FC236}">
                  <a16:creationId xmlns:a16="http://schemas.microsoft.com/office/drawing/2014/main" id="{95F62369-C08E-C3E1-E03A-F23EC1C07697}"/>
                </a:ext>
              </a:extLst>
            </p:cNvPr>
            <p:cNvSpPr/>
            <p:nvPr/>
          </p:nvSpPr>
          <p:spPr>
            <a:xfrm>
              <a:off x="1160060" y="4237630"/>
              <a:ext cx="1610360" cy="415925"/>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Streamlit Web App</a:t>
              </a:r>
              <a:endParaRPr lang="en-CA" sz="1100" b="1">
                <a:effectLst/>
                <a:ea typeface="MS Mincho" panose="02020609040205080304" pitchFamily="49" charset="-128"/>
                <a:cs typeface="Arial" panose="020B0604020202020204" pitchFamily="34" charset="0"/>
              </a:endParaRPr>
            </a:p>
          </p:txBody>
        </p:sp>
        <p:sp>
          <p:nvSpPr>
            <p:cNvPr id="15" name="Rectangle: Rounded Corners 14">
              <a:extLst>
                <a:ext uri="{FF2B5EF4-FFF2-40B4-BE49-F238E27FC236}">
                  <a16:creationId xmlns:a16="http://schemas.microsoft.com/office/drawing/2014/main" id="{431DF66F-191E-A4B5-889F-88FCEEA4F192}"/>
                </a:ext>
              </a:extLst>
            </p:cNvPr>
            <p:cNvSpPr/>
            <p:nvPr/>
          </p:nvSpPr>
          <p:spPr>
            <a:xfrm>
              <a:off x="0" y="-1"/>
              <a:ext cx="1610360" cy="595166"/>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Resumes </a:t>
              </a:r>
              <a:endParaRPr lang="en-CA" sz="1100" b="1">
                <a:effectLst/>
                <a:ea typeface="MS Mincho" panose="02020609040205080304" pitchFamily="49" charset="-128"/>
                <a:cs typeface="Arial" panose="020B0604020202020204" pitchFamily="34" charset="0"/>
              </a:endParaRPr>
            </a:p>
            <a:p>
              <a:pPr algn="ctr">
                <a:lnSpc>
                  <a:spcPct val="115000"/>
                </a:lnSpc>
                <a:spcAft>
                  <a:spcPts val="1000"/>
                </a:spcAft>
                <a:buNone/>
              </a:pPr>
              <a:r>
                <a:rPr lang="en-CA" sz="1100" b="1">
                  <a:solidFill>
                    <a:srgbClr val="000000"/>
                  </a:solidFill>
                  <a:effectLst/>
                  <a:latin typeface="Calibri" panose="020F0502020204030204" pitchFamily="34" charset="0"/>
                  <a:ea typeface="MS Mincho" panose="02020609040205080304" pitchFamily="49" charset="-128"/>
                  <a:cs typeface="Arial" panose="020B0604020202020204" pitchFamily="34" charset="0"/>
                </a:rPr>
                <a:t>(.docx/.pdf)</a:t>
              </a:r>
              <a:r>
                <a:rPr lang="en-US" sz="1000" b="1">
                  <a:effectLst/>
                  <a:latin typeface="Calibri" panose="020F0502020204030204" pitchFamily="34" charset="0"/>
                  <a:ea typeface="MS Mincho" panose="02020609040205080304" pitchFamily="49" charset="-128"/>
                  <a:cs typeface="Arial" panose="020B0604020202020204" pitchFamily="34" charset="0"/>
                </a:rPr>
                <a:t> </a:t>
              </a:r>
              <a:endParaRPr lang="en-CA" sz="1100" b="1">
                <a:effectLst/>
                <a:ea typeface="MS Mincho" panose="02020609040205080304" pitchFamily="49" charset="-128"/>
                <a:cs typeface="Arial" panose="020B0604020202020204" pitchFamily="34" charset="0"/>
              </a:endParaRPr>
            </a:p>
          </p:txBody>
        </p:sp>
        <p:cxnSp>
          <p:nvCxnSpPr>
            <p:cNvPr id="16" name="Straight Arrow Connector 15">
              <a:extLst>
                <a:ext uri="{FF2B5EF4-FFF2-40B4-BE49-F238E27FC236}">
                  <a16:creationId xmlns:a16="http://schemas.microsoft.com/office/drawing/2014/main" id="{923808F2-D99A-13BF-1F3C-1CB9CF193396}"/>
                </a:ext>
              </a:extLst>
            </p:cNvPr>
            <p:cNvCxnSpPr/>
            <p:nvPr/>
          </p:nvCxnSpPr>
          <p:spPr>
            <a:xfrm>
              <a:off x="802375" y="598138"/>
              <a:ext cx="0" cy="323850"/>
            </a:xfrm>
            <a:prstGeom prst="straightConnector1">
              <a:avLst/>
            </a:prstGeom>
            <a:ln>
              <a:headEnd type="none" w="med" len="med"/>
              <a:tailEnd type="arrow" w="med" len="med"/>
            </a:ln>
          </p:spPr>
          <p:style>
            <a:lnRef idx="1">
              <a:schemeClr val="accent1"/>
            </a:lnRef>
            <a:fillRef idx="2">
              <a:schemeClr val="accent1"/>
            </a:fillRef>
            <a:effectRef idx="1">
              <a:schemeClr val="accent1"/>
            </a:effectRef>
            <a:fontRef idx="minor">
              <a:schemeClr val="dk1"/>
            </a:fontRef>
          </p:style>
        </p:cxnSp>
        <p:cxnSp>
          <p:nvCxnSpPr>
            <p:cNvPr id="17" name="Straight Arrow Connector 16">
              <a:extLst>
                <a:ext uri="{FF2B5EF4-FFF2-40B4-BE49-F238E27FC236}">
                  <a16:creationId xmlns:a16="http://schemas.microsoft.com/office/drawing/2014/main" id="{4CFF4207-FA8E-4A5E-AAE3-6C1F70E7A0F2}"/>
                </a:ext>
              </a:extLst>
            </p:cNvPr>
            <p:cNvCxnSpPr/>
            <p:nvPr/>
          </p:nvCxnSpPr>
          <p:spPr>
            <a:xfrm>
              <a:off x="3054255" y="598138"/>
              <a:ext cx="0" cy="323850"/>
            </a:xfrm>
            <a:prstGeom prst="straightConnector1">
              <a:avLst/>
            </a:prstGeom>
            <a:ln>
              <a:headEnd type="none" w="med" len="med"/>
              <a:tailEnd type="arrow" w="med" len="med"/>
            </a:ln>
          </p:spPr>
          <p:style>
            <a:lnRef idx="1">
              <a:schemeClr val="accent1"/>
            </a:lnRef>
            <a:fillRef idx="2">
              <a:schemeClr val="accent1"/>
            </a:fillRef>
            <a:effectRef idx="1">
              <a:schemeClr val="accent1"/>
            </a:effectRef>
            <a:fontRef idx="minor">
              <a:schemeClr val="dk1"/>
            </a:fontRef>
          </p:style>
        </p:cxnSp>
        <p:cxnSp>
          <p:nvCxnSpPr>
            <p:cNvPr id="18" name="Straight Arrow Connector 17">
              <a:extLst>
                <a:ext uri="{FF2B5EF4-FFF2-40B4-BE49-F238E27FC236}">
                  <a16:creationId xmlns:a16="http://schemas.microsoft.com/office/drawing/2014/main" id="{55E11BE3-7E22-A5F2-6BFE-5AE33E83E960}"/>
                </a:ext>
              </a:extLst>
            </p:cNvPr>
            <p:cNvCxnSpPr/>
            <p:nvPr/>
          </p:nvCxnSpPr>
          <p:spPr>
            <a:xfrm>
              <a:off x="802375" y="1376309"/>
              <a:ext cx="0" cy="323850"/>
            </a:xfrm>
            <a:prstGeom prst="straightConnector1">
              <a:avLst/>
            </a:prstGeom>
            <a:ln>
              <a:headEnd type="none" w="med" len="med"/>
              <a:tailEnd type="arrow" w="med" len="med"/>
            </a:ln>
          </p:spPr>
          <p:style>
            <a:lnRef idx="1">
              <a:schemeClr val="accent1"/>
            </a:lnRef>
            <a:fillRef idx="2">
              <a:schemeClr val="accent1"/>
            </a:fillRef>
            <a:effectRef idx="1">
              <a:schemeClr val="accent1"/>
            </a:effectRef>
            <a:fontRef idx="minor">
              <a:schemeClr val="dk1"/>
            </a:fontRef>
          </p:style>
        </p:cxnSp>
        <p:cxnSp>
          <p:nvCxnSpPr>
            <p:cNvPr id="19" name="Straight Arrow Connector 18">
              <a:extLst>
                <a:ext uri="{FF2B5EF4-FFF2-40B4-BE49-F238E27FC236}">
                  <a16:creationId xmlns:a16="http://schemas.microsoft.com/office/drawing/2014/main" id="{82DC64F7-1501-B552-1B6C-368E44EAE32B}"/>
                </a:ext>
              </a:extLst>
            </p:cNvPr>
            <p:cNvCxnSpPr/>
            <p:nvPr/>
          </p:nvCxnSpPr>
          <p:spPr>
            <a:xfrm>
              <a:off x="3054255" y="1376309"/>
              <a:ext cx="0" cy="323850"/>
            </a:xfrm>
            <a:prstGeom prst="straightConnector1">
              <a:avLst/>
            </a:prstGeom>
            <a:ln>
              <a:headEnd type="none" w="med" len="med"/>
              <a:tailEnd type="arrow" w="med" len="med"/>
            </a:ln>
          </p:spPr>
          <p:style>
            <a:lnRef idx="1">
              <a:schemeClr val="accent1"/>
            </a:lnRef>
            <a:fillRef idx="2">
              <a:schemeClr val="accent1"/>
            </a:fillRef>
            <a:effectRef idx="1">
              <a:schemeClr val="accent1"/>
            </a:effectRef>
            <a:fontRef idx="minor">
              <a:schemeClr val="dk1"/>
            </a:fontRef>
          </p:style>
        </p:cxnSp>
        <p:cxnSp>
          <p:nvCxnSpPr>
            <p:cNvPr id="20" name="Straight Arrow Connector 19">
              <a:extLst>
                <a:ext uri="{FF2B5EF4-FFF2-40B4-BE49-F238E27FC236}">
                  <a16:creationId xmlns:a16="http://schemas.microsoft.com/office/drawing/2014/main" id="{CAF0DF24-4143-8F6E-C49C-10955B79D964}"/>
                </a:ext>
              </a:extLst>
            </p:cNvPr>
            <p:cNvCxnSpPr/>
            <p:nvPr/>
          </p:nvCxnSpPr>
          <p:spPr>
            <a:xfrm>
              <a:off x="1955610" y="3092639"/>
              <a:ext cx="0" cy="324000"/>
            </a:xfrm>
            <a:prstGeom prst="straightConnector1">
              <a:avLst/>
            </a:prstGeom>
            <a:ln>
              <a:headEnd type="none" w="med" len="med"/>
              <a:tailEnd type="arrow" w="med" len="med"/>
            </a:ln>
          </p:spPr>
          <p:style>
            <a:lnRef idx="1">
              <a:schemeClr val="accent1"/>
            </a:lnRef>
            <a:fillRef idx="2">
              <a:schemeClr val="accent1"/>
            </a:fillRef>
            <a:effectRef idx="1">
              <a:schemeClr val="accent1"/>
            </a:effectRef>
            <a:fontRef idx="minor">
              <a:schemeClr val="dk1"/>
            </a:fontRef>
          </p:style>
        </p:cxnSp>
        <p:cxnSp>
          <p:nvCxnSpPr>
            <p:cNvPr id="21" name="Straight Arrow Connector 20">
              <a:extLst>
                <a:ext uri="{FF2B5EF4-FFF2-40B4-BE49-F238E27FC236}">
                  <a16:creationId xmlns:a16="http://schemas.microsoft.com/office/drawing/2014/main" id="{AD27F128-546F-634A-296F-5D779C6F045B}"/>
                </a:ext>
              </a:extLst>
            </p:cNvPr>
            <p:cNvCxnSpPr/>
            <p:nvPr/>
          </p:nvCxnSpPr>
          <p:spPr>
            <a:xfrm>
              <a:off x="1955610" y="3884209"/>
              <a:ext cx="0" cy="323850"/>
            </a:xfrm>
            <a:prstGeom prst="straightConnector1">
              <a:avLst/>
            </a:prstGeom>
            <a:ln>
              <a:headEnd type="none" w="med" len="med"/>
              <a:tailEnd type="arrow" w="med" len="med"/>
            </a:ln>
          </p:spPr>
          <p:style>
            <a:lnRef idx="1">
              <a:schemeClr val="accent1"/>
            </a:lnRef>
            <a:fillRef idx="2">
              <a:schemeClr val="accent1"/>
            </a:fillRef>
            <a:effectRef idx="1">
              <a:schemeClr val="accent1"/>
            </a:effectRef>
            <a:fontRef idx="minor">
              <a:schemeClr val="dk1"/>
            </a:fontRef>
          </p:style>
        </p:cxnSp>
      </p:grpSp>
      <p:sp>
        <p:nvSpPr>
          <p:cNvPr id="22" name="TextBox 21">
            <a:extLst>
              <a:ext uri="{FF2B5EF4-FFF2-40B4-BE49-F238E27FC236}">
                <a16:creationId xmlns:a16="http://schemas.microsoft.com/office/drawing/2014/main" id="{1CF1C853-9B7E-90D8-817D-94C793B41DCD}"/>
              </a:ext>
            </a:extLst>
          </p:cNvPr>
          <p:cNvSpPr txBox="1"/>
          <p:nvPr/>
        </p:nvSpPr>
        <p:spPr>
          <a:xfrm>
            <a:off x="3048000" y="566058"/>
            <a:ext cx="6096000" cy="523220"/>
          </a:xfrm>
          <a:prstGeom prst="rect">
            <a:avLst/>
          </a:prstGeom>
          <a:noFill/>
        </p:spPr>
        <p:txBody>
          <a:bodyPr wrap="square">
            <a:spAutoFit/>
          </a:bodyPr>
          <a:lstStyle/>
          <a:p>
            <a:pPr algn="ctr"/>
            <a:r>
              <a:rPr lang="en-US" sz="2800" b="1" i="0">
                <a:solidFill>
                  <a:schemeClr val="accent1">
                    <a:lumMod val="50000"/>
                  </a:schemeClr>
                </a:solidFill>
                <a:effectLst/>
                <a:latin typeface="Times New Roman" panose="02020603050405020304" pitchFamily="18" charset="0"/>
                <a:cs typeface="Times New Roman" panose="02020603050405020304" pitchFamily="18" charset="0"/>
              </a:rPr>
              <a:t>System Architecture / Workflow </a:t>
            </a:r>
            <a:endParaRPr lang="en-CA" sz="2800" b="1">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6634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D3BBF-1445-9F41-271A-9DEB4B6B484C}"/>
            </a:ext>
          </a:extLst>
        </p:cNvPr>
        <p:cNvGrpSpPr/>
        <p:nvPr/>
      </p:nvGrpSpPr>
      <p:grpSpPr>
        <a:xfrm>
          <a:off x="0" y="0"/>
          <a:ext cx="0" cy="0"/>
          <a:chOff x="0" y="0"/>
          <a:chExt cx="0" cy="0"/>
        </a:xfrm>
      </p:grpSpPr>
      <p:sp>
        <p:nvSpPr>
          <p:cNvPr id="135" name="Rectangle 134">
            <a:extLst>
              <a:ext uri="{FF2B5EF4-FFF2-40B4-BE49-F238E27FC236}">
                <a16:creationId xmlns:a16="http://schemas.microsoft.com/office/drawing/2014/main" id="{4C5C5C55-4570-BE85-8C44-57DF975BD4A8}"/>
              </a:ext>
            </a:extLst>
          </p:cNvPr>
          <p:cNvSpPr/>
          <p:nvPr/>
        </p:nvSpPr>
        <p:spPr>
          <a:xfrm>
            <a:off x="3902056" y="4410430"/>
            <a:ext cx="6030679" cy="745202"/>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TextBox 21">
            <a:extLst>
              <a:ext uri="{FF2B5EF4-FFF2-40B4-BE49-F238E27FC236}">
                <a16:creationId xmlns:a16="http://schemas.microsoft.com/office/drawing/2014/main" id="{01FA93D9-9E18-7299-18BB-1BB6612683BA}"/>
              </a:ext>
            </a:extLst>
          </p:cNvPr>
          <p:cNvSpPr txBox="1"/>
          <p:nvPr/>
        </p:nvSpPr>
        <p:spPr>
          <a:xfrm>
            <a:off x="3048000" y="566058"/>
            <a:ext cx="6096000" cy="523220"/>
          </a:xfrm>
          <a:prstGeom prst="rect">
            <a:avLst/>
          </a:prstGeom>
          <a:noFill/>
        </p:spPr>
        <p:txBody>
          <a:bodyPr wrap="square">
            <a:spAutoFit/>
          </a:bodyPr>
          <a:lstStyle/>
          <a:p>
            <a:pPr algn="ctr"/>
            <a:r>
              <a:rPr lang="en-US" sz="2800" b="1" i="0">
                <a:solidFill>
                  <a:schemeClr val="accent1">
                    <a:lumMod val="50000"/>
                  </a:schemeClr>
                </a:solidFill>
                <a:effectLst/>
                <a:latin typeface="Times New Roman" panose="02020603050405020304" pitchFamily="18" charset="0"/>
                <a:cs typeface="Times New Roman" panose="02020603050405020304" pitchFamily="18" charset="0"/>
              </a:rPr>
              <a:t>System Architecture / Workflow </a:t>
            </a:r>
            <a:endParaRPr lang="en-CA" sz="2800" b="1">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3" name="Graphic 2" descr="Open folder with solid fill">
            <a:extLst>
              <a:ext uri="{FF2B5EF4-FFF2-40B4-BE49-F238E27FC236}">
                <a16:creationId xmlns:a16="http://schemas.microsoft.com/office/drawing/2014/main" id="{8A8EAC4B-2600-DC58-BC80-7DBB87D2C8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3451" y="2212845"/>
            <a:ext cx="540000" cy="540000"/>
          </a:xfrm>
          <a:prstGeom prst="rect">
            <a:avLst/>
          </a:prstGeom>
        </p:spPr>
      </p:pic>
      <p:sp>
        <p:nvSpPr>
          <p:cNvPr id="23" name="Rectangle: Rounded Corners 22">
            <a:extLst>
              <a:ext uri="{FF2B5EF4-FFF2-40B4-BE49-F238E27FC236}">
                <a16:creationId xmlns:a16="http://schemas.microsoft.com/office/drawing/2014/main" id="{81F307DA-2F3C-188B-A67D-0432A30D5C66}"/>
              </a:ext>
            </a:extLst>
          </p:cNvPr>
          <p:cNvSpPr/>
          <p:nvPr/>
        </p:nvSpPr>
        <p:spPr>
          <a:xfrm>
            <a:off x="5038527" y="1197768"/>
            <a:ext cx="2114947" cy="397619"/>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400" b="1">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Project Folder Structure</a:t>
            </a:r>
            <a:endParaRPr lang="en-CA" sz="1400" b="1">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26" name="Rectangle: Rounded Corners 25">
            <a:extLst>
              <a:ext uri="{FF2B5EF4-FFF2-40B4-BE49-F238E27FC236}">
                <a16:creationId xmlns:a16="http://schemas.microsoft.com/office/drawing/2014/main" id="{159A82AC-3842-D54A-B7D3-2EB30D00B96B}"/>
              </a:ext>
            </a:extLst>
          </p:cNvPr>
          <p:cNvSpPr/>
          <p:nvPr/>
        </p:nvSpPr>
        <p:spPr>
          <a:xfrm>
            <a:off x="2048331" y="2262629"/>
            <a:ext cx="802284" cy="540000"/>
          </a:xfrm>
          <a:prstGeom prst="roundRect">
            <a:avLst/>
          </a:prstGeom>
          <a:noFill/>
          <a:ln>
            <a:no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sp>
        <p:nvSpPr>
          <p:cNvPr id="35" name="TextBox 34">
            <a:extLst>
              <a:ext uri="{FF2B5EF4-FFF2-40B4-BE49-F238E27FC236}">
                <a16:creationId xmlns:a16="http://schemas.microsoft.com/office/drawing/2014/main" id="{5716CDE1-BC86-23BC-5DBF-F586D168C79B}"/>
              </a:ext>
            </a:extLst>
          </p:cNvPr>
          <p:cNvSpPr txBox="1"/>
          <p:nvPr/>
        </p:nvSpPr>
        <p:spPr>
          <a:xfrm>
            <a:off x="2183368" y="2595111"/>
            <a:ext cx="578107"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Input</a:t>
            </a:r>
          </a:p>
        </p:txBody>
      </p:sp>
      <p:pic>
        <p:nvPicPr>
          <p:cNvPr id="41" name="Graphic 40" descr="Clipboard Badge with solid fill">
            <a:extLst>
              <a:ext uri="{FF2B5EF4-FFF2-40B4-BE49-F238E27FC236}">
                <a16:creationId xmlns:a16="http://schemas.microsoft.com/office/drawing/2014/main" id="{29129F96-18E0-D483-264B-C0FCC571D48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17822" y="2897021"/>
            <a:ext cx="396000" cy="396000"/>
          </a:xfrm>
          <a:prstGeom prst="rect">
            <a:avLst/>
          </a:prstGeom>
        </p:spPr>
      </p:pic>
      <p:pic>
        <p:nvPicPr>
          <p:cNvPr id="45" name="Graphic 44" descr="List with solid fill">
            <a:extLst>
              <a:ext uri="{FF2B5EF4-FFF2-40B4-BE49-F238E27FC236}">
                <a16:creationId xmlns:a16="http://schemas.microsoft.com/office/drawing/2014/main" id="{D734A56C-D6A9-0AF5-8E3D-EC31783CB09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51713" y="2903294"/>
            <a:ext cx="396000" cy="396000"/>
          </a:xfrm>
          <a:prstGeom prst="rect">
            <a:avLst/>
          </a:prstGeom>
        </p:spPr>
      </p:pic>
      <p:sp>
        <p:nvSpPr>
          <p:cNvPr id="46" name="TextBox 45">
            <a:extLst>
              <a:ext uri="{FF2B5EF4-FFF2-40B4-BE49-F238E27FC236}">
                <a16:creationId xmlns:a16="http://schemas.microsoft.com/office/drawing/2014/main" id="{F50E6CED-1BD6-2234-4CF4-3B1A65ABFD4A}"/>
              </a:ext>
            </a:extLst>
          </p:cNvPr>
          <p:cNvSpPr txBox="1"/>
          <p:nvPr/>
        </p:nvSpPr>
        <p:spPr>
          <a:xfrm>
            <a:off x="1560883" y="3264429"/>
            <a:ext cx="723394"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Resume </a:t>
            </a:r>
          </a:p>
        </p:txBody>
      </p:sp>
      <p:sp>
        <p:nvSpPr>
          <p:cNvPr id="48" name="Rectangle: Rounded Corners 47">
            <a:extLst>
              <a:ext uri="{FF2B5EF4-FFF2-40B4-BE49-F238E27FC236}">
                <a16:creationId xmlns:a16="http://schemas.microsoft.com/office/drawing/2014/main" id="{60FC2755-06A9-F9C1-657B-E0171095C9C0}"/>
              </a:ext>
            </a:extLst>
          </p:cNvPr>
          <p:cNvSpPr/>
          <p:nvPr/>
        </p:nvSpPr>
        <p:spPr>
          <a:xfrm>
            <a:off x="4054167" y="3735414"/>
            <a:ext cx="1368424"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resume</a:t>
            </a:r>
            <a:r>
              <a:rPr lang="en-CA" sz="11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_parser.py</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49" name="Rectangle: Rounded Corners 48">
            <a:extLst>
              <a:ext uri="{FF2B5EF4-FFF2-40B4-BE49-F238E27FC236}">
                <a16:creationId xmlns:a16="http://schemas.microsoft.com/office/drawing/2014/main" id="{79282152-664B-52A2-FE65-C68BF96A4A00}"/>
              </a:ext>
            </a:extLst>
          </p:cNvPr>
          <p:cNvSpPr/>
          <p:nvPr/>
        </p:nvSpPr>
        <p:spPr>
          <a:xfrm>
            <a:off x="6100197" y="3719605"/>
            <a:ext cx="1368424"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Job_parser.py</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50" name="Rectangle: Rounded Corners 49">
            <a:extLst>
              <a:ext uri="{FF2B5EF4-FFF2-40B4-BE49-F238E27FC236}">
                <a16:creationId xmlns:a16="http://schemas.microsoft.com/office/drawing/2014/main" id="{7F8139EC-36ED-D3DC-9450-8B7D26CB460C}"/>
              </a:ext>
            </a:extLst>
          </p:cNvPr>
          <p:cNvSpPr/>
          <p:nvPr/>
        </p:nvSpPr>
        <p:spPr>
          <a:xfrm>
            <a:off x="4017790" y="4526745"/>
            <a:ext cx="1441178"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Parsed Resumes</a:t>
            </a:r>
          </a:p>
          <a:p>
            <a:pPr algn="ctr">
              <a:lnSpc>
                <a:spcPct val="115000"/>
              </a:lnSpc>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(parsed_resumes.csv)</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51" name="Rectangle: Rounded Corners 50">
            <a:extLst>
              <a:ext uri="{FF2B5EF4-FFF2-40B4-BE49-F238E27FC236}">
                <a16:creationId xmlns:a16="http://schemas.microsoft.com/office/drawing/2014/main" id="{2E1F7970-0941-D9AE-CD8B-1E62CF55DF16}"/>
              </a:ext>
            </a:extLst>
          </p:cNvPr>
          <p:cNvSpPr/>
          <p:nvPr/>
        </p:nvSpPr>
        <p:spPr>
          <a:xfrm>
            <a:off x="6005273" y="4505835"/>
            <a:ext cx="1558270"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Parsed Job Description</a:t>
            </a:r>
          </a:p>
          <a:p>
            <a:pPr algn="ctr">
              <a:lnSpc>
                <a:spcPct val="115000"/>
              </a:lnSpc>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(parsed_job_skills.csv)</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58" name="Rectangle: Rounded Corners 57">
            <a:extLst>
              <a:ext uri="{FF2B5EF4-FFF2-40B4-BE49-F238E27FC236}">
                <a16:creationId xmlns:a16="http://schemas.microsoft.com/office/drawing/2014/main" id="{515EC5E7-EE67-88CC-40FA-4F46B3AFA04D}"/>
              </a:ext>
            </a:extLst>
          </p:cNvPr>
          <p:cNvSpPr/>
          <p:nvPr/>
        </p:nvSpPr>
        <p:spPr>
          <a:xfrm>
            <a:off x="8279001" y="3735414"/>
            <a:ext cx="1368424"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matcher.py</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60" name="Rectangle: Rounded Corners 59">
            <a:extLst>
              <a:ext uri="{FF2B5EF4-FFF2-40B4-BE49-F238E27FC236}">
                <a16:creationId xmlns:a16="http://schemas.microsoft.com/office/drawing/2014/main" id="{44212420-9DD3-DA7A-B364-982474CF7A40}"/>
              </a:ext>
            </a:extLst>
          </p:cNvPr>
          <p:cNvSpPr/>
          <p:nvPr/>
        </p:nvSpPr>
        <p:spPr>
          <a:xfrm>
            <a:off x="8065184" y="4600981"/>
            <a:ext cx="1796058"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Matching Score</a:t>
            </a:r>
          </a:p>
          <a:p>
            <a:pPr algn="ctr">
              <a:lnSpc>
                <a:spcPct val="115000"/>
              </a:lnSpc>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(resume_match_results.csv)</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72" name="Rectangle: Rounded Corners 71">
            <a:extLst>
              <a:ext uri="{FF2B5EF4-FFF2-40B4-BE49-F238E27FC236}">
                <a16:creationId xmlns:a16="http://schemas.microsoft.com/office/drawing/2014/main" id="{E4901762-246E-5625-F472-7EBEF4C6E2E2}"/>
              </a:ext>
            </a:extLst>
          </p:cNvPr>
          <p:cNvSpPr/>
          <p:nvPr/>
        </p:nvSpPr>
        <p:spPr>
          <a:xfrm>
            <a:off x="8619388" y="2742562"/>
            <a:ext cx="1368424"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main.py</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76" name="TextBox 75">
            <a:extLst>
              <a:ext uri="{FF2B5EF4-FFF2-40B4-BE49-F238E27FC236}">
                <a16:creationId xmlns:a16="http://schemas.microsoft.com/office/drawing/2014/main" id="{128D68D2-E12D-A3A5-8C52-999A7BEBB25C}"/>
              </a:ext>
            </a:extLst>
          </p:cNvPr>
          <p:cNvSpPr txBox="1"/>
          <p:nvPr/>
        </p:nvSpPr>
        <p:spPr>
          <a:xfrm>
            <a:off x="7608334" y="3058770"/>
            <a:ext cx="677292" cy="253916"/>
          </a:xfrm>
          <a:prstGeom prst="rect">
            <a:avLst/>
          </a:prstGeom>
          <a:noFill/>
        </p:spPr>
        <p:txBody>
          <a:bodyPr wrap="square" rtlCol="0">
            <a:spAutoFit/>
          </a:bodyPr>
          <a:lstStyle/>
          <a:p>
            <a:r>
              <a:rPr lang="en-CA" sz="1050">
                <a:latin typeface="Times New Roman" panose="02020603050405020304" pitchFamily="18" charset="0"/>
                <a:cs typeface="Times New Roman" panose="02020603050405020304" pitchFamily="18" charset="0"/>
              </a:rPr>
              <a:t>Run this</a:t>
            </a:r>
          </a:p>
        </p:txBody>
      </p:sp>
      <p:pic>
        <p:nvPicPr>
          <p:cNvPr id="80" name="Graphic 79" descr="Database outline">
            <a:extLst>
              <a:ext uri="{FF2B5EF4-FFF2-40B4-BE49-F238E27FC236}">
                <a16:creationId xmlns:a16="http://schemas.microsoft.com/office/drawing/2014/main" id="{0044A014-38D0-CC70-7CA6-EE7F278A64F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36856" y="5345722"/>
            <a:ext cx="687535" cy="687535"/>
          </a:xfrm>
          <a:prstGeom prst="rect">
            <a:avLst/>
          </a:prstGeom>
        </p:spPr>
      </p:pic>
      <p:sp>
        <p:nvSpPr>
          <p:cNvPr id="81" name="Rectangle: Rounded Corners 80">
            <a:extLst>
              <a:ext uri="{FF2B5EF4-FFF2-40B4-BE49-F238E27FC236}">
                <a16:creationId xmlns:a16="http://schemas.microsoft.com/office/drawing/2014/main" id="{7D565090-0143-63F9-097B-9D8DEED9D92B}"/>
              </a:ext>
            </a:extLst>
          </p:cNvPr>
          <p:cNvSpPr/>
          <p:nvPr/>
        </p:nvSpPr>
        <p:spPr>
          <a:xfrm>
            <a:off x="10220566" y="3780356"/>
            <a:ext cx="704850" cy="673017"/>
          </a:xfrm>
          <a:prstGeom prst="roundRect">
            <a:avLst/>
          </a:prstGeom>
          <a:noFill/>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sp>
        <p:nvSpPr>
          <p:cNvPr id="82" name="Rectangle: Rounded Corners 81">
            <a:extLst>
              <a:ext uri="{FF2B5EF4-FFF2-40B4-BE49-F238E27FC236}">
                <a16:creationId xmlns:a16="http://schemas.microsoft.com/office/drawing/2014/main" id="{D59CF11F-99A4-1295-99E8-E968DA064E4C}"/>
              </a:ext>
            </a:extLst>
          </p:cNvPr>
          <p:cNvSpPr/>
          <p:nvPr/>
        </p:nvSpPr>
        <p:spPr>
          <a:xfrm>
            <a:off x="10214648" y="4747551"/>
            <a:ext cx="704850" cy="673017"/>
          </a:xfrm>
          <a:prstGeom prst="roundRect">
            <a:avLst/>
          </a:prstGeom>
          <a:noFill/>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sp>
        <p:nvSpPr>
          <p:cNvPr id="83" name="TextBox 82">
            <a:extLst>
              <a:ext uri="{FF2B5EF4-FFF2-40B4-BE49-F238E27FC236}">
                <a16:creationId xmlns:a16="http://schemas.microsoft.com/office/drawing/2014/main" id="{F8208F51-6C61-5021-9E4E-FF11FCF99B39}"/>
              </a:ext>
            </a:extLst>
          </p:cNvPr>
          <p:cNvSpPr txBox="1"/>
          <p:nvPr/>
        </p:nvSpPr>
        <p:spPr>
          <a:xfrm>
            <a:off x="10173733" y="4511161"/>
            <a:ext cx="891985"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Power BI</a:t>
            </a:r>
          </a:p>
        </p:txBody>
      </p:sp>
      <p:sp>
        <p:nvSpPr>
          <p:cNvPr id="84" name="TextBox 83">
            <a:extLst>
              <a:ext uri="{FF2B5EF4-FFF2-40B4-BE49-F238E27FC236}">
                <a16:creationId xmlns:a16="http://schemas.microsoft.com/office/drawing/2014/main" id="{3D30F796-F378-20A4-660A-441A1875C09D}"/>
              </a:ext>
            </a:extLst>
          </p:cNvPr>
          <p:cNvSpPr txBox="1"/>
          <p:nvPr/>
        </p:nvSpPr>
        <p:spPr>
          <a:xfrm>
            <a:off x="10092650" y="3531239"/>
            <a:ext cx="1088490" cy="276999"/>
          </a:xfrm>
          <a:prstGeom prst="rect">
            <a:avLst/>
          </a:prstGeom>
          <a:noFill/>
        </p:spPr>
        <p:txBody>
          <a:bodyPr wrap="square" rtlCol="0">
            <a:spAutoFit/>
          </a:bodyPr>
          <a:lstStyle/>
          <a:p>
            <a:r>
              <a:rPr lang="en-CA" sz="1200" err="1">
                <a:latin typeface="Times New Roman" panose="02020603050405020304" pitchFamily="18" charset="0"/>
                <a:cs typeface="Times New Roman" panose="02020603050405020304" pitchFamily="18" charset="0"/>
              </a:rPr>
              <a:t>Streamlit</a:t>
            </a:r>
            <a:r>
              <a:rPr lang="en-CA" sz="1200">
                <a:latin typeface="Times New Roman" panose="02020603050405020304" pitchFamily="18" charset="0"/>
                <a:cs typeface="Times New Roman" panose="02020603050405020304" pitchFamily="18" charset="0"/>
              </a:rPr>
              <a:t> App</a:t>
            </a:r>
          </a:p>
        </p:txBody>
      </p:sp>
      <p:pic>
        <p:nvPicPr>
          <p:cNvPr id="86" name="Graphic 85" descr="Internet with solid fill">
            <a:extLst>
              <a:ext uri="{FF2B5EF4-FFF2-40B4-BE49-F238E27FC236}">
                <a16:creationId xmlns:a16="http://schemas.microsoft.com/office/drawing/2014/main" id="{D8897B39-C952-4859-F5FE-36E11082686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281329" y="3800583"/>
            <a:ext cx="583324" cy="583324"/>
          </a:xfrm>
          <a:prstGeom prst="rect">
            <a:avLst/>
          </a:prstGeom>
        </p:spPr>
      </p:pic>
      <p:pic>
        <p:nvPicPr>
          <p:cNvPr id="90" name="Graphic 89" descr="Bar chart with solid fill">
            <a:extLst>
              <a:ext uri="{FF2B5EF4-FFF2-40B4-BE49-F238E27FC236}">
                <a16:creationId xmlns:a16="http://schemas.microsoft.com/office/drawing/2014/main" id="{4A43573E-79DC-7892-E7A8-03BF7867135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75411" y="4825468"/>
            <a:ext cx="583324" cy="583324"/>
          </a:xfrm>
          <a:prstGeom prst="rect">
            <a:avLst/>
          </a:prstGeom>
        </p:spPr>
      </p:pic>
      <p:pic>
        <p:nvPicPr>
          <p:cNvPr id="102" name="Graphic 101" descr="Open folder with solid fill">
            <a:extLst>
              <a:ext uri="{FF2B5EF4-FFF2-40B4-BE49-F238E27FC236}">
                <a16:creationId xmlns:a16="http://schemas.microsoft.com/office/drawing/2014/main" id="{B8F8E28C-3662-9A14-48DB-BBA98CAFB1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91262" y="2141036"/>
            <a:ext cx="540000" cy="540000"/>
          </a:xfrm>
          <a:prstGeom prst="rect">
            <a:avLst/>
          </a:prstGeom>
        </p:spPr>
      </p:pic>
      <p:sp>
        <p:nvSpPr>
          <p:cNvPr id="103" name="Rectangle: Rounded Corners 102">
            <a:extLst>
              <a:ext uri="{FF2B5EF4-FFF2-40B4-BE49-F238E27FC236}">
                <a16:creationId xmlns:a16="http://schemas.microsoft.com/office/drawing/2014/main" id="{B797FA7B-ABCA-4570-BE2B-314AF95B5767}"/>
              </a:ext>
            </a:extLst>
          </p:cNvPr>
          <p:cNvSpPr/>
          <p:nvPr/>
        </p:nvSpPr>
        <p:spPr>
          <a:xfrm>
            <a:off x="7043909" y="2118039"/>
            <a:ext cx="802284" cy="540000"/>
          </a:xfrm>
          <a:prstGeom prst="roundRect">
            <a:avLst/>
          </a:prstGeom>
          <a:noFill/>
          <a:ln>
            <a:no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sp>
        <p:nvSpPr>
          <p:cNvPr id="104" name="TextBox 103">
            <a:extLst>
              <a:ext uri="{FF2B5EF4-FFF2-40B4-BE49-F238E27FC236}">
                <a16:creationId xmlns:a16="http://schemas.microsoft.com/office/drawing/2014/main" id="{8A2DF025-7EC0-1AE0-88C3-DA8F7694524F}"/>
              </a:ext>
            </a:extLst>
          </p:cNvPr>
          <p:cNvSpPr txBox="1"/>
          <p:nvPr/>
        </p:nvSpPr>
        <p:spPr>
          <a:xfrm>
            <a:off x="2009113" y="842070"/>
            <a:ext cx="740629"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Scripts</a:t>
            </a:r>
          </a:p>
        </p:txBody>
      </p:sp>
      <p:pic>
        <p:nvPicPr>
          <p:cNvPr id="123" name="Graphic 122" descr="Open folder with solid fill">
            <a:extLst>
              <a:ext uri="{FF2B5EF4-FFF2-40B4-BE49-F238E27FC236}">
                <a16:creationId xmlns:a16="http://schemas.microsoft.com/office/drawing/2014/main" id="{636B8E6D-5424-ACBC-C98A-99416B35BA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31718" y="4442048"/>
            <a:ext cx="540000" cy="540000"/>
          </a:xfrm>
          <a:prstGeom prst="rect">
            <a:avLst/>
          </a:prstGeom>
        </p:spPr>
      </p:pic>
      <p:sp>
        <p:nvSpPr>
          <p:cNvPr id="124" name="Rectangle: Rounded Corners 123">
            <a:extLst>
              <a:ext uri="{FF2B5EF4-FFF2-40B4-BE49-F238E27FC236}">
                <a16:creationId xmlns:a16="http://schemas.microsoft.com/office/drawing/2014/main" id="{F4A8838C-976D-249B-A35C-DCFAA5BB0443}"/>
              </a:ext>
            </a:extLst>
          </p:cNvPr>
          <p:cNvSpPr/>
          <p:nvPr/>
        </p:nvSpPr>
        <p:spPr>
          <a:xfrm>
            <a:off x="1469793" y="4522346"/>
            <a:ext cx="802284" cy="540000"/>
          </a:xfrm>
          <a:prstGeom prst="roundRect">
            <a:avLst/>
          </a:prstGeom>
          <a:noFill/>
          <a:ln>
            <a:no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sp>
        <p:nvSpPr>
          <p:cNvPr id="125" name="TextBox 124">
            <a:extLst>
              <a:ext uri="{FF2B5EF4-FFF2-40B4-BE49-F238E27FC236}">
                <a16:creationId xmlns:a16="http://schemas.microsoft.com/office/drawing/2014/main" id="{4F70C311-6152-E4AB-BB84-D20787676869}"/>
              </a:ext>
            </a:extLst>
          </p:cNvPr>
          <p:cNvSpPr txBox="1"/>
          <p:nvPr/>
        </p:nvSpPr>
        <p:spPr>
          <a:xfrm>
            <a:off x="1598231" y="4825323"/>
            <a:ext cx="740629"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Output</a:t>
            </a:r>
          </a:p>
        </p:txBody>
      </p:sp>
      <p:sp>
        <p:nvSpPr>
          <p:cNvPr id="140" name="Rectangle: Rounded Corners 139">
            <a:extLst>
              <a:ext uri="{FF2B5EF4-FFF2-40B4-BE49-F238E27FC236}">
                <a16:creationId xmlns:a16="http://schemas.microsoft.com/office/drawing/2014/main" id="{92EBEEC9-9808-31FC-0996-8597BBBE1544}"/>
              </a:ext>
            </a:extLst>
          </p:cNvPr>
          <p:cNvSpPr/>
          <p:nvPr/>
        </p:nvSpPr>
        <p:spPr>
          <a:xfrm>
            <a:off x="6391204" y="5307493"/>
            <a:ext cx="797062" cy="899384"/>
          </a:xfrm>
          <a:prstGeom prst="roundRect">
            <a:avLst/>
          </a:prstGeom>
          <a:noFill/>
          <a:ln>
            <a:no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cxnSp>
        <p:nvCxnSpPr>
          <p:cNvPr id="146" name="Connector: Elbow 145">
            <a:extLst>
              <a:ext uri="{FF2B5EF4-FFF2-40B4-BE49-F238E27FC236}">
                <a16:creationId xmlns:a16="http://schemas.microsoft.com/office/drawing/2014/main" id="{924F2BE6-A6FD-C953-6FB7-84297AA12B5A}"/>
              </a:ext>
            </a:extLst>
          </p:cNvPr>
          <p:cNvCxnSpPr>
            <a:cxnSpLocks/>
            <a:stCxn id="60" idx="2"/>
            <a:endCxn id="140" idx="3"/>
          </p:cNvCxnSpPr>
          <p:nvPr/>
        </p:nvCxnSpPr>
        <p:spPr>
          <a:xfrm rot="5400000">
            <a:off x="7698764" y="4492735"/>
            <a:ext cx="753953" cy="177494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7E0926C0-BF9D-3C47-9828-60FF3380E5FC}"/>
              </a:ext>
            </a:extLst>
          </p:cNvPr>
          <p:cNvCxnSpPr>
            <a:cxnSpLocks/>
            <a:stCxn id="50" idx="2"/>
            <a:endCxn id="140" idx="1"/>
          </p:cNvCxnSpPr>
          <p:nvPr/>
        </p:nvCxnSpPr>
        <p:spPr>
          <a:xfrm rot="16200000" flipH="1">
            <a:off x="5150697" y="4516677"/>
            <a:ext cx="828189" cy="165282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376720C9-7212-21D8-BBDD-855BA2A007E9}"/>
              </a:ext>
            </a:extLst>
          </p:cNvPr>
          <p:cNvCxnSpPr>
            <a:cxnSpLocks/>
            <a:endCxn id="140" idx="0"/>
          </p:cNvCxnSpPr>
          <p:nvPr/>
        </p:nvCxnSpPr>
        <p:spPr>
          <a:xfrm flipH="1">
            <a:off x="6789735" y="5003232"/>
            <a:ext cx="4199" cy="304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AEA221D7-A6E5-E5FB-5082-4824FAD9A1E5}"/>
              </a:ext>
            </a:extLst>
          </p:cNvPr>
          <p:cNvSpPr txBox="1"/>
          <p:nvPr/>
        </p:nvSpPr>
        <p:spPr>
          <a:xfrm>
            <a:off x="6145904" y="5957766"/>
            <a:ext cx="1542979"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Azure SQL Database</a:t>
            </a:r>
          </a:p>
        </p:txBody>
      </p:sp>
      <p:sp>
        <p:nvSpPr>
          <p:cNvPr id="162" name="Rectangle 161">
            <a:extLst>
              <a:ext uri="{FF2B5EF4-FFF2-40B4-BE49-F238E27FC236}">
                <a16:creationId xmlns:a16="http://schemas.microsoft.com/office/drawing/2014/main" id="{CDD5C5E9-8B9F-5024-7E24-3ADEE1314420}"/>
              </a:ext>
            </a:extLst>
          </p:cNvPr>
          <p:cNvSpPr/>
          <p:nvPr/>
        </p:nvSpPr>
        <p:spPr>
          <a:xfrm>
            <a:off x="3902055" y="3561920"/>
            <a:ext cx="6030679" cy="710757"/>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64" name="Straight Arrow Connector 163">
            <a:extLst>
              <a:ext uri="{FF2B5EF4-FFF2-40B4-BE49-F238E27FC236}">
                <a16:creationId xmlns:a16="http://schemas.microsoft.com/office/drawing/2014/main" id="{22B1436D-9873-2936-5975-3B9CBA66C4D2}"/>
              </a:ext>
            </a:extLst>
          </p:cNvPr>
          <p:cNvCxnSpPr>
            <a:cxnSpLocks/>
            <a:stCxn id="48" idx="2"/>
            <a:endCxn id="50" idx="0"/>
          </p:cNvCxnSpPr>
          <p:nvPr/>
        </p:nvCxnSpPr>
        <p:spPr>
          <a:xfrm>
            <a:off x="4738379" y="4137665"/>
            <a:ext cx="0" cy="389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50552CB8-616B-76A3-48FE-C86DC418205A}"/>
              </a:ext>
            </a:extLst>
          </p:cNvPr>
          <p:cNvCxnSpPr>
            <a:cxnSpLocks/>
            <a:stCxn id="49" idx="2"/>
            <a:endCxn id="51" idx="0"/>
          </p:cNvCxnSpPr>
          <p:nvPr/>
        </p:nvCxnSpPr>
        <p:spPr>
          <a:xfrm flipH="1">
            <a:off x="6784408" y="4121856"/>
            <a:ext cx="1" cy="383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F69316FF-5CEF-E162-8553-A7057F444DB9}"/>
              </a:ext>
            </a:extLst>
          </p:cNvPr>
          <p:cNvCxnSpPr>
            <a:cxnSpLocks/>
            <a:stCxn id="58" idx="2"/>
            <a:endCxn id="60" idx="0"/>
          </p:cNvCxnSpPr>
          <p:nvPr/>
        </p:nvCxnSpPr>
        <p:spPr>
          <a:xfrm>
            <a:off x="8963213" y="4137665"/>
            <a:ext cx="0" cy="4633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0" name="Rectangle 189">
            <a:extLst>
              <a:ext uri="{FF2B5EF4-FFF2-40B4-BE49-F238E27FC236}">
                <a16:creationId xmlns:a16="http://schemas.microsoft.com/office/drawing/2014/main" id="{6E5BD0D8-74B2-6DE8-69DA-6A1ACA59C4A2}"/>
              </a:ext>
            </a:extLst>
          </p:cNvPr>
          <p:cNvSpPr/>
          <p:nvPr/>
        </p:nvSpPr>
        <p:spPr>
          <a:xfrm>
            <a:off x="1594987" y="2212844"/>
            <a:ext cx="1568882" cy="1619861"/>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92" name="Connector: Elbow 191">
            <a:extLst>
              <a:ext uri="{FF2B5EF4-FFF2-40B4-BE49-F238E27FC236}">
                <a16:creationId xmlns:a16="http://schemas.microsoft.com/office/drawing/2014/main" id="{504DD9B6-A443-D4FD-56FC-83B8A3FBAA4E}"/>
              </a:ext>
            </a:extLst>
          </p:cNvPr>
          <p:cNvCxnSpPr>
            <a:cxnSpLocks/>
            <a:stCxn id="190" idx="3"/>
            <a:endCxn id="162" idx="1"/>
          </p:cNvCxnSpPr>
          <p:nvPr/>
        </p:nvCxnSpPr>
        <p:spPr>
          <a:xfrm>
            <a:off x="3163869" y="3022775"/>
            <a:ext cx="738186" cy="89452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008E571E-69CF-3FB3-7360-362937DCF826}"/>
              </a:ext>
            </a:extLst>
          </p:cNvPr>
          <p:cNvCxnSpPr>
            <a:stCxn id="124" idx="3"/>
            <a:endCxn id="135" idx="1"/>
          </p:cNvCxnSpPr>
          <p:nvPr/>
        </p:nvCxnSpPr>
        <p:spPr>
          <a:xfrm flipV="1">
            <a:off x="2272077" y="4783031"/>
            <a:ext cx="1629979" cy="9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3" name="Connector: Elbow 202">
            <a:extLst>
              <a:ext uri="{FF2B5EF4-FFF2-40B4-BE49-F238E27FC236}">
                <a16:creationId xmlns:a16="http://schemas.microsoft.com/office/drawing/2014/main" id="{9C97A5A3-2121-27F4-11E0-DDA9D9151EB1}"/>
              </a:ext>
            </a:extLst>
          </p:cNvPr>
          <p:cNvCxnSpPr>
            <a:stCxn id="23" idx="2"/>
            <a:endCxn id="124" idx="1"/>
          </p:cNvCxnSpPr>
          <p:nvPr/>
        </p:nvCxnSpPr>
        <p:spPr>
          <a:xfrm rot="5400000">
            <a:off x="2184418" y="880762"/>
            <a:ext cx="3196959" cy="4626208"/>
          </a:xfrm>
          <a:prstGeom prst="bentConnector4">
            <a:avLst>
              <a:gd name="adj1" fmla="val 9858"/>
              <a:gd name="adj2" fmla="val 1049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8" name="Connector: Elbow 207">
            <a:extLst>
              <a:ext uri="{FF2B5EF4-FFF2-40B4-BE49-F238E27FC236}">
                <a16:creationId xmlns:a16="http://schemas.microsoft.com/office/drawing/2014/main" id="{8EC37E46-BFCF-5CB7-AB6F-9EABA3E8E614}"/>
              </a:ext>
            </a:extLst>
          </p:cNvPr>
          <p:cNvCxnSpPr>
            <a:cxnSpLocks/>
            <a:stCxn id="23" idx="2"/>
            <a:endCxn id="190" idx="1"/>
          </p:cNvCxnSpPr>
          <p:nvPr/>
        </p:nvCxnSpPr>
        <p:spPr>
          <a:xfrm rot="5400000">
            <a:off x="3131800" y="58574"/>
            <a:ext cx="1427388" cy="4501014"/>
          </a:xfrm>
          <a:prstGeom prst="bentConnector4">
            <a:avLst>
              <a:gd name="adj1" fmla="val 21629"/>
              <a:gd name="adj2" fmla="val 107914"/>
            </a:avLst>
          </a:prstGeom>
          <a:ln>
            <a:tailEnd type="triangle"/>
          </a:ln>
        </p:spPr>
        <p:style>
          <a:lnRef idx="1">
            <a:schemeClr val="accent1"/>
          </a:lnRef>
          <a:fillRef idx="0">
            <a:schemeClr val="accent1"/>
          </a:fillRef>
          <a:effectRef idx="0">
            <a:schemeClr val="accent1"/>
          </a:effectRef>
          <a:fontRef idx="minor">
            <a:schemeClr val="tx1"/>
          </a:fontRef>
        </p:style>
      </p:cxnSp>
      <p:sp>
        <p:nvSpPr>
          <p:cNvPr id="213" name="Rectangle 212">
            <a:extLst>
              <a:ext uri="{FF2B5EF4-FFF2-40B4-BE49-F238E27FC236}">
                <a16:creationId xmlns:a16="http://schemas.microsoft.com/office/drawing/2014/main" id="{9653A846-2576-7C80-708E-A632F6314840}"/>
              </a:ext>
            </a:extLst>
          </p:cNvPr>
          <p:cNvSpPr/>
          <p:nvPr/>
        </p:nvSpPr>
        <p:spPr>
          <a:xfrm>
            <a:off x="9987812" y="3558596"/>
            <a:ext cx="1344592" cy="2034130"/>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15" name="Connector: Elbow 214">
            <a:extLst>
              <a:ext uri="{FF2B5EF4-FFF2-40B4-BE49-F238E27FC236}">
                <a16:creationId xmlns:a16="http://schemas.microsoft.com/office/drawing/2014/main" id="{2F5DF654-F823-EF30-BD97-66F20D6F28EC}"/>
              </a:ext>
            </a:extLst>
          </p:cNvPr>
          <p:cNvCxnSpPr>
            <a:stCxn id="152" idx="2"/>
            <a:endCxn id="213" idx="2"/>
          </p:cNvCxnSpPr>
          <p:nvPr/>
        </p:nvCxnSpPr>
        <p:spPr>
          <a:xfrm rot="5400000" flipH="1" flipV="1">
            <a:off x="8467731" y="4042389"/>
            <a:ext cx="642039" cy="3742714"/>
          </a:xfrm>
          <a:prstGeom prst="bentConnector3">
            <a:avLst>
              <a:gd name="adj1" fmla="val -35605"/>
            </a:avLst>
          </a:prstGeom>
          <a:ln>
            <a:tailEnd type="triangle"/>
          </a:ln>
        </p:spPr>
        <p:style>
          <a:lnRef idx="1">
            <a:schemeClr val="accent1"/>
          </a:lnRef>
          <a:fillRef idx="0">
            <a:schemeClr val="accent1"/>
          </a:fillRef>
          <a:effectRef idx="0">
            <a:schemeClr val="accent1"/>
          </a:effectRef>
          <a:fontRef idx="minor">
            <a:schemeClr val="tx1"/>
          </a:fontRef>
        </p:style>
      </p:cxnSp>
      <p:sp>
        <p:nvSpPr>
          <p:cNvPr id="220" name="TextBox 219">
            <a:extLst>
              <a:ext uri="{FF2B5EF4-FFF2-40B4-BE49-F238E27FC236}">
                <a16:creationId xmlns:a16="http://schemas.microsoft.com/office/drawing/2014/main" id="{B7114F2A-8620-ACA9-A281-302E3751D647}"/>
              </a:ext>
            </a:extLst>
          </p:cNvPr>
          <p:cNvSpPr txBox="1"/>
          <p:nvPr/>
        </p:nvSpPr>
        <p:spPr>
          <a:xfrm>
            <a:off x="2106397" y="3283460"/>
            <a:ext cx="1185068" cy="276999"/>
          </a:xfrm>
          <a:prstGeom prst="rect">
            <a:avLst/>
          </a:prstGeom>
          <a:noFill/>
        </p:spPr>
        <p:txBody>
          <a:bodyPr wrap="square" rtlCol="0">
            <a:spAutoFit/>
          </a:bodyPr>
          <a:lstStyle/>
          <a:p>
            <a:pPr algn="ctr"/>
            <a:r>
              <a:rPr lang="en-CA" sz="1200">
                <a:latin typeface="Times New Roman" panose="02020603050405020304" pitchFamily="18" charset="0"/>
                <a:cs typeface="Times New Roman" panose="02020603050405020304" pitchFamily="18" charset="0"/>
              </a:rPr>
              <a:t>Job Description</a:t>
            </a:r>
          </a:p>
        </p:txBody>
      </p:sp>
      <p:cxnSp>
        <p:nvCxnSpPr>
          <p:cNvPr id="231" name="Straight Connector 230">
            <a:extLst>
              <a:ext uri="{FF2B5EF4-FFF2-40B4-BE49-F238E27FC236}">
                <a16:creationId xmlns:a16="http://schemas.microsoft.com/office/drawing/2014/main" id="{C20CB3CA-9E38-F009-4DF6-5F64CD4EB9D3}"/>
              </a:ext>
            </a:extLst>
          </p:cNvPr>
          <p:cNvCxnSpPr>
            <a:cxnSpLocks/>
          </p:cNvCxnSpPr>
          <p:nvPr/>
        </p:nvCxnSpPr>
        <p:spPr>
          <a:xfrm>
            <a:off x="9261262" y="2557406"/>
            <a:ext cx="0" cy="180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5" name="Connector: Elbow 234">
            <a:extLst>
              <a:ext uri="{FF2B5EF4-FFF2-40B4-BE49-F238E27FC236}">
                <a16:creationId xmlns:a16="http://schemas.microsoft.com/office/drawing/2014/main" id="{20E39559-C614-18C5-09D9-9EB22372DC0E}"/>
              </a:ext>
            </a:extLst>
          </p:cNvPr>
          <p:cNvCxnSpPr>
            <a:stCxn id="23" idx="2"/>
            <a:endCxn id="102" idx="0"/>
          </p:cNvCxnSpPr>
          <p:nvPr/>
        </p:nvCxnSpPr>
        <p:spPr>
          <a:xfrm rot="16200000" flipH="1">
            <a:off x="7405807" y="285580"/>
            <a:ext cx="545649" cy="3165261"/>
          </a:xfrm>
          <a:prstGeom prst="bentConnector3">
            <a:avLst>
              <a:gd name="adj1" fmla="val 5584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9" name="Connector: Elbow 238">
            <a:extLst>
              <a:ext uri="{FF2B5EF4-FFF2-40B4-BE49-F238E27FC236}">
                <a16:creationId xmlns:a16="http://schemas.microsoft.com/office/drawing/2014/main" id="{362596D1-D682-42DE-EC56-050A57A523C8}"/>
              </a:ext>
            </a:extLst>
          </p:cNvPr>
          <p:cNvCxnSpPr>
            <a:stCxn id="72" idx="2"/>
            <a:endCxn id="162" idx="0"/>
          </p:cNvCxnSpPr>
          <p:nvPr/>
        </p:nvCxnSpPr>
        <p:spPr>
          <a:xfrm rot="5400000">
            <a:off x="7901945" y="2160264"/>
            <a:ext cx="417107" cy="238620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59953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E5EA2-2FEE-8E73-4C0D-D4DC38A8F1BB}"/>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61989C18-D9FE-5B42-5019-C2925FAF5498}"/>
              </a:ext>
            </a:extLst>
          </p:cNvPr>
          <p:cNvSpPr txBox="1"/>
          <p:nvPr/>
        </p:nvSpPr>
        <p:spPr>
          <a:xfrm>
            <a:off x="3048000" y="566058"/>
            <a:ext cx="6096000" cy="523220"/>
          </a:xfrm>
          <a:prstGeom prst="rect">
            <a:avLst/>
          </a:prstGeom>
          <a:noFill/>
        </p:spPr>
        <p:txBody>
          <a:bodyPr wrap="square">
            <a:spAutoFit/>
          </a:bodyPr>
          <a:lstStyle/>
          <a:p>
            <a:pPr algn="ctr"/>
            <a:r>
              <a:rPr lang="en-US" sz="2800" b="1" i="0">
                <a:solidFill>
                  <a:schemeClr val="accent1">
                    <a:lumMod val="50000"/>
                  </a:schemeClr>
                </a:solidFill>
                <a:effectLst/>
                <a:latin typeface="Times New Roman" panose="02020603050405020304" pitchFamily="18" charset="0"/>
                <a:cs typeface="Times New Roman" panose="02020603050405020304" pitchFamily="18" charset="0"/>
              </a:rPr>
              <a:t>System Architecture / Workflow </a:t>
            </a:r>
            <a:endParaRPr lang="en-CA" sz="2800" b="1">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AAD2752D-72CF-8C47-E27D-FDF6FA9CE8D2}"/>
              </a:ext>
            </a:extLst>
          </p:cNvPr>
          <p:cNvGrpSpPr/>
          <p:nvPr/>
        </p:nvGrpSpPr>
        <p:grpSpPr>
          <a:xfrm>
            <a:off x="1594987" y="1357263"/>
            <a:ext cx="9618522" cy="4877502"/>
            <a:chOff x="1594987" y="1357263"/>
            <a:chExt cx="9618522" cy="4877502"/>
          </a:xfrm>
        </p:grpSpPr>
        <p:sp>
          <p:nvSpPr>
            <p:cNvPr id="135" name="Rectangle 134">
              <a:extLst>
                <a:ext uri="{FF2B5EF4-FFF2-40B4-BE49-F238E27FC236}">
                  <a16:creationId xmlns:a16="http://schemas.microsoft.com/office/drawing/2014/main" id="{F4B34BD5-865F-83D6-3EA8-2FBB0EC7CD3A}"/>
                </a:ext>
              </a:extLst>
            </p:cNvPr>
            <p:cNvSpPr/>
            <p:nvPr/>
          </p:nvSpPr>
          <p:spPr>
            <a:xfrm>
              <a:off x="3902056" y="4410430"/>
              <a:ext cx="6030679" cy="745202"/>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 name="Graphic 2" descr="Open folder with solid fill">
              <a:extLst>
                <a:ext uri="{FF2B5EF4-FFF2-40B4-BE49-F238E27FC236}">
                  <a16:creationId xmlns:a16="http://schemas.microsoft.com/office/drawing/2014/main" id="{F4D4065B-180D-DA2C-FCBB-367288D425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86490" y="2191579"/>
              <a:ext cx="540000" cy="540000"/>
            </a:xfrm>
            <a:prstGeom prst="rect">
              <a:avLst/>
            </a:prstGeom>
          </p:spPr>
        </p:pic>
        <p:sp>
          <p:nvSpPr>
            <p:cNvPr id="23" name="Rectangle: Rounded Corners 22">
              <a:extLst>
                <a:ext uri="{FF2B5EF4-FFF2-40B4-BE49-F238E27FC236}">
                  <a16:creationId xmlns:a16="http://schemas.microsoft.com/office/drawing/2014/main" id="{3ACFD87D-CC1E-CD0B-8B0C-ECF76FB2D15D}"/>
                </a:ext>
              </a:extLst>
            </p:cNvPr>
            <p:cNvSpPr/>
            <p:nvPr/>
          </p:nvSpPr>
          <p:spPr>
            <a:xfrm>
              <a:off x="5038527" y="1357263"/>
              <a:ext cx="2114947" cy="397619"/>
            </a:xfrm>
            <a:prstGeom prst="roundRect">
              <a:avLst/>
            </a:prstGeom>
            <a:noFill/>
            <a:ln>
              <a:solidFill>
                <a:schemeClr val="bg2">
                  <a:lumMod val="75000"/>
                </a:schemeClr>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400" b="1">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Project Folder Structure</a:t>
              </a:r>
              <a:endParaRPr lang="en-CA" sz="1400" b="1">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26" name="Rectangle: Rounded Corners 25">
              <a:extLst>
                <a:ext uri="{FF2B5EF4-FFF2-40B4-BE49-F238E27FC236}">
                  <a16:creationId xmlns:a16="http://schemas.microsoft.com/office/drawing/2014/main" id="{6ACBAE65-7C3C-A654-1D31-17C58582A821}"/>
                </a:ext>
              </a:extLst>
            </p:cNvPr>
            <p:cNvSpPr/>
            <p:nvPr/>
          </p:nvSpPr>
          <p:spPr>
            <a:xfrm>
              <a:off x="2048331" y="2262629"/>
              <a:ext cx="802284" cy="540000"/>
            </a:xfrm>
            <a:prstGeom prst="roundRect">
              <a:avLst/>
            </a:prstGeom>
            <a:noFill/>
            <a:ln>
              <a:no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sp>
          <p:nvSpPr>
            <p:cNvPr id="35" name="TextBox 34">
              <a:extLst>
                <a:ext uri="{FF2B5EF4-FFF2-40B4-BE49-F238E27FC236}">
                  <a16:creationId xmlns:a16="http://schemas.microsoft.com/office/drawing/2014/main" id="{AF4AD765-F0C0-FD83-BDCB-175D539F7E69}"/>
                </a:ext>
              </a:extLst>
            </p:cNvPr>
            <p:cNvSpPr txBox="1"/>
            <p:nvPr/>
          </p:nvSpPr>
          <p:spPr>
            <a:xfrm>
              <a:off x="2035540" y="1990172"/>
              <a:ext cx="578107"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Input</a:t>
              </a:r>
            </a:p>
          </p:txBody>
        </p:sp>
        <p:pic>
          <p:nvPicPr>
            <p:cNvPr id="41" name="Graphic 40" descr="Clipboard Badge with solid fill">
              <a:extLst>
                <a:ext uri="{FF2B5EF4-FFF2-40B4-BE49-F238E27FC236}">
                  <a16:creationId xmlns:a16="http://schemas.microsoft.com/office/drawing/2014/main" id="{F535FCB3-3EC4-3AD6-2C73-4707874109C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94567" y="2735665"/>
              <a:ext cx="396000" cy="396000"/>
            </a:xfrm>
            <a:prstGeom prst="rect">
              <a:avLst/>
            </a:prstGeom>
          </p:spPr>
        </p:pic>
        <p:pic>
          <p:nvPicPr>
            <p:cNvPr id="45" name="Graphic 44" descr="List with solid fill">
              <a:extLst>
                <a:ext uri="{FF2B5EF4-FFF2-40B4-BE49-F238E27FC236}">
                  <a16:creationId xmlns:a16="http://schemas.microsoft.com/office/drawing/2014/main" id="{8F31C140-C460-8609-F741-BE7B8C0092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55016" y="3380732"/>
              <a:ext cx="396000" cy="396000"/>
            </a:xfrm>
            <a:prstGeom prst="rect">
              <a:avLst/>
            </a:prstGeom>
          </p:spPr>
        </p:pic>
        <p:sp>
          <p:nvSpPr>
            <p:cNvPr id="48" name="Rectangle: Rounded Corners 47">
              <a:extLst>
                <a:ext uri="{FF2B5EF4-FFF2-40B4-BE49-F238E27FC236}">
                  <a16:creationId xmlns:a16="http://schemas.microsoft.com/office/drawing/2014/main" id="{1A348B19-B2A6-817A-F18A-C893C3091C86}"/>
                </a:ext>
              </a:extLst>
            </p:cNvPr>
            <p:cNvSpPr/>
            <p:nvPr/>
          </p:nvSpPr>
          <p:spPr>
            <a:xfrm>
              <a:off x="4054167" y="3735414"/>
              <a:ext cx="1368424"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resume</a:t>
              </a:r>
              <a:r>
                <a:rPr lang="en-CA" sz="11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_parser.py</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49" name="Rectangle: Rounded Corners 48">
              <a:extLst>
                <a:ext uri="{FF2B5EF4-FFF2-40B4-BE49-F238E27FC236}">
                  <a16:creationId xmlns:a16="http://schemas.microsoft.com/office/drawing/2014/main" id="{CB2B97E9-D166-E902-4521-F47B7A7A5204}"/>
                </a:ext>
              </a:extLst>
            </p:cNvPr>
            <p:cNvSpPr/>
            <p:nvPr/>
          </p:nvSpPr>
          <p:spPr>
            <a:xfrm>
              <a:off x="6100197" y="3719605"/>
              <a:ext cx="1368424"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Job_parser.py</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50" name="Rectangle: Rounded Corners 49">
              <a:extLst>
                <a:ext uri="{FF2B5EF4-FFF2-40B4-BE49-F238E27FC236}">
                  <a16:creationId xmlns:a16="http://schemas.microsoft.com/office/drawing/2014/main" id="{3E65CFDF-9B13-881E-9C5B-C6DCAF155194}"/>
                </a:ext>
              </a:extLst>
            </p:cNvPr>
            <p:cNvSpPr/>
            <p:nvPr/>
          </p:nvSpPr>
          <p:spPr>
            <a:xfrm>
              <a:off x="4017790" y="4601176"/>
              <a:ext cx="1441178"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Parsed Resumes</a:t>
              </a:r>
            </a:p>
            <a:p>
              <a:pPr algn="ctr">
                <a:lnSpc>
                  <a:spcPct val="115000"/>
                </a:lnSpc>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(parsed_resumes.csv)</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51" name="Rectangle: Rounded Corners 50">
              <a:extLst>
                <a:ext uri="{FF2B5EF4-FFF2-40B4-BE49-F238E27FC236}">
                  <a16:creationId xmlns:a16="http://schemas.microsoft.com/office/drawing/2014/main" id="{ED36159E-F279-4826-D208-28065FAF0E5B}"/>
                </a:ext>
              </a:extLst>
            </p:cNvPr>
            <p:cNvSpPr/>
            <p:nvPr/>
          </p:nvSpPr>
          <p:spPr>
            <a:xfrm>
              <a:off x="6005273" y="4580266"/>
              <a:ext cx="1558270"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Parsed Job Description</a:t>
              </a:r>
            </a:p>
            <a:p>
              <a:pPr algn="ctr">
                <a:lnSpc>
                  <a:spcPct val="115000"/>
                </a:lnSpc>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(parsed_jon_skills.csv)</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58" name="Rectangle: Rounded Corners 57">
              <a:extLst>
                <a:ext uri="{FF2B5EF4-FFF2-40B4-BE49-F238E27FC236}">
                  <a16:creationId xmlns:a16="http://schemas.microsoft.com/office/drawing/2014/main" id="{9FFF2C38-EB95-F852-D06C-608B73081DE0}"/>
                </a:ext>
              </a:extLst>
            </p:cNvPr>
            <p:cNvSpPr/>
            <p:nvPr/>
          </p:nvSpPr>
          <p:spPr>
            <a:xfrm>
              <a:off x="8279001" y="3735414"/>
              <a:ext cx="1368424"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matcher.py</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60" name="Rectangle: Rounded Corners 59">
              <a:extLst>
                <a:ext uri="{FF2B5EF4-FFF2-40B4-BE49-F238E27FC236}">
                  <a16:creationId xmlns:a16="http://schemas.microsoft.com/office/drawing/2014/main" id="{A6C1431C-DF5F-94D6-FEE3-4458CCF545C2}"/>
                </a:ext>
              </a:extLst>
            </p:cNvPr>
            <p:cNvSpPr/>
            <p:nvPr/>
          </p:nvSpPr>
          <p:spPr>
            <a:xfrm>
              <a:off x="8065184" y="4579715"/>
              <a:ext cx="1796058" cy="402251"/>
            </a:xfrm>
            <a:prstGeom prst="round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Matching Score</a:t>
              </a:r>
            </a:p>
            <a:p>
              <a:pPr algn="ctr">
                <a:lnSpc>
                  <a:spcPct val="115000"/>
                </a:lnSpc>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(resume_match_results.csv)</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72" name="Rectangle: Rounded Corners 71">
              <a:extLst>
                <a:ext uri="{FF2B5EF4-FFF2-40B4-BE49-F238E27FC236}">
                  <a16:creationId xmlns:a16="http://schemas.microsoft.com/office/drawing/2014/main" id="{2DCD4CAD-273C-B4EF-3773-F68573A54445}"/>
                </a:ext>
              </a:extLst>
            </p:cNvPr>
            <p:cNvSpPr/>
            <p:nvPr/>
          </p:nvSpPr>
          <p:spPr>
            <a:xfrm>
              <a:off x="8619388" y="2742562"/>
              <a:ext cx="1368424" cy="402251"/>
            </a:xfrm>
            <a:prstGeom prst="roundRect">
              <a:avLst/>
            </a:prstGeom>
            <a:solidFill>
              <a:schemeClr val="bg2"/>
            </a:solidFill>
            <a:ln>
              <a:solidFill>
                <a:schemeClr val="bg2">
                  <a:lumMod val="75000"/>
                </a:schemeClr>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r>
                <a:rPr lang="en-CA" sz="110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main.py</a:t>
              </a:r>
              <a:endParaRPr lang="en-CA" sz="110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76" name="TextBox 75">
              <a:extLst>
                <a:ext uri="{FF2B5EF4-FFF2-40B4-BE49-F238E27FC236}">
                  <a16:creationId xmlns:a16="http://schemas.microsoft.com/office/drawing/2014/main" id="{7CE00D27-C402-AE3F-6DA7-D76C40B7D081}"/>
                </a:ext>
              </a:extLst>
            </p:cNvPr>
            <p:cNvSpPr txBox="1"/>
            <p:nvPr/>
          </p:nvSpPr>
          <p:spPr>
            <a:xfrm>
              <a:off x="7608334" y="3058770"/>
              <a:ext cx="677292" cy="253916"/>
            </a:xfrm>
            <a:prstGeom prst="rect">
              <a:avLst/>
            </a:prstGeom>
            <a:noFill/>
          </p:spPr>
          <p:txBody>
            <a:bodyPr wrap="square" rtlCol="0">
              <a:spAutoFit/>
            </a:bodyPr>
            <a:lstStyle/>
            <a:p>
              <a:r>
                <a:rPr lang="en-CA" sz="1050">
                  <a:latin typeface="Times New Roman" panose="02020603050405020304" pitchFamily="18" charset="0"/>
                  <a:cs typeface="Times New Roman" panose="02020603050405020304" pitchFamily="18" charset="0"/>
                </a:rPr>
                <a:t>Run this</a:t>
              </a:r>
            </a:p>
          </p:txBody>
        </p:sp>
        <p:sp>
          <p:nvSpPr>
            <p:cNvPr id="81" name="Rectangle: Rounded Corners 80">
              <a:extLst>
                <a:ext uri="{FF2B5EF4-FFF2-40B4-BE49-F238E27FC236}">
                  <a16:creationId xmlns:a16="http://schemas.microsoft.com/office/drawing/2014/main" id="{A1416F8A-E9F7-4DF1-B616-9F8A71705529}"/>
                </a:ext>
              </a:extLst>
            </p:cNvPr>
            <p:cNvSpPr/>
            <p:nvPr/>
          </p:nvSpPr>
          <p:spPr>
            <a:xfrm>
              <a:off x="10220566" y="3780356"/>
              <a:ext cx="704850" cy="673017"/>
            </a:xfrm>
            <a:prstGeom prst="roundRect">
              <a:avLst/>
            </a:prstGeom>
            <a:noFill/>
            <a:ln>
              <a:solidFill>
                <a:schemeClr val="bg2">
                  <a:lumMod val="75000"/>
                </a:schemeClr>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sp>
          <p:nvSpPr>
            <p:cNvPr id="82" name="Rectangle: Rounded Corners 81">
              <a:extLst>
                <a:ext uri="{FF2B5EF4-FFF2-40B4-BE49-F238E27FC236}">
                  <a16:creationId xmlns:a16="http://schemas.microsoft.com/office/drawing/2014/main" id="{FCBA2884-8B66-EA34-1E9D-1AF1BABB5EC6}"/>
                </a:ext>
              </a:extLst>
            </p:cNvPr>
            <p:cNvSpPr/>
            <p:nvPr/>
          </p:nvSpPr>
          <p:spPr>
            <a:xfrm>
              <a:off x="10214648" y="4747551"/>
              <a:ext cx="704850" cy="673017"/>
            </a:xfrm>
            <a:prstGeom prst="roundRect">
              <a:avLst/>
            </a:prstGeom>
            <a:noFill/>
            <a:ln>
              <a:solidFill>
                <a:schemeClr val="bg2">
                  <a:lumMod val="75000"/>
                </a:schemeClr>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sp>
          <p:nvSpPr>
            <p:cNvPr id="83" name="TextBox 82">
              <a:extLst>
                <a:ext uri="{FF2B5EF4-FFF2-40B4-BE49-F238E27FC236}">
                  <a16:creationId xmlns:a16="http://schemas.microsoft.com/office/drawing/2014/main" id="{0B7C3150-A8F2-7438-F9B2-9C6E60FAB89D}"/>
                </a:ext>
              </a:extLst>
            </p:cNvPr>
            <p:cNvSpPr txBox="1"/>
            <p:nvPr/>
          </p:nvSpPr>
          <p:spPr>
            <a:xfrm>
              <a:off x="10173733" y="4511161"/>
              <a:ext cx="891985"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Power BI</a:t>
              </a:r>
            </a:p>
          </p:txBody>
        </p:sp>
        <p:sp>
          <p:nvSpPr>
            <p:cNvPr id="84" name="TextBox 83">
              <a:extLst>
                <a:ext uri="{FF2B5EF4-FFF2-40B4-BE49-F238E27FC236}">
                  <a16:creationId xmlns:a16="http://schemas.microsoft.com/office/drawing/2014/main" id="{B6CF9CE3-9117-C06F-6F23-2E25D8AD6A28}"/>
                </a:ext>
              </a:extLst>
            </p:cNvPr>
            <p:cNvSpPr txBox="1"/>
            <p:nvPr/>
          </p:nvSpPr>
          <p:spPr>
            <a:xfrm>
              <a:off x="10092650" y="3531239"/>
              <a:ext cx="1088490" cy="276999"/>
            </a:xfrm>
            <a:prstGeom prst="rect">
              <a:avLst/>
            </a:prstGeom>
            <a:noFill/>
          </p:spPr>
          <p:txBody>
            <a:bodyPr wrap="square" rtlCol="0">
              <a:spAutoFit/>
            </a:bodyPr>
            <a:lstStyle/>
            <a:p>
              <a:r>
                <a:rPr lang="en-CA" sz="1200" err="1">
                  <a:latin typeface="Times New Roman" panose="02020603050405020304" pitchFamily="18" charset="0"/>
                  <a:cs typeface="Times New Roman" panose="02020603050405020304" pitchFamily="18" charset="0"/>
                </a:rPr>
                <a:t>Streamlit</a:t>
              </a:r>
              <a:r>
                <a:rPr lang="en-CA" sz="1200">
                  <a:latin typeface="Times New Roman" panose="02020603050405020304" pitchFamily="18" charset="0"/>
                  <a:cs typeface="Times New Roman" panose="02020603050405020304" pitchFamily="18" charset="0"/>
                </a:rPr>
                <a:t> App</a:t>
              </a:r>
            </a:p>
          </p:txBody>
        </p:sp>
        <p:pic>
          <p:nvPicPr>
            <p:cNvPr id="86" name="Graphic 85" descr="Internet with solid fill">
              <a:extLst>
                <a:ext uri="{FF2B5EF4-FFF2-40B4-BE49-F238E27FC236}">
                  <a16:creationId xmlns:a16="http://schemas.microsoft.com/office/drawing/2014/main" id="{D8F3F410-E7EA-527F-1D6F-FAB76781B8F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281329" y="3800583"/>
              <a:ext cx="583324" cy="583324"/>
            </a:xfrm>
            <a:prstGeom prst="rect">
              <a:avLst/>
            </a:prstGeom>
          </p:spPr>
        </p:pic>
        <p:pic>
          <p:nvPicPr>
            <p:cNvPr id="90" name="Graphic 89" descr="Bar chart with solid fill">
              <a:extLst>
                <a:ext uri="{FF2B5EF4-FFF2-40B4-BE49-F238E27FC236}">
                  <a16:creationId xmlns:a16="http://schemas.microsoft.com/office/drawing/2014/main" id="{42163950-BA12-23A4-0F75-0915F4CE821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275411" y="4825468"/>
              <a:ext cx="583324" cy="583324"/>
            </a:xfrm>
            <a:prstGeom prst="rect">
              <a:avLst/>
            </a:prstGeom>
          </p:spPr>
        </p:pic>
        <p:pic>
          <p:nvPicPr>
            <p:cNvPr id="102" name="Graphic 101" descr="Open folder with solid fill">
              <a:extLst>
                <a:ext uri="{FF2B5EF4-FFF2-40B4-BE49-F238E27FC236}">
                  <a16:creationId xmlns:a16="http://schemas.microsoft.com/office/drawing/2014/main" id="{82703D43-FA1F-6A4F-C477-B03A5EEB50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91262" y="2141036"/>
              <a:ext cx="540000" cy="540000"/>
            </a:xfrm>
            <a:prstGeom prst="rect">
              <a:avLst/>
            </a:prstGeom>
          </p:spPr>
        </p:pic>
        <p:sp>
          <p:nvSpPr>
            <p:cNvPr id="103" name="Rectangle: Rounded Corners 102">
              <a:extLst>
                <a:ext uri="{FF2B5EF4-FFF2-40B4-BE49-F238E27FC236}">
                  <a16:creationId xmlns:a16="http://schemas.microsoft.com/office/drawing/2014/main" id="{46629F57-6A3B-196B-1A4B-5FB2F4F8883E}"/>
                </a:ext>
              </a:extLst>
            </p:cNvPr>
            <p:cNvSpPr/>
            <p:nvPr/>
          </p:nvSpPr>
          <p:spPr>
            <a:xfrm>
              <a:off x="7043909" y="2118039"/>
              <a:ext cx="802284" cy="540000"/>
            </a:xfrm>
            <a:prstGeom prst="roundRect">
              <a:avLst/>
            </a:prstGeom>
            <a:noFill/>
            <a:ln>
              <a:no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sp>
          <p:nvSpPr>
            <p:cNvPr id="104" name="TextBox 103">
              <a:extLst>
                <a:ext uri="{FF2B5EF4-FFF2-40B4-BE49-F238E27FC236}">
                  <a16:creationId xmlns:a16="http://schemas.microsoft.com/office/drawing/2014/main" id="{F8095A4E-4528-A20C-8D54-9838EC0C8136}"/>
                </a:ext>
              </a:extLst>
            </p:cNvPr>
            <p:cNvSpPr txBox="1"/>
            <p:nvPr/>
          </p:nvSpPr>
          <p:spPr>
            <a:xfrm>
              <a:off x="9481939" y="2264532"/>
              <a:ext cx="740629"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Scripts</a:t>
              </a:r>
            </a:p>
          </p:txBody>
        </p:sp>
        <p:pic>
          <p:nvPicPr>
            <p:cNvPr id="123" name="Graphic 122" descr="Open folder with solid fill">
              <a:extLst>
                <a:ext uri="{FF2B5EF4-FFF2-40B4-BE49-F238E27FC236}">
                  <a16:creationId xmlns:a16="http://schemas.microsoft.com/office/drawing/2014/main" id="{B355D3C4-8551-A9BE-DCFA-75FF30BA4E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42094" y="4516479"/>
              <a:ext cx="540000" cy="540000"/>
            </a:xfrm>
            <a:prstGeom prst="rect">
              <a:avLst/>
            </a:prstGeom>
          </p:spPr>
        </p:pic>
        <p:sp>
          <p:nvSpPr>
            <p:cNvPr id="125" name="TextBox 124">
              <a:extLst>
                <a:ext uri="{FF2B5EF4-FFF2-40B4-BE49-F238E27FC236}">
                  <a16:creationId xmlns:a16="http://schemas.microsoft.com/office/drawing/2014/main" id="{89A02388-96D0-0791-2D11-ADF332AF28BA}"/>
                </a:ext>
              </a:extLst>
            </p:cNvPr>
            <p:cNvSpPr txBox="1"/>
            <p:nvPr/>
          </p:nvSpPr>
          <p:spPr>
            <a:xfrm>
              <a:off x="2059335" y="4979030"/>
              <a:ext cx="740629"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Output</a:t>
              </a:r>
            </a:p>
          </p:txBody>
        </p:sp>
        <p:sp>
          <p:nvSpPr>
            <p:cNvPr id="140" name="Rectangle: Rounded Corners 139">
              <a:extLst>
                <a:ext uri="{FF2B5EF4-FFF2-40B4-BE49-F238E27FC236}">
                  <a16:creationId xmlns:a16="http://schemas.microsoft.com/office/drawing/2014/main" id="{D5997F7A-219B-9F0A-CACB-D237DC2FEFAC}"/>
                </a:ext>
              </a:extLst>
            </p:cNvPr>
            <p:cNvSpPr/>
            <p:nvPr/>
          </p:nvSpPr>
          <p:spPr>
            <a:xfrm>
              <a:off x="6391204" y="5307493"/>
              <a:ext cx="797062" cy="899384"/>
            </a:xfrm>
            <a:prstGeom prst="roundRect">
              <a:avLst/>
            </a:prstGeom>
            <a:noFill/>
            <a:ln>
              <a:no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buNone/>
              </a:pPr>
              <a:endParaRPr lang="en-CA" sz="1100" b="1">
                <a:effectLst/>
                <a:ea typeface="MS Mincho" panose="02020609040205080304" pitchFamily="49" charset="-128"/>
                <a:cs typeface="Arial" panose="020B0604020202020204" pitchFamily="34" charset="0"/>
              </a:endParaRPr>
            </a:p>
          </p:txBody>
        </p:sp>
        <p:cxnSp>
          <p:nvCxnSpPr>
            <p:cNvPr id="146" name="Connector: Elbow 145">
              <a:extLst>
                <a:ext uri="{FF2B5EF4-FFF2-40B4-BE49-F238E27FC236}">
                  <a16:creationId xmlns:a16="http://schemas.microsoft.com/office/drawing/2014/main" id="{AF64F5CC-5CA9-E966-E4EF-1815DD212E24}"/>
                </a:ext>
              </a:extLst>
            </p:cNvPr>
            <p:cNvCxnSpPr>
              <a:cxnSpLocks/>
              <a:stCxn id="60" idx="2"/>
              <a:endCxn id="140" idx="3"/>
            </p:cNvCxnSpPr>
            <p:nvPr/>
          </p:nvCxnSpPr>
          <p:spPr>
            <a:xfrm rot="5400000">
              <a:off x="7688131" y="4482102"/>
              <a:ext cx="775219" cy="1774947"/>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1F1C6521-D9EE-6EB1-1E16-7F8524535EBF}"/>
                </a:ext>
              </a:extLst>
            </p:cNvPr>
            <p:cNvCxnSpPr>
              <a:cxnSpLocks/>
              <a:stCxn id="50" idx="2"/>
              <a:endCxn id="140" idx="1"/>
            </p:cNvCxnSpPr>
            <p:nvPr/>
          </p:nvCxnSpPr>
          <p:spPr>
            <a:xfrm rot="16200000" flipH="1">
              <a:off x="5187912" y="4553893"/>
              <a:ext cx="753758" cy="1652825"/>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A1835480-A4EE-D582-3E7A-F595121351E7}"/>
                </a:ext>
              </a:extLst>
            </p:cNvPr>
            <p:cNvCxnSpPr>
              <a:cxnSpLocks/>
              <a:endCxn id="140" idx="0"/>
            </p:cNvCxnSpPr>
            <p:nvPr/>
          </p:nvCxnSpPr>
          <p:spPr>
            <a:xfrm flipH="1">
              <a:off x="6789735" y="5003232"/>
              <a:ext cx="4199" cy="3042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F75248F8-07DE-8367-E5A1-1775E1255D19}"/>
                </a:ext>
              </a:extLst>
            </p:cNvPr>
            <p:cNvSpPr txBox="1"/>
            <p:nvPr/>
          </p:nvSpPr>
          <p:spPr>
            <a:xfrm>
              <a:off x="6145904" y="5957766"/>
              <a:ext cx="1542979"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Azure SQL Database</a:t>
              </a:r>
            </a:p>
          </p:txBody>
        </p:sp>
        <p:sp>
          <p:nvSpPr>
            <p:cNvPr id="162" name="Rectangle 161">
              <a:extLst>
                <a:ext uri="{FF2B5EF4-FFF2-40B4-BE49-F238E27FC236}">
                  <a16:creationId xmlns:a16="http://schemas.microsoft.com/office/drawing/2014/main" id="{23D04A2E-A21E-8A18-4C16-33EF8E7D7505}"/>
                </a:ext>
              </a:extLst>
            </p:cNvPr>
            <p:cNvSpPr/>
            <p:nvPr/>
          </p:nvSpPr>
          <p:spPr>
            <a:xfrm>
              <a:off x="3902055" y="3561920"/>
              <a:ext cx="6030679" cy="710757"/>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64" name="Straight Arrow Connector 163">
              <a:extLst>
                <a:ext uri="{FF2B5EF4-FFF2-40B4-BE49-F238E27FC236}">
                  <a16:creationId xmlns:a16="http://schemas.microsoft.com/office/drawing/2014/main" id="{EB3ED6C2-E3A6-4E8B-D812-6DD46A5DD13A}"/>
                </a:ext>
              </a:extLst>
            </p:cNvPr>
            <p:cNvCxnSpPr>
              <a:cxnSpLocks/>
              <a:stCxn id="48" idx="2"/>
              <a:endCxn id="50" idx="0"/>
            </p:cNvCxnSpPr>
            <p:nvPr/>
          </p:nvCxnSpPr>
          <p:spPr>
            <a:xfrm>
              <a:off x="4738379" y="4137665"/>
              <a:ext cx="0" cy="46351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B1150538-57BC-9BC7-C3FE-BC20C171A219}"/>
                </a:ext>
              </a:extLst>
            </p:cNvPr>
            <p:cNvCxnSpPr>
              <a:cxnSpLocks/>
              <a:stCxn id="49" idx="2"/>
              <a:endCxn id="51" idx="0"/>
            </p:cNvCxnSpPr>
            <p:nvPr/>
          </p:nvCxnSpPr>
          <p:spPr>
            <a:xfrm flipH="1">
              <a:off x="6784408" y="4121856"/>
              <a:ext cx="1" cy="45841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D8A242AC-E62B-5307-8E91-1CC42DAE4894}"/>
                </a:ext>
              </a:extLst>
            </p:cNvPr>
            <p:cNvCxnSpPr>
              <a:cxnSpLocks/>
              <a:stCxn id="58" idx="2"/>
              <a:endCxn id="60" idx="0"/>
            </p:cNvCxnSpPr>
            <p:nvPr/>
          </p:nvCxnSpPr>
          <p:spPr>
            <a:xfrm>
              <a:off x="8963213" y="4137665"/>
              <a:ext cx="0" cy="44205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90" name="Rectangle 189">
              <a:extLst>
                <a:ext uri="{FF2B5EF4-FFF2-40B4-BE49-F238E27FC236}">
                  <a16:creationId xmlns:a16="http://schemas.microsoft.com/office/drawing/2014/main" id="{0998D389-0030-C5BC-9316-F5E137AD3331}"/>
                </a:ext>
              </a:extLst>
            </p:cNvPr>
            <p:cNvSpPr/>
            <p:nvPr/>
          </p:nvSpPr>
          <p:spPr>
            <a:xfrm>
              <a:off x="1594987" y="2659770"/>
              <a:ext cx="1568882" cy="1397726"/>
            </a:xfrm>
            <a:prstGeom prst="rect">
              <a:avLst/>
            </a:prstGeom>
            <a:noFill/>
            <a:ln>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92" name="Connector: Elbow 191">
              <a:extLst>
                <a:ext uri="{FF2B5EF4-FFF2-40B4-BE49-F238E27FC236}">
                  <a16:creationId xmlns:a16="http://schemas.microsoft.com/office/drawing/2014/main" id="{E05BD3B0-3EC9-EAF2-E8FA-6854A87223F5}"/>
                </a:ext>
              </a:extLst>
            </p:cNvPr>
            <p:cNvCxnSpPr>
              <a:cxnSpLocks/>
              <a:stCxn id="190" idx="3"/>
              <a:endCxn id="162" idx="1"/>
            </p:cNvCxnSpPr>
            <p:nvPr/>
          </p:nvCxnSpPr>
          <p:spPr>
            <a:xfrm>
              <a:off x="3163869" y="3358633"/>
              <a:ext cx="738186" cy="558666"/>
            </a:xfrm>
            <a:prstGeom prst="bentConnector3">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3" name="Rectangle 212">
              <a:extLst>
                <a:ext uri="{FF2B5EF4-FFF2-40B4-BE49-F238E27FC236}">
                  <a16:creationId xmlns:a16="http://schemas.microsoft.com/office/drawing/2014/main" id="{E9F8C962-E674-1F82-F439-B5738938AEDE}"/>
                </a:ext>
              </a:extLst>
            </p:cNvPr>
            <p:cNvSpPr/>
            <p:nvPr/>
          </p:nvSpPr>
          <p:spPr>
            <a:xfrm>
              <a:off x="10048469" y="3558596"/>
              <a:ext cx="1165040" cy="2034130"/>
            </a:xfrm>
            <a:prstGeom prst="rect">
              <a:avLst/>
            </a:prstGeom>
            <a:noFill/>
            <a:ln>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15" name="Connector: Elbow 214">
              <a:extLst>
                <a:ext uri="{FF2B5EF4-FFF2-40B4-BE49-F238E27FC236}">
                  <a16:creationId xmlns:a16="http://schemas.microsoft.com/office/drawing/2014/main" id="{BE614C0A-30BF-CED1-08D0-D20CE680B3AA}"/>
                </a:ext>
              </a:extLst>
            </p:cNvPr>
            <p:cNvCxnSpPr>
              <a:cxnSpLocks/>
              <a:stCxn id="152" idx="2"/>
              <a:endCxn id="213" idx="2"/>
            </p:cNvCxnSpPr>
            <p:nvPr/>
          </p:nvCxnSpPr>
          <p:spPr>
            <a:xfrm rot="5400000" flipH="1" flipV="1">
              <a:off x="8453171" y="4056948"/>
              <a:ext cx="642039" cy="3713595"/>
            </a:xfrm>
            <a:prstGeom prst="bentConnector3">
              <a:avLst>
                <a:gd name="adj1" fmla="val -35605"/>
              </a:avLst>
            </a:prstGeom>
            <a:ln w="127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0" name="TextBox 219">
              <a:extLst>
                <a:ext uri="{FF2B5EF4-FFF2-40B4-BE49-F238E27FC236}">
                  <a16:creationId xmlns:a16="http://schemas.microsoft.com/office/drawing/2014/main" id="{3205471F-8BDE-0E0D-F4BB-22F96B9815BE}"/>
                </a:ext>
              </a:extLst>
            </p:cNvPr>
            <p:cNvSpPr txBox="1"/>
            <p:nvPr/>
          </p:nvSpPr>
          <p:spPr>
            <a:xfrm>
              <a:off x="1603114" y="3760898"/>
              <a:ext cx="1185068"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Job Description</a:t>
              </a:r>
            </a:p>
          </p:txBody>
        </p:sp>
        <p:cxnSp>
          <p:nvCxnSpPr>
            <p:cNvPr id="231" name="Straight Connector 230">
              <a:extLst>
                <a:ext uri="{FF2B5EF4-FFF2-40B4-BE49-F238E27FC236}">
                  <a16:creationId xmlns:a16="http://schemas.microsoft.com/office/drawing/2014/main" id="{61EB1A99-511D-C94B-8B2A-2ECF3FB43CB5}"/>
                </a:ext>
              </a:extLst>
            </p:cNvPr>
            <p:cNvCxnSpPr>
              <a:cxnSpLocks/>
            </p:cNvCxnSpPr>
            <p:nvPr/>
          </p:nvCxnSpPr>
          <p:spPr>
            <a:xfrm>
              <a:off x="9261262" y="2557406"/>
              <a:ext cx="0" cy="1800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9" name="Connector: Elbow 238">
              <a:extLst>
                <a:ext uri="{FF2B5EF4-FFF2-40B4-BE49-F238E27FC236}">
                  <a16:creationId xmlns:a16="http://schemas.microsoft.com/office/drawing/2014/main" id="{215FC7C2-C3A7-D30E-6FC5-3EEA5AB494AB}"/>
                </a:ext>
              </a:extLst>
            </p:cNvPr>
            <p:cNvCxnSpPr>
              <a:stCxn id="72" idx="2"/>
              <a:endCxn id="162" idx="0"/>
            </p:cNvCxnSpPr>
            <p:nvPr/>
          </p:nvCxnSpPr>
          <p:spPr>
            <a:xfrm rot="5400000">
              <a:off x="7901945" y="2160264"/>
              <a:ext cx="417107" cy="2386205"/>
            </a:xfrm>
            <a:prstGeom prst="bentConnector3">
              <a:avLst/>
            </a:prstGeom>
            <a:ln w="127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31D9E89-419B-3CC6-E267-628D001F9415}"/>
                </a:ext>
              </a:extLst>
            </p:cNvPr>
            <p:cNvSpPr txBox="1"/>
            <p:nvPr/>
          </p:nvSpPr>
          <p:spPr>
            <a:xfrm>
              <a:off x="1603114" y="3112623"/>
              <a:ext cx="1185068" cy="276999"/>
            </a:xfrm>
            <a:prstGeom prst="rect">
              <a:avLst/>
            </a:prstGeom>
            <a:noFill/>
          </p:spPr>
          <p:txBody>
            <a:bodyPr wrap="square" rtlCol="0">
              <a:spAutoFit/>
            </a:bodyPr>
            <a:lstStyle/>
            <a:p>
              <a:r>
                <a:rPr lang="en-CA" sz="1200">
                  <a:latin typeface="Times New Roman" panose="02020603050405020304" pitchFamily="18" charset="0"/>
                  <a:cs typeface="Times New Roman" panose="02020603050405020304" pitchFamily="18" charset="0"/>
                </a:rPr>
                <a:t>Resume</a:t>
              </a:r>
            </a:p>
          </p:txBody>
        </p:sp>
        <p:cxnSp>
          <p:nvCxnSpPr>
            <p:cNvPr id="27" name="Connector: Elbow 26">
              <a:extLst>
                <a:ext uri="{FF2B5EF4-FFF2-40B4-BE49-F238E27FC236}">
                  <a16:creationId xmlns:a16="http://schemas.microsoft.com/office/drawing/2014/main" id="{CA894FCE-7E06-5363-2515-80F09ACDF62F}"/>
                </a:ext>
              </a:extLst>
            </p:cNvPr>
            <p:cNvCxnSpPr>
              <a:stCxn id="23" idx="2"/>
              <a:endCxn id="123" idx="1"/>
            </p:cNvCxnSpPr>
            <p:nvPr/>
          </p:nvCxnSpPr>
          <p:spPr>
            <a:xfrm rot="5400000">
              <a:off x="2603250" y="1293727"/>
              <a:ext cx="3031597" cy="3953907"/>
            </a:xfrm>
            <a:prstGeom prst="bentConnector4">
              <a:avLst>
                <a:gd name="adj1" fmla="val 6266"/>
                <a:gd name="adj2" fmla="val 119765"/>
              </a:avLst>
            </a:prstGeom>
            <a:ln w="127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1172181B-6C0D-9980-8181-C53A43F1FBD7}"/>
                </a:ext>
              </a:extLst>
            </p:cNvPr>
            <p:cNvCxnSpPr>
              <a:stCxn id="23" idx="2"/>
              <a:endCxn id="26" idx="1"/>
            </p:cNvCxnSpPr>
            <p:nvPr/>
          </p:nvCxnSpPr>
          <p:spPr>
            <a:xfrm rot="5400000">
              <a:off x="3683293" y="119920"/>
              <a:ext cx="777747" cy="4047670"/>
            </a:xfrm>
            <a:prstGeom prst="bentConnector4">
              <a:avLst>
                <a:gd name="adj1" fmla="val 24439"/>
                <a:gd name="adj2" fmla="val 117206"/>
              </a:avLst>
            </a:prstGeom>
            <a:ln w="127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50199242-D87F-50F7-2A85-A952A7DD1E42}"/>
                </a:ext>
              </a:extLst>
            </p:cNvPr>
            <p:cNvCxnSpPr>
              <a:cxnSpLocks/>
              <a:stCxn id="23" idx="2"/>
              <a:endCxn id="102" idx="0"/>
            </p:cNvCxnSpPr>
            <p:nvPr/>
          </p:nvCxnSpPr>
          <p:spPr>
            <a:xfrm rot="16200000" flipH="1">
              <a:off x="7485554" y="365328"/>
              <a:ext cx="386154" cy="3165261"/>
            </a:xfrm>
            <a:prstGeom prst="bentConnector3">
              <a:avLst>
                <a:gd name="adj1" fmla="val 50000"/>
              </a:avLst>
            </a:prstGeom>
            <a:ln w="127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242" name="Graphic 241" descr="Database outline">
            <a:extLst>
              <a:ext uri="{FF2B5EF4-FFF2-40B4-BE49-F238E27FC236}">
                <a16:creationId xmlns:a16="http://schemas.microsoft.com/office/drawing/2014/main" id="{7705D8C8-11A0-64FB-E969-8017A22E9A6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63714" y="5367540"/>
            <a:ext cx="652042" cy="652042"/>
          </a:xfrm>
          <a:prstGeom prst="rect">
            <a:avLst/>
          </a:prstGeom>
        </p:spPr>
      </p:pic>
      <p:cxnSp>
        <p:nvCxnSpPr>
          <p:cNvPr id="19" name="Straight Arrow Connector 18">
            <a:extLst>
              <a:ext uri="{FF2B5EF4-FFF2-40B4-BE49-F238E27FC236}">
                <a16:creationId xmlns:a16="http://schemas.microsoft.com/office/drawing/2014/main" id="{6C32246B-82C2-11E0-73F5-0CD20D0A38D8}"/>
              </a:ext>
            </a:extLst>
          </p:cNvPr>
          <p:cNvCxnSpPr>
            <a:stCxn id="135" idx="1"/>
            <a:endCxn id="123" idx="3"/>
          </p:cNvCxnSpPr>
          <p:nvPr/>
        </p:nvCxnSpPr>
        <p:spPr>
          <a:xfrm flipH="1">
            <a:off x="2682094" y="4783031"/>
            <a:ext cx="1219962" cy="344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50813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E40C5-4678-7BC4-428C-03429DC58A70}"/>
            </a:ext>
          </a:extLst>
        </p:cNvPr>
        <p:cNvGrpSpPr/>
        <p:nvPr/>
      </p:nvGrpSpPr>
      <p:grpSpPr>
        <a:xfrm>
          <a:off x="0" y="0"/>
          <a:ext cx="0" cy="0"/>
          <a:chOff x="0" y="0"/>
          <a:chExt cx="0" cy="0"/>
        </a:xfrm>
      </p:grpSpPr>
      <p:sp>
        <p:nvSpPr>
          <p:cNvPr id="16" name="Freeform: Shape 15">
            <a:hlinkClick r:id="rId3" action="ppaction://hlinksldjump"/>
            <a:extLst>
              <a:ext uri="{FF2B5EF4-FFF2-40B4-BE49-F238E27FC236}">
                <a16:creationId xmlns:a16="http://schemas.microsoft.com/office/drawing/2014/main" id="{0C33248A-5304-9A6A-849B-B2EF9B244F8C}"/>
              </a:ext>
            </a:extLst>
          </p:cNvPr>
          <p:cNvSpPr/>
          <p:nvPr/>
        </p:nvSpPr>
        <p:spPr>
          <a:xfrm rot="16200000">
            <a:off x="1470746" y="1899557"/>
            <a:ext cx="6858000" cy="3058886"/>
          </a:xfrm>
          <a:custGeom>
            <a:avLst/>
            <a:gdLst>
              <a:gd name="connsiteX0" fmla="*/ 6858000 w 6858000"/>
              <a:gd name="connsiteY0" fmla="*/ 0 h 3058886"/>
              <a:gd name="connsiteX1" fmla="*/ 6858000 w 6858000"/>
              <a:gd name="connsiteY1" fmla="*/ 881743 h 3058886"/>
              <a:gd name="connsiteX2" fmla="*/ 794657 w 6858000"/>
              <a:gd name="connsiteY2" fmla="*/ 881743 h 3058886"/>
              <a:gd name="connsiteX3" fmla="*/ 794657 w 6858000"/>
              <a:gd name="connsiteY3" fmla="*/ 2623458 h 3058886"/>
              <a:gd name="connsiteX4" fmla="*/ 397329 w 6858000"/>
              <a:gd name="connsiteY4" fmla="*/ 3058886 h 3058886"/>
              <a:gd name="connsiteX5" fmla="*/ 0 w 6858000"/>
              <a:gd name="connsiteY5" fmla="*/ 2623458 h 3058886"/>
              <a:gd name="connsiteX6" fmla="*/ 0 w 6858000"/>
              <a:gd name="connsiteY6" fmla="*/ 881743 h 3058886"/>
              <a:gd name="connsiteX7" fmla="*/ 0 w 6858000"/>
              <a:gd name="connsiteY7" fmla="*/ 0 h 305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3058886">
                <a:moveTo>
                  <a:pt x="6858000" y="0"/>
                </a:moveTo>
                <a:lnTo>
                  <a:pt x="6858000" y="881743"/>
                </a:lnTo>
                <a:lnTo>
                  <a:pt x="794657" y="881743"/>
                </a:lnTo>
                <a:lnTo>
                  <a:pt x="794657" y="2623458"/>
                </a:lnTo>
                <a:lnTo>
                  <a:pt x="397329" y="3058886"/>
                </a:lnTo>
                <a:lnTo>
                  <a:pt x="0" y="2623458"/>
                </a:lnTo>
                <a:lnTo>
                  <a:pt x="0" y="881743"/>
                </a:lnTo>
                <a:lnTo>
                  <a:pt x="0" y="0"/>
                </a:lnTo>
                <a:close/>
              </a:path>
            </a:pathLst>
          </a:cu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b="1">
              <a:ln w="22225">
                <a:solidFill>
                  <a:schemeClr val="accent2"/>
                </a:solidFill>
                <a:prstDash val="solid"/>
              </a:ln>
              <a:solidFill>
                <a:schemeClr val="accent2">
                  <a:lumMod val="40000"/>
                  <a:lumOff val="60000"/>
                </a:schemeClr>
              </a:solidFill>
              <a:effectLst>
                <a:innerShdw blurRad="63500" dist="50800" dir="13500000">
                  <a:prstClr val="black">
                    <a:alpha val="50000"/>
                  </a:prstClr>
                </a:innerShdw>
              </a:effectLst>
            </a:endParaRPr>
          </a:p>
        </p:txBody>
      </p:sp>
      <p:sp>
        <p:nvSpPr>
          <p:cNvPr id="17" name="Freeform: Shape 16">
            <a:hlinkClick r:id="rId4" action="ppaction://hlinksldjump"/>
            <a:extLst>
              <a:ext uri="{FF2B5EF4-FFF2-40B4-BE49-F238E27FC236}">
                <a16:creationId xmlns:a16="http://schemas.microsoft.com/office/drawing/2014/main" id="{60347EC7-8D37-AFB6-159D-89100525770C}"/>
              </a:ext>
            </a:extLst>
          </p:cNvPr>
          <p:cNvSpPr/>
          <p:nvPr/>
        </p:nvSpPr>
        <p:spPr>
          <a:xfrm rot="16200000">
            <a:off x="453091" y="2057398"/>
            <a:ext cx="6858000" cy="2743204"/>
          </a:xfrm>
          <a:custGeom>
            <a:avLst/>
            <a:gdLst>
              <a:gd name="connsiteX0" fmla="*/ 1711102 w 6858000"/>
              <a:gd name="connsiteY0" fmla="*/ 881744 h 2743204"/>
              <a:gd name="connsiteX1" fmla="*/ 1711102 w 6858000"/>
              <a:gd name="connsiteY1" fmla="*/ 2370912 h 2743204"/>
              <a:gd name="connsiteX2" fmla="*/ 1313774 w 6858000"/>
              <a:gd name="connsiteY2" fmla="*/ 2743204 h 2743204"/>
              <a:gd name="connsiteX3" fmla="*/ 916445 w 6858000"/>
              <a:gd name="connsiteY3" fmla="*/ 2370912 h 2743204"/>
              <a:gd name="connsiteX4" fmla="*/ 916445 w 6858000"/>
              <a:gd name="connsiteY4" fmla="*/ 881744 h 2743204"/>
              <a:gd name="connsiteX5" fmla="*/ 6858000 w 6858000"/>
              <a:gd name="connsiteY5" fmla="*/ 1 h 2743204"/>
              <a:gd name="connsiteX6" fmla="*/ 6858000 w 6858000"/>
              <a:gd name="connsiteY6" fmla="*/ 881744 h 2743204"/>
              <a:gd name="connsiteX7" fmla="*/ 0 w 6858000"/>
              <a:gd name="connsiteY7" fmla="*/ 881743 h 2743204"/>
              <a:gd name="connsiteX8" fmla="*/ 0 w 6858000"/>
              <a:gd name="connsiteY8" fmla="*/ 0 h 274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2743204">
                <a:moveTo>
                  <a:pt x="1711102" y="881744"/>
                </a:moveTo>
                <a:lnTo>
                  <a:pt x="1711102" y="2370912"/>
                </a:lnTo>
                <a:lnTo>
                  <a:pt x="1313774" y="2743204"/>
                </a:lnTo>
                <a:lnTo>
                  <a:pt x="916445" y="2370912"/>
                </a:lnTo>
                <a:lnTo>
                  <a:pt x="916445" y="881744"/>
                </a:lnTo>
                <a:close/>
                <a:moveTo>
                  <a:pt x="6858000" y="1"/>
                </a:moveTo>
                <a:lnTo>
                  <a:pt x="6858000" y="881744"/>
                </a:lnTo>
                <a:lnTo>
                  <a:pt x="0" y="881743"/>
                </a:lnTo>
                <a:lnTo>
                  <a:pt x="0" y="0"/>
                </a:lnTo>
                <a:close/>
              </a:path>
            </a:pathLst>
          </a:cu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sp>
        <p:nvSpPr>
          <p:cNvPr id="18" name="Freeform: Shape 17">
            <a:hlinkClick r:id="rId5" action="ppaction://hlinksldjump"/>
            <a:extLst>
              <a:ext uri="{FF2B5EF4-FFF2-40B4-BE49-F238E27FC236}">
                <a16:creationId xmlns:a16="http://schemas.microsoft.com/office/drawing/2014/main" id="{0EA84E8D-76ED-C0C8-C93F-8CE8CA8826A7}"/>
              </a:ext>
            </a:extLst>
          </p:cNvPr>
          <p:cNvSpPr/>
          <p:nvPr/>
        </p:nvSpPr>
        <p:spPr>
          <a:xfrm rot="16200000">
            <a:off x="-311276" y="2000927"/>
            <a:ext cx="6858000" cy="2856147"/>
          </a:xfrm>
          <a:custGeom>
            <a:avLst/>
            <a:gdLst>
              <a:gd name="connsiteX0" fmla="*/ 6858000 w 6858000"/>
              <a:gd name="connsiteY0" fmla="*/ 1 h 2856147"/>
              <a:gd name="connsiteX1" fmla="*/ 6858000 w 6858000"/>
              <a:gd name="connsiteY1" fmla="*/ 881744 h 2856147"/>
              <a:gd name="connsiteX2" fmla="*/ 2600328 w 6858000"/>
              <a:gd name="connsiteY2" fmla="*/ 881744 h 2856147"/>
              <a:gd name="connsiteX3" fmla="*/ 2600328 w 6858000"/>
              <a:gd name="connsiteY3" fmla="*/ 2459907 h 2856147"/>
              <a:gd name="connsiteX4" fmla="*/ 2203000 w 6858000"/>
              <a:gd name="connsiteY4" fmla="*/ 2856147 h 2856147"/>
              <a:gd name="connsiteX5" fmla="*/ 1805671 w 6858000"/>
              <a:gd name="connsiteY5" fmla="*/ 2459907 h 2856147"/>
              <a:gd name="connsiteX6" fmla="*/ 1805671 w 6858000"/>
              <a:gd name="connsiteY6" fmla="*/ 881744 h 2856147"/>
              <a:gd name="connsiteX7" fmla="*/ 0 w 6858000"/>
              <a:gd name="connsiteY7" fmla="*/ 881743 h 2856147"/>
              <a:gd name="connsiteX8" fmla="*/ 1 w 6858000"/>
              <a:gd name="connsiteY8" fmla="*/ 0 h 2856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2856147">
                <a:moveTo>
                  <a:pt x="6858000" y="1"/>
                </a:moveTo>
                <a:lnTo>
                  <a:pt x="6858000" y="881744"/>
                </a:lnTo>
                <a:lnTo>
                  <a:pt x="2600328" y="881744"/>
                </a:lnTo>
                <a:lnTo>
                  <a:pt x="2600328" y="2459907"/>
                </a:lnTo>
                <a:lnTo>
                  <a:pt x="2203000" y="2856147"/>
                </a:lnTo>
                <a:lnTo>
                  <a:pt x="1805671" y="2459907"/>
                </a:lnTo>
                <a:lnTo>
                  <a:pt x="1805671" y="881744"/>
                </a:lnTo>
                <a:lnTo>
                  <a:pt x="0" y="881743"/>
                </a:lnTo>
                <a:lnTo>
                  <a:pt x="1" y="0"/>
                </a:lnTo>
                <a:close/>
              </a:path>
            </a:pathLst>
          </a:cu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sp>
        <p:nvSpPr>
          <p:cNvPr id="19" name="Freeform: Shape 18">
            <a:hlinkClick r:id="rId6" action="ppaction://hlinksldjump"/>
            <a:extLst>
              <a:ext uri="{FF2B5EF4-FFF2-40B4-BE49-F238E27FC236}">
                <a16:creationId xmlns:a16="http://schemas.microsoft.com/office/drawing/2014/main" id="{2CD4161C-047E-9955-5A2A-BC1F7C307119}"/>
              </a:ext>
            </a:extLst>
          </p:cNvPr>
          <p:cNvSpPr/>
          <p:nvPr/>
        </p:nvSpPr>
        <p:spPr>
          <a:xfrm>
            <a:off x="893987" y="0"/>
            <a:ext cx="2800354" cy="6858000"/>
          </a:xfrm>
          <a:custGeom>
            <a:avLst/>
            <a:gdLst>
              <a:gd name="connsiteX0" fmla="*/ 0 w 2800354"/>
              <a:gd name="connsiteY0" fmla="*/ 0 h 6858000"/>
              <a:gd name="connsiteX1" fmla="*/ 881743 w 2800354"/>
              <a:gd name="connsiteY1" fmla="*/ 0 h 6858000"/>
              <a:gd name="connsiteX2" fmla="*/ 881743 w 2800354"/>
              <a:gd name="connsiteY2" fmla="*/ 3273876 h 6858000"/>
              <a:gd name="connsiteX3" fmla="*/ 2404113 w 2800354"/>
              <a:gd name="connsiteY3" fmla="*/ 3273876 h 6858000"/>
              <a:gd name="connsiteX4" fmla="*/ 2800354 w 2800354"/>
              <a:gd name="connsiteY4" fmla="*/ 3671204 h 6858000"/>
              <a:gd name="connsiteX5" fmla="*/ 2404113 w 2800354"/>
              <a:gd name="connsiteY5" fmla="*/ 4068533 h 6858000"/>
              <a:gd name="connsiteX6" fmla="*/ 881743 w 2800354"/>
              <a:gd name="connsiteY6" fmla="*/ 4068533 h 6858000"/>
              <a:gd name="connsiteX7" fmla="*/ 881743 w 2800354"/>
              <a:gd name="connsiteY7" fmla="*/ 6858000 h 6858000"/>
              <a:gd name="connsiteX8" fmla="*/ 0 w 2800354"/>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0354" h="6858000">
                <a:moveTo>
                  <a:pt x="0" y="0"/>
                </a:moveTo>
                <a:lnTo>
                  <a:pt x="881743" y="0"/>
                </a:lnTo>
                <a:lnTo>
                  <a:pt x="881743" y="3273876"/>
                </a:lnTo>
                <a:lnTo>
                  <a:pt x="2404113" y="3273876"/>
                </a:lnTo>
                <a:lnTo>
                  <a:pt x="2800354" y="3671204"/>
                </a:lnTo>
                <a:lnTo>
                  <a:pt x="2404113" y="4068533"/>
                </a:lnTo>
                <a:lnTo>
                  <a:pt x="881743" y="4068533"/>
                </a:lnTo>
                <a:lnTo>
                  <a:pt x="881743" y="6858000"/>
                </a:lnTo>
                <a:lnTo>
                  <a:pt x="0" y="6858000"/>
                </a:lnTo>
                <a:close/>
              </a:path>
            </a:pathLst>
          </a:cu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sp>
        <p:nvSpPr>
          <p:cNvPr id="20" name="Freeform: Shape 19">
            <a:hlinkClick r:id="rId6" action="ppaction://hlinksldjump"/>
            <a:extLst>
              <a:ext uri="{FF2B5EF4-FFF2-40B4-BE49-F238E27FC236}">
                <a16:creationId xmlns:a16="http://schemas.microsoft.com/office/drawing/2014/main" id="{035B8372-4B83-149C-28E9-B08F764802B7}"/>
              </a:ext>
            </a:extLst>
          </p:cNvPr>
          <p:cNvSpPr/>
          <p:nvPr/>
        </p:nvSpPr>
        <p:spPr>
          <a:xfrm>
            <a:off x="0" y="0"/>
            <a:ext cx="2877914" cy="6858000"/>
          </a:xfrm>
          <a:custGeom>
            <a:avLst/>
            <a:gdLst>
              <a:gd name="connsiteX0" fmla="*/ 896710 w 2877914"/>
              <a:gd name="connsiteY0" fmla="*/ 2117272 h 6858000"/>
              <a:gd name="connsiteX1" fmla="*/ 2481673 w 2877914"/>
              <a:gd name="connsiteY1" fmla="*/ 2117272 h 6858000"/>
              <a:gd name="connsiteX2" fmla="*/ 2877914 w 2877914"/>
              <a:gd name="connsiteY2" fmla="*/ 2514600 h 6858000"/>
              <a:gd name="connsiteX3" fmla="*/ 2481673 w 2877914"/>
              <a:gd name="connsiteY3" fmla="*/ 2911929 h 6858000"/>
              <a:gd name="connsiteX4" fmla="*/ 896710 w 2877914"/>
              <a:gd name="connsiteY4" fmla="*/ 2911929 h 6858000"/>
              <a:gd name="connsiteX5" fmla="*/ 0 w 2877914"/>
              <a:gd name="connsiteY5" fmla="*/ 0 h 6858000"/>
              <a:gd name="connsiteX6" fmla="*/ 881743 w 2877914"/>
              <a:gd name="connsiteY6" fmla="*/ 0 h 6858000"/>
              <a:gd name="connsiteX7" fmla="*/ 881743 w 2877914"/>
              <a:gd name="connsiteY7" fmla="*/ 6858000 h 6858000"/>
              <a:gd name="connsiteX8" fmla="*/ 0 w 2877914"/>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7914" h="6858000">
                <a:moveTo>
                  <a:pt x="896710" y="2117272"/>
                </a:moveTo>
                <a:lnTo>
                  <a:pt x="2481673" y="2117272"/>
                </a:lnTo>
                <a:lnTo>
                  <a:pt x="2877914" y="2514600"/>
                </a:lnTo>
                <a:lnTo>
                  <a:pt x="2481673" y="2911929"/>
                </a:lnTo>
                <a:lnTo>
                  <a:pt x="896710" y="2911929"/>
                </a:lnTo>
                <a:close/>
                <a:moveTo>
                  <a:pt x="0" y="0"/>
                </a:moveTo>
                <a:lnTo>
                  <a:pt x="881743" y="0"/>
                </a:lnTo>
                <a:lnTo>
                  <a:pt x="881743" y="6858000"/>
                </a:lnTo>
                <a:lnTo>
                  <a:pt x="0" y="6858000"/>
                </a:lnTo>
                <a:close/>
              </a:path>
            </a:pathLst>
          </a:cu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sp>
        <p:nvSpPr>
          <p:cNvPr id="22" name="TextBox 21">
            <a:hlinkClick r:id="rId6" action="ppaction://hlinksldjump"/>
            <a:extLst>
              <a:ext uri="{FF2B5EF4-FFF2-40B4-BE49-F238E27FC236}">
                <a16:creationId xmlns:a16="http://schemas.microsoft.com/office/drawing/2014/main" id="{9CDCFAAE-08FA-F118-7E01-E3F7DA6A323F}"/>
              </a:ext>
            </a:extLst>
          </p:cNvPr>
          <p:cNvSpPr txBox="1"/>
          <p:nvPr/>
        </p:nvSpPr>
        <p:spPr>
          <a:xfrm>
            <a:off x="1561928" y="3428997"/>
            <a:ext cx="2558142" cy="400110"/>
          </a:xfrm>
          <a:prstGeom prst="rect">
            <a:avLst/>
          </a:prstGeom>
          <a:noFill/>
        </p:spPr>
        <p:txBody>
          <a:bodyPr wrap="square" rtlCol="0">
            <a:spAutoFit/>
          </a:bodyPr>
          <a:lstStyle/>
          <a:p>
            <a:r>
              <a:rPr lang="en-CA" sz="2000">
                <a:latin typeface="Times New Roman" panose="02020603050405020304" pitchFamily="18" charset="0"/>
                <a:cs typeface="Times New Roman" panose="02020603050405020304" pitchFamily="18" charset="0"/>
              </a:rPr>
              <a:t>2.Skill Matching</a:t>
            </a:r>
          </a:p>
        </p:txBody>
      </p:sp>
      <p:sp>
        <p:nvSpPr>
          <p:cNvPr id="23" name="TextBox 22">
            <a:extLst>
              <a:ext uri="{FF2B5EF4-FFF2-40B4-BE49-F238E27FC236}">
                <a16:creationId xmlns:a16="http://schemas.microsoft.com/office/drawing/2014/main" id="{FE648304-176A-BC5E-F331-349CF2D5D11F}"/>
              </a:ext>
            </a:extLst>
          </p:cNvPr>
          <p:cNvSpPr txBox="1"/>
          <p:nvPr/>
        </p:nvSpPr>
        <p:spPr>
          <a:xfrm>
            <a:off x="2480044" y="4406302"/>
            <a:ext cx="2558142" cy="707886"/>
          </a:xfrm>
          <a:prstGeom prst="rect">
            <a:avLst/>
          </a:prstGeom>
          <a:noFill/>
        </p:spPr>
        <p:txBody>
          <a:bodyPr wrap="square" rtlCol="0">
            <a:spAutoFit/>
          </a:bodyPr>
          <a:lstStyle/>
          <a:p>
            <a:r>
              <a:rPr lang="en-CA" sz="2000">
                <a:latin typeface="Times New Roman" panose="02020603050405020304" pitchFamily="18" charset="0"/>
                <a:cs typeface="Times New Roman" panose="02020603050405020304" pitchFamily="18" charset="0"/>
              </a:rPr>
              <a:t>3.Data Storage &amp; Integration</a:t>
            </a:r>
            <a:endParaRPr lang="en-CA" sz="2000" b="1">
              <a:latin typeface="Times New Roman" panose="02020603050405020304" pitchFamily="18" charset="0"/>
              <a:cs typeface="Times New Roman" panose="02020603050405020304" pitchFamily="18" charset="0"/>
            </a:endParaRPr>
          </a:p>
        </p:txBody>
      </p:sp>
      <p:sp>
        <p:nvSpPr>
          <p:cNvPr id="24" name="TextBox 23">
            <a:hlinkClick r:id="rId3" action="ppaction://hlinksldjump"/>
            <a:extLst>
              <a:ext uri="{FF2B5EF4-FFF2-40B4-BE49-F238E27FC236}">
                <a16:creationId xmlns:a16="http://schemas.microsoft.com/office/drawing/2014/main" id="{36A9477D-2381-7579-89D4-F5C601A895FB}"/>
              </a:ext>
            </a:extLst>
          </p:cNvPr>
          <p:cNvSpPr txBox="1"/>
          <p:nvPr/>
        </p:nvSpPr>
        <p:spPr>
          <a:xfrm>
            <a:off x="3543767" y="6188472"/>
            <a:ext cx="2808350" cy="400110"/>
          </a:xfrm>
          <a:prstGeom prst="rect">
            <a:avLst/>
          </a:prstGeom>
          <a:noFill/>
        </p:spPr>
        <p:txBody>
          <a:bodyPr wrap="square" rtlCol="0">
            <a:spAutoFit/>
          </a:bodyPr>
          <a:lstStyle/>
          <a:p>
            <a:pPr algn="ctr"/>
            <a:r>
              <a:rPr lang="en-CA" sz="2000">
                <a:latin typeface="Times New Roman" panose="02020603050405020304" pitchFamily="18" charset="0"/>
                <a:cs typeface="Times New Roman" panose="02020603050405020304" pitchFamily="18" charset="0"/>
              </a:rPr>
              <a:t>5.UI Deployment</a:t>
            </a:r>
            <a:endParaRPr lang="en-CA" sz="2000" b="1">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29D32C36-76C9-AD05-7C9E-F4304C0375E6}"/>
              </a:ext>
            </a:extLst>
          </p:cNvPr>
          <p:cNvSpPr txBox="1"/>
          <p:nvPr/>
        </p:nvSpPr>
        <p:spPr>
          <a:xfrm>
            <a:off x="2613363" y="5297387"/>
            <a:ext cx="2558142" cy="400110"/>
          </a:xfrm>
          <a:prstGeom prst="rect">
            <a:avLst/>
          </a:prstGeom>
          <a:noFill/>
        </p:spPr>
        <p:txBody>
          <a:bodyPr wrap="square" rtlCol="0">
            <a:spAutoFit/>
          </a:bodyPr>
          <a:lstStyle/>
          <a:p>
            <a:pPr algn="ctr"/>
            <a:r>
              <a:rPr lang="en-CA" sz="2000">
                <a:latin typeface="Times New Roman" panose="02020603050405020304" pitchFamily="18" charset="0"/>
                <a:cs typeface="Times New Roman" panose="02020603050405020304" pitchFamily="18" charset="0"/>
              </a:rPr>
              <a:t>4.Power BI Dashboard</a:t>
            </a:r>
            <a:endParaRPr lang="en-CA" sz="2000" b="1">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10B75A9-8428-BB5D-6650-361553D7DC4E}"/>
              </a:ext>
            </a:extLst>
          </p:cNvPr>
          <p:cNvSpPr txBox="1"/>
          <p:nvPr/>
        </p:nvSpPr>
        <p:spPr>
          <a:xfrm>
            <a:off x="820998" y="2294751"/>
            <a:ext cx="2558142" cy="1015663"/>
          </a:xfrm>
          <a:prstGeom prst="rect">
            <a:avLst/>
          </a:prstGeom>
          <a:noFill/>
        </p:spPr>
        <p:txBody>
          <a:bodyPr wrap="square" rtlCol="0">
            <a:spAutoFit/>
          </a:bodyPr>
          <a:lstStyle/>
          <a:p>
            <a:r>
              <a:rPr lang="en-CA" sz="2000">
                <a:latin typeface="Times New Roman" panose="02020603050405020304" pitchFamily="18" charset="0"/>
                <a:cs typeface="Times New Roman" panose="02020603050405020304" pitchFamily="18" charset="0"/>
              </a:rPr>
              <a:t>1.Resume Parsing</a:t>
            </a:r>
          </a:p>
          <a:p>
            <a:br>
              <a:rPr lang="en-CA" sz="2000"/>
            </a:br>
            <a:endParaRPr lang="en-CA" sz="2000" b="1">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DB81F5A9-5E96-3268-9ABA-A7A4F5C0596A}"/>
              </a:ext>
            </a:extLst>
          </p:cNvPr>
          <p:cNvSpPr txBox="1"/>
          <p:nvPr/>
        </p:nvSpPr>
        <p:spPr>
          <a:xfrm>
            <a:off x="6575680" y="1033616"/>
            <a:ext cx="3624234" cy="3693127"/>
          </a:xfrm>
          <a:prstGeom prst="rect">
            <a:avLst/>
          </a:prstGeom>
          <a:noFill/>
        </p:spPr>
        <p:txBody>
          <a:bodyPr wrap="square">
            <a:spAutoFit/>
          </a:bodyPr>
          <a:lstStyle/>
          <a:p>
            <a:pPr marL="457200" indent="-457200">
              <a:lnSpc>
                <a:spcPct val="200000"/>
              </a:lnSpc>
              <a:buFont typeface="+mj-lt"/>
              <a:buAutoNum type="arabicPeriod"/>
            </a:pPr>
            <a:r>
              <a:rPr lang="en-CA" sz="2000">
                <a:latin typeface="Times New Roman" panose="02020603050405020304" pitchFamily="18" charset="0"/>
                <a:cs typeface="Times New Roman" panose="02020603050405020304" pitchFamily="18" charset="0"/>
              </a:rPr>
              <a:t>Resume Parsing</a:t>
            </a:r>
          </a:p>
          <a:p>
            <a:pPr marL="457200" indent="-457200">
              <a:lnSpc>
                <a:spcPct val="200000"/>
              </a:lnSpc>
              <a:buFont typeface="+mj-lt"/>
              <a:buAutoNum type="arabicPeriod"/>
            </a:pPr>
            <a:r>
              <a:rPr lang="en-CA" sz="2000">
                <a:latin typeface="Times New Roman" panose="02020603050405020304" pitchFamily="18" charset="0"/>
                <a:cs typeface="Times New Roman" panose="02020603050405020304" pitchFamily="18" charset="0"/>
              </a:rPr>
              <a:t>Job Parsing</a:t>
            </a:r>
          </a:p>
          <a:p>
            <a:pPr marL="457200" indent="-457200">
              <a:lnSpc>
                <a:spcPct val="200000"/>
              </a:lnSpc>
              <a:buFont typeface="+mj-lt"/>
              <a:buAutoNum type="arabicPeriod"/>
            </a:pPr>
            <a:r>
              <a:rPr lang="en-CA" sz="2000">
                <a:latin typeface="Times New Roman" panose="02020603050405020304" pitchFamily="18" charset="0"/>
                <a:cs typeface="Times New Roman" panose="02020603050405020304" pitchFamily="18" charset="0"/>
              </a:rPr>
              <a:t>Skill Matching</a:t>
            </a:r>
          </a:p>
          <a:p>
            <a:pPr marL="457200" indent="-457200">
              <a:lnSpc>
                <a:spcPct val="200000"/>
              </a:lnSpc>
              <a:buFont typeface="+mj-lt"/>
              <a:buAutoNum type="arabicPeriod"/>
            </a:pPr>
            <a:r>
              <a:rPr lang="en-CA" sz="2000">
                <a:latin typeface="Times New Roman" panose="02020603050405020304" pitchFamily="18" charset="0"/>
                <a:cs typeface="Times New Roman" panose="02020603050405020304" pitchFamily="18" charset="0"/>
              </a:rPr>
              <a:t>Data Storage &amp; Integration</a:t>
            </a:r>
          </a:p>
          <a:p>
            <a:pPr marL="457200" indent="-457200">
              <a:lnSpc>
                <a:spcPct val="200000"/>
              </a:lnSpc>
              <a:buFont typeface="+mj-lt"/>
              <a:buAutoNum type="arabicPeriod"/>
            </a:pPr>
            <a:r>
              <a:rPr lang="en-CA" sz="2000">
                <a:latin typeface="Times New Roman" panose="02020603050405020304" pitchFamily="18" charset="0"/>
                <a:cs typeface="Times New Roman" panose="02020603050405020304" pitchFamily="18" charset="0"/>
              </a:rPr>
              <a:t>Power BI Dashboard </a:t>
            </a:r>
          </a:p>
          <a:p>
            <a:pPr marL="457200" indent="-457200">
              <a:lnSpc>
                <a:spcPct val="200000"/>
              </a:lnSpc>
              <a:buFont typeface="+mj-lt"/>
              <a:buAutoNum type="arabicPeriod"/>
            </a:pPr>
            <a:r>
              <a:rPr lang="en-CA" sz="2000">
                <a:latin typeface="Times New Roman" panose="02020603050405020304" pitchFamily="18" charset="0"/>
                <a:cs typeface="Times New Roman" panose="02020603050405020304" pitchFamily="18" charset="0"/>
              </a:rPr>
              <a:t>UI Deployment</a:t>
            </a:r>
            <a:endParaRPr lang="en-CA" sz="2000"/>
          </a:p>
        </p:txBody>
      </p:sp>
    </p:spTree>
    <p:extLst>
      <p:ext uri="{BB962C8B-B14F-4D97-AF65-F5344CB8AC3E}">
        <p14:creationId xmlns:p14="http://schemas.microsoft.com/office/powerpoint/2010/main" val="22228653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par>
                                <p:cTn id="33" presetID="10" presetClass="entr" presetSubtype="0" fill="hold" nodeType="withEffect">
                                  <p:stCondLst>
                                    <p:cond delay="0"/>
                                  </p:stCondLst>
                                  <p:childTnLst>
                                    <p:set>
                                      <p:cBhvr>
                                        <p:cTn id="34" dur="1" fill="hold">
                                          <p:stCondLst>
                                            <p:cond delay="0"/>
                                          </p:stCondLst>
                                        </p:cTn>
                                        <p:tgtEl>
                                          <p:spTgt spid="31">
                                            <p:txEl>
                                              <p:pRg st="0" end="0"/>
                                            </p:txEl>
                                          </p:spTgt>
                                        </p:tgtEl>
                                        <p:attrNameLst>
                                          <p:attrName>style.visibility</p:attrName>
                                        </p:attrNameLst>
                                      </p:cBhvr>
                                      <p:to>
                                        <p:strVal val="visible"/>
                                      </p:to>
                                    </p:set>
                                    <p:animEffect transition="in" filter="fade">
                                      <p:cBhvr>
                                        <p:cTn id="35" dur="500"/>
                                        <p:tgtEl>
                                          <p:spTgt spid="31">
                                            <p:txEl>
                                              <p:pRg st="0" end="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1">
                                            <p:txEl>
                                              <p:pRg st="1" end="1"/>
                                            </p:txEl>
                                          </p:spTgt>
                                        </p:tgtEl>
                                        <p:attrNameLst>
                                          <p:attrName>style.visibility</p:attrName>
                                        </p:attrNameLst>
                                      </p:cBhvr>
                                      <p:to>
                                        <p:strVal val="visible"/>
                                      </p:to>
                                    </p:set>
                                    <p:animEffect transition="in" filter="fade">
                                      <p:cBhvr>
                                        <p:cTn id="38" dur="500"/>
                                        <p:tgtEl>
                                          <p:spTgt spid="31">
                                            <p:txEl>
                                              <p:pRg st="1" end="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xEl>
                                              <p:pRg st="2" end="2"/>
                                            </p:txEl>
                                          </p:spTgt>
                                        </p:tgtEl>
                                        <p:attrNameLst>
                                          <p:attrName>style.visibility</p:attrName>
                                        </p:attrNameLst>
                                      </p:cBhvr>
                                      <p:to>
                                        <p:strVal val="visible"/>
                                      </p:to>
                                    </p:set>
                                    <p:animEffect transition="in" filter="fade">
                                      <p:cBhvr>
                                        <p:cTn id="41" dur="500"/>
                                        <p:tgtEl>
                                          <p:spTgt spid="31">
                                            <p:txEl>
                                              <p:pRg st="2" end="2"/>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1">
                                            <p:txEl>
                                              <p:pRg st="3" end="3"/>
                                            </p:txEl>
                                          </p:spTgt>
                                        </p:tgtEl>
                                        <p:attrNameLst>
                                          <p:attrName>style.visibility</p:attrName>
                                        </p:attrNameLst>
                                      </p:cBhvr>
                                      <p:to>
                                        <p:strVal val="visible"/>
                                      </p:to>
                                    </p:set>
                                    <p:animEffect transition="in" filter="fade">
                                      <p:cBhvr>
                                        <p:cTn id="44" dur="500"/>
                                        <p:tgtEl>
                                          <p:spTgt spid="31">
                                            <p:txEl>
                                              <p:pRg st="3" end="3"/>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1">
                                            <p:txEl>
                                              <p:pRg st="4" end="4"/>
                                            </p:txEl>
                                          </p:spTgt>
                                        </p:tgtEl>
                                        <p:attrNameLst>
                                          <p:attrName>style.visibility</p:attrName>
                                        </p:attrNameLst>
                                      </p:cBhvr>
                                      <p:to>
                                        <p:strVal val="visible"/>
                                      </p:to>
                                    </p:set>
                                    <p:animEffect transition="in" filter="fade">
                                      <p:cBhvr>
                                        <p:cTn id="47" dur="500"/>
                                        <p:tgtEl>
                                          <p:spTgt spid="31">
                                            <p:txEl>
                                              <p:pRg st="4" end="4"/>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1">
                                            <p:txEl>
                                              <p:pRg st="5" end="5"/>
                                            </p:txEl>
                                          </p:spTgt>
                                        </p:tgtEl>
                                        <p:attrNameLst>
                                          <p:attrName>style.visibility</p:attrName>
                                        </p:attrNameLst>
                                      </p:cBhvr>
                                      <p:to>
                                        <p:strVal val="visible"/>
                                      </p:to>
                                    </p:set>
                                    <p:animEffect transition="in" filter="fade">
                                      <p:cBhvr>
                                        <p:cTn id="50" dur="500"/>
                                        <p:tgtEl>
                                          <p:spTgt spid="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E38AB-2B02-0824-B7BB-B01903E3527A}"/>
              </a:ext>
            </a:extLst>
          </p:cNvPr>
          <p:cNvSpPr>
            <a:spLocks noGrp="1"/>
          </p:cNvSpPr>
          <p:nvPr>
            <p:ph type="title"/>
          </p:nvPr>
        </p:nvSpPr>
        <p:spPr>
          <a:xfrm>
            <a:off x="1066799" y="936841"/>
            <a:ext cx="4220594" cy="953669"/>
          </a:xfrm>
        </p:spPr>
        <p:txBody>
          <a:bodyPr>
            <a:normAutofit/>
          </a:bodyPr>
          <a:lstStyle/>
          <a:p>
            <a:pPr>
              <a:lnSpc>
                <a:spcPct val="120000"/>
              </a:lnSpc>
              <a:spcBef>
                <a:spcPts val="1000"/>
              </a:spcBef>
            </a:pPr>
            <a:r>
              <a:rPr lang="en-US" sz="4300">
                <a:solidFill>
                  <a:schemeClr val="accent1">
                    <a:lumMod val="50000"/>
                  </a:schemeClr>
                </a:solidFill>
                <a:latin typeface="Times New Roman"/>
                <a:cs typeface="Times New Roman"/>
              </a:rPr>
              <a:t>Resume</a:t>
            </a:r>
            <a:r>
              <a:rPr lang="en-US" sz="4800">
                <a:solidFill>
                  <a:schemeClr val="accent1">
                    <a:lumMod val="50000"/>
                  </a:schemeClr>
                </a:solidFill>
                <a:latin typeface="Times New Roman"/>
                <a:cs typeface="Times New Roman"/>
              </a:rPr>
              <a:t> Parsing</a:t>
            </a:r>
            <a:endParaRPr lang="en-US">
              <a:solidFill>
                <a:schemeClr val="accent1">
                  <a:lumMod val="50000"/>
                </a:schemeClr>
              </a:solidFill>
            </a:endParaRPr>
          </a:p>
        </p:txBody>
      </p:sp>
      <p:sp>
        <p:nvSpPr>
          <p:cNvPr id="3" name="Content Placeholder 2">
            <a:extLst>
              <a:ext uri="{FF2B5EF4-FFF2-40B4-BE49-F238E27FC236}">
                <a16:creationId xmlns:a16="http://schemas.microsoft.com/office/drawing/2014/main" id="{D1B92E69-C7CE-171D-6C4F-42B09A30BF21}"/>
              </a:ext>
            </a:extLst>
          </p:cNvPr>
          <p:cNvSpPr>
            <a:spLocks noGrp="1"/>
          </p:cNvSpPr>
          <p:nvPr>
            <p:ph sz="half" idx="1"/>
          </p:nvPr>
        </p:nvSpPr>
        <p:spPr/>
        <p:txBody>
          <a:bodyPr vert="horz" lIns="91440" tIns="45720" rIns="91440" bIns="45720" rtlCol="0" anchor="t">
            <a:normAutofit/>
          </a:bodyPr>
          <a:lstStyle/>
          <a:p>
            <a:r>
              <a:rPr lang="en-US">
                <a:latin typeface="Times New Roman"/>
                <a:ea typeface="+mn-lt"/>
                <a:cs typeface="+mn-lt"/>
              </a:rPr>
              <a:t>Extracted key information such as names, job titles, skills, and contact details using rule-based logic</a:t>
            </a:r>
            <a:endParaRPr lang="en-US">
              <a:latin typeface="Times New Roman"/>
              <a:cs typeface="Times New Roman"/>
            </a:endParaRPr>
          </a:p>
          <a:p>
            <a:r>
              <a:rPr lang="en-US">
                <a:latin typeface="Times New Roman"/>
                <a:ea typeface="+mn-lt"/>
                <a:cs typeface="+mn-lt"/>
              </a:rPr>
              <a:t>Applied regular expressions to detect phone numbers and email addresses</a:t>
            </a:r>
            <a:endParaRPr lang="en-US">
              <a:latin typeface="Times New Roman"/>
              <a:cs typeface="Times New Roman"/>
            </a:endParaRPr>
          </a:p>
          <a:p>
            <a:r>
              <a:rPr lang="en-US">
                <a:latin typeface="Times New Roman"/>
                <a:ea typeface="+mn-lt"/>
                <a:cs typeface="+mn-lt"/>
              </a:rPr>
              <a:t>Standardized extracted data into a clean, structured format ready for downstream analysis</a:t>
            </a:r>
            <a:endParaRPr lang="en-US">
              <a:latin typeface="Times New Roman"/>
              <a:cs typeface="Times New Roman"/>
            </a:endParaRPr>
          </a:p>
          <a:p>
            <a:endParaRPr lang="en-US" dirty="0"/>
          </a:p>
        </p:txBody>
      </p:sp>
      <p:sp>
        <p:nvSpPr>
          <p:cNvPr id="42" name="Oval 41">
            <a:extLst>
              <a:ext uri="{FF2B5EF4-FFF2-40B4-BE49-F238E27FC236}">
                <a16:creationId xmlns:a16="http://schemas.microsoft.com/office/drawing/2014/main" id="{68E3AF88-E370-59DA-4FCD-53E0C542239F}"/>
              </a:ext>
            </a:extLst>
          </p:cNvPr>
          <p:cNvSpPr/>
          <p:nvPr/>
        </p:nvSpPr>
        <p:spPr>
          <a:xfrm>
            <a:off x="6856129" y="592798"/>
            <a:ext cx="2478540" cy="685553"/>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dirty="0"/>
              <a:t>resume_parser.py</a:t>
            </a:r>
          </a:p>
        </p:txBody>
      </p:sp>
      <p:sp>
        <p:nvSpPr>
          <p:cNvPr id="43" name="Rectangle: Rounded Corners 42">
            <a:extLst>
              <a:ext uri="{FF2B5EF4-FFF2-40B4-BE49-F238E27FC236}">
                <a16:creationId xmlns:a16="http://schemas.microsoft.com/office/drawing/2014/main" id="{256B4B98-F47B-B87A-2A9C-DDA36DC90783}"/>
              </a:ext>
            </a:extLst>
          </p:cNvPr>
          <p:cNvSpPr/>
          <p:nvPr/>
        </p:nvSpPr>
        <p:spPr>
          <a:xfrm>
            <a:off x="6861948" y="1902360"/>
            <a:ext cx="2479408" cy="684023"/>
          </a:xfrm>
          <a:prstGeom prst="roundRect">
            <a:avLst/>
          </a:prstGeom>
          <a:solidFill>
            <a:schemeClr val="accent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Load Resume</a:t>
            </a:r>
          </a:p>
        </p:txBody>
      </p:sp>
      <p:sp>
        <p:nvSpPr>
          <p:cNvPr id="4" name="Rectangle: Rounded Corners 3">
            <a:extLst>
              <a:ext uri="{FF2B5EF4-FFF2-40B4-BE49-F238E27FC236}">
                <a16:creationId xmlns:a16="http://schemas.microsoft.com/office/drawing/2014/main" id="{4875F87C-9610-961E-A93E-E1E1E2D4BA68}"/>
              </a:ext>
            </a:extLst>
          </p:cNvPr>
          <p:cNvSpPr/>
          <p:nvPr/>
        </p:nvSpPr>
        <p:spPr>
          <a:xfrm>
            <a:off x="6785452" y="3239611"/>
            <a:ext cx="2488351" cy="913122"/>
          </a:xfrm>
          <a:prstGeom prst="roundRect">
            <a:avLst/>
          </a:prstGeom>
          <a:solidFill>
            <a:schemeClr val="accent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a:p>
            <a:pPr algn="ctr"/>
            <a:r>
              <a:rPr lang="en-US" b="1">
                <a:solidFill>
                  <a:schemeClr val="bg1"/>
                </a:solidFill>
              </a:rPr>
              <a:t>Extract information</a:t>
            </a:r>
            <a:br>
              <a:rPr lang="en-US" b="1" dirty="0">
                <a:solidFill>
                  <a:schemeClr val="bg1"/>
                </a:solidFill>
              </a:rPr>
            </a:br>
            <a:r>
              <a:rPr lang="en-US" sz="1200">
                <a:solidFill>
                  <a:schemeClr val="bg1"/>
                </a:solidFill>
              </a:rPr>
              <a:t>Name, email, phone, education, job title</a:t>
            </a:r>
            <a:br>
              <a:rPr lang="en-US" dirty="0"/>
            </a:br>
            <a:endParaRPr lang="en-US" dirty="0"/>
          </a:p>
        </p:txBody>
      </p:sp>
      <p:sp>
        <p:nvSpPr>
          <p:cNvPr id="5" name="Rectangle: Rounded Corners 4">
            <a:extLst>
              <a:ext uri="{FF2B5EF4-FFF2-40B4-BE49-F238E27FC236}">
                <a16:creationId xmlns:a16="http://schemas.microsoft.com/office/drawing/2014/main" id="{A2C125C9-0CE6-9961-FD7A-D74C719C30B1}"/>
              </a:ext>
            </a:extLst>
          </p:cNvPr>
          <p:cNvSpPr/>
          <p:nvPr/>
        </p:nvSpPr>
        <p:spPr>
          <a:xfrm>
            <a:off x="6859538" y="4804662"/>
            <a:ext cx="2410952" cy="76166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Save results</a:t>
            </a:r>
          </a:p>
        </p:txBody>
      </p:sp>
      <p:sp>
        <p:nvSpPr>
          <p:cNvPr id="6" name="Rectangle: Rounded Corners 5">
            <a:extLst>
              <a:ext uri="{FF2B5EF4-FFF2-40B4-BE49-F238E27FC236}">
                <a16:creationId xmlns:a16="http://schemas.microsoft.com/office/drawing/2014/main" id="{C9978C05-5540-C771-4C02-C871A0E4637A}"/>
              </a:ext>
            </a:extLst>
          </p:cNvPr>
          <p:cNvSpPr/>
          <p:nvPr/>
        </p:nvSpPr>
        <p:spPr>
          <a:xfrm>
            <a:off x="9671631" y="4833111"/>
            <a:ext cx="2411158" cy="7224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t>Paresed_Resume_File.csv</a:t>
            </a:r>
          </a:p>
        </p:txBody>
      </p:sp>
      <p:sp>
        <p:nvSpPr>
          <p:cNvPr id="11" name="Arrow: Right 10">
            <a:extLst>
              <a:ext uri="{FF2B5EF4-FFF2-40B4-BE49-F238E27FC236}">
                <a16:creationId xmlns:a16="http://schemas.microsoft.com/office/drawing/2014/main" id="{5E6AC6C1-3021-A79A-304E-61A3E2454892}"/>
              </a:ext>
            </a:extLst>
          </p:cNvPr>
          <p:cNvSpPr/>
          <p:nvPr/>
        </p:nvSpPr>
        <p:spPr>
          <a:xfrm rot="5400000" flipV="1">
            <a:off x="7764801" y="1484041"/>
            <a:ext cx="675851" cy="120485"/>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7E788954-262F-0F13-A393-2AA96749097D}"/>
              </a:ext>
            </a:extLst>
          </p:cNvPr>
          <p:cNvSpPr/>
          <p:nvPr/>
        </p:nvSpPr>
        <p:spPr>
          <a:xfrm rot="5400000" flipV="1">
            <a:off x="7753595" y="2851158"/>
            <a:ext cx="675851" cy="120485"/>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2D8FA43E-85B2-6354-DBF3-7D34B68E99B9}"/>
              </a:ext>
            </a:extLst>
          </p:cNvPr>
          <p:cNvSpPr/>
          <p:nvPr/>
        </p:nvSpPr>
        <p:spPr>
          <a:xfrm rot="5400000" flipV="1">
            <a:off x="7708771" y="4397569"/>
            <a:ext cx="675851" cy="120485"/>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CEEBE429-B2F8-06A2-8137-4A4C0070ACAF}"/>
              </a:ext>
            </a:extLst>
          </p:cNvPr>
          <p:cNvSpPr/>
          <p:nvPr/>
        </p:nvSpPr>
        <p:spPr>
          <a:xfrm flipV="1">
            <a:off x="9008653" y="5181981"/>
            <a:ext cx="675851" cy="120485"/>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34332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D00CB3E-22D8-C88A-E699-CC9736BC9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012ED3-81CE-3437-18D9-C601BE5F635D}"/>
              </a:ext>
            </a:extLst>
          </p:cNvPr>
          <p:cNvSpPr>
            <a:spLocks noGrp="1"/>
          </p:cNvSpPr>
          <p:nvPr>
            <p:ph type="title"/>
          </p:nvPr>
        </p:nvSpPr>
        <p:spPr>
          <a:xfrm>
            <a:off x="1066798" y="1142999"/>
            <a:ext cx="5771363" cy="1257299"/>
          </a:xfrm>
        </p:spPr>
        <p:txBody>
          <a:bodyPr anchor="ctr">
            <a:normAutofit/>
          </a:bodyPr>
          <a:lstStyle/>
          <a:p>
            <a:r>
              <a:rPr lang="en-CA" sz="4800">
                <a:solidFill>
                  <a:schemeClr val="accent1">
                    <a:lumMod val="50000"/>
                  </a:schemeClr>
                </a:solidFill>
                <a:latin typeface="Times New Roman" panose="02020603050405020304" pitchFamily="18" charset="0"/>
                <a:cs typeface="Times New Roman" panose="02020603050405020304" pitchFamily="18" charset="0"/>
              </a:rPr>
              <a:t>Job Parsing</a:t>
            </a:r>
          </a:p>
        </p:txBody>
      </p:sp>
      <p:sp>
        <p:nvSpPr>
          <p:cNvPr id="4" name="Rectangle 1">
            <a:extLst>
              <a:ext uri="{FF2B5EF4-FFF2-40B4-BE49-F238E27FC236}">
                <a16:creationId xmlns:a16="http://schemas.microsoft.com/office/drawing/2014/main" id="{7A3CAA6C-FE65-E811-D370-7D9E5E77E156}"/>
              </a:ext>
            </a:extLst>
          </p:cNvPr>
          <p:cNvSpPr>
            <a:spLocks noGrp="1" noChangeArrowheads="1"/>
          </p:cNvSpPr>
          <p:nvPr>
            <p:ph idx="1"/>
          </p:nvPr>
        </p:nvSpPr>
        <p:spPr bwMode="auto">
          <a:xfrm>
            <a:off x="1066798" y="2736849"/>
            <a:ext cx="6096002" cy="340269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eaLnBrk="0" fontAlgn="base" hangingPunct="0">
              <a:lnSpc>
                <a:spcPct val="110000"/>
              </a:lnSpc>
              <a:spcBef>
                <a:spcPct val="0"/>
              </a:spcBef>
              <a:spcAft>
                <a:spcPts val="600"/>
              </a:spcAf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Parsed job descriptions are used to match candidate resumes based on extracted keywords.</a:t>
            </a:r>
          </a:p>
          <a:p>
            <a:pPr eaLnBrk="0" fontAlgn="base" hangingPunct="0">
              <a:lnSpc>
                <a:spcPct val="110000"/>
              </a:lnSpc>
              <a:spcBef>
                <a:spcPct val="0"/>
              </a:spcBef>
              <a:spcAft>
                <a:spcPts val="600"/>
              </a:spcAf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Match % score reflects how closely a resume aligns with the job role.</a:t>
            </a:r>
          </a:p>
          <a:p>
            <a:pPr eaLnBrk="0" fontAlgn="base" hangingPunct="0">
              <a:lnSpc>
                <a:spcPct val="110000"/>
              </a:lnSpc>
              <a:spcBef>
                <a:spcPct val="0"/>
              </a:spcBef>
              <a:spcAft>
                <a:spcPts val="600"/>
              </a:spcAf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Interactive filters allow viewing results by job title and skill group.</a:t>
            </a:r>
          </a:p>
          <a:p>
            <a:pPr eaLnBrk="0" fontAlgn="base" hangingPunct="0">
              <a:lnSpc>
                <a:spcPct val="110000"/>
              </a:lnSpc>
              <a:spcBef>
                <a:spcPct val="0"/>
              </a:spcBef>
              <a:spcAft>
                <a:spcPts val="600"/>
              </a:spcAf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Enhancements planned</a:t>
            </a:r>
          </a:p>
          <a:p>
            <a:pPr eaLnBrk="0" fontAlgn="base" hangingPunct="0">
              <a:lnSpc>
                <a:spcPct val="110000"/>
              </a:lnSpc>
              <a:spcBef>
                <a:spcPct val="0"/>
              </a:spcBef>
              <a:spcAft>
                <a:spcPts val="600"/>
              </a:spcAf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Visualize matched vs. missing keywords</a:t>
            </a:r>
          </a:p>
          <a:p>
            <a:pPr eaLnBrk="0" fontAlgn="base" hangingPunct="0">
              <a:lnSpc>
                <a:spcPct val="110000"/>
              </a:lnSpc>
              <a:spcBef>
                <a:spcPct val="0"/>
              </a:spcBef>
              <a:spcAft>
                <a:spcPts val="600"/>
              </a:spcAf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Show parsed job text alongside resumes</a:t>
            </a:r>
          </a:p>
          <a:p>
            <a:pPr eaLnBrk="0" fontAlgn="base" hangingPunct="0">
              <a:lnSpc>
                <a:spcPct val="110000"/>
              </a:lnSpc>
              <a:spcBef>
                <a:spcPct val="0"/>
              </a:spcBef>
              <a:spcAft>
                <a:spcPts val="600"/>
              </a:spcAf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Breakdown of match contributors (skills, experience, tools)</a:t>
            </a:r>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sz="1500" b="0" i="0" u="none" strike="noStrike" cap="none" normalizeH="0" baseline="0">
              <a:ln>
                <a:noFill/>
              </a:ln>
              <a:effectLst/>
              <a:latin typeface="Arial" panose="020B0604020202020204" pitchFamily="34" charset="0"/>
            </a:endParaRPr>
          </a:p>
        </p:txBody>
      </p:sp>
      <p:pic>
        <p:nvPicPr>
          <p:cNvPr id="8" name="Graphic 7" descr="Office Worker">
            <a:extLst>
              <a:ext uri="{FF2B5EF4-FFF2-40B4-BE49-F238E27FC236}">
                <a16:creationId xmlns:a16="http://schemas.microsoft.com/office/drawing/2014/main" id="{3001F0CF-E4DB-4F95-A5B7-FD3B61C7A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04959" y="1856979"/>
            <a:ext cx="3144042" cy="3144042"/>
          </a:xfrm>
          <a:prstGeom prst="rect">
            <a:avLst/>
          </a:prstGeom>
        </p:spPr>
      </p:pic>
    </p:spTree>
    <p:extLst>
      <p:ext uri="{BB962C8B-B14F-4D97-AF65-F5344CB8AC3E}">
        <p14:creationId xmlns:p14="http://schemas.microsoft.com/office/powerpoint/2010/main" val="4443431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F9B5ABC-40E5-221B-1568-36D02FBA21BB}"/>
              </a:ext>
            </a:extLst>
          </p:cNvPr>
          <p:cNvSpPr>
            <a:spLocks noGrp="1"/>
          </p:cNvSpPr>
          <p:nvPr>
            <p:ph idx="1"/>
          </p:nvPr>
        </p:nvSpPr>
        <p:spPr>
          <a:xfrm>
            <a:off x="1066797" y="2736850"/>
            <a:ext cx="4173415" cy="2397125"/>
          </a:xfrm>
        </p:spPr>
        <p:txBody>
          <a:bodyPr>
            <a:normAutofit/>
          </a:bodyPr>
          <a:lstStyle/>
          <a:p>
            <a:pPr>
              <a:lnSpc>
                <a:spcPct val="110000"/>
              </a:lnSpc>
            </a:pPr>
            <a:r>
              <a:rPr lang="en-US" sz="1400"/>
              <a:t>Compared skills extracted from resumes with job description keywords</a:t>
            </a:r>
          </a:p>
          <a:p>
            <a:pPr>
              <a:lnSpc>
                <a:spcPct val="110000"/>
              </a:lnSpc>
            </a:pPr>
            <a:r>
              <a:rPr lang="en-US" sz="1400"/>
              <a:t>Calculated match scores for each resume-job pair</a:t>
            </a:r>
          </a:p>
          <a:p>
            <a:pPr>
              <a:lnSpc>
                <a:spcPct val="110000"/>
              </a:lnSpc>
            </a:pPr>
            <a:r>
              <a:rPr lang="en-US" sz="1400"/>
              <a:t>Used scoring to rank candidates by match percentage</a:t>
            </a:r>
          </a:p>
          <a:p>
            <a:pPr>
              <a:lnSpc>
                <a:spcPct val="110000"/>
              </a:lnSpc>
            </a:pPr>
            <a:r>
              <a:rPr lang="en-US" sz="1400"/>
              <a:t>Enabled recruiters to quickly identify top-aligned profiles</a:t>
            </a:r>
          </a:p>
        </p:txBody>
      </p:sp>
      <p:pic>
        <p:nvPicPr>
          <p:cNvPr id="7" name="Graphic 6" descr="Document">
            <a:extLst>
              <a:ext uri="{FF2B5EF4-FFF2-40B4-BE49-F238E27FC236}">
                <a16:creationId xmlns:a16="http://schemas.microsoft.com/office/drawing/2014/main" id="{91BF57FB-874D-1921-28C0-62DEFBD8FE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0" y="935440"/>
            <a:ext cx="4953000" cy="4953000"/>
          </a:xfrm>
          <a:prstGeom prst="rect">
            <a:avLst/>
          </a:prstGeom>
        </p:spPr>
      </p:pic>
      <p:sp>
        <p:nvSpPr>
          <p:cNvPr id="4" name="Isosceles Triangle 3">
            <a:hlinkClick r:id="rId5" action="ppaction://hlinksldjump"/>
            <a:extLst>
              <a:ext uri="{FF2B5EF4-FFF2-40B4-BE49-F238E27FC236}">
                <a16:creationId xmlns:a16="http://schemas.microsoft.com/office/drawing/2014/main" id="{966C5C7C-8B82-F0EA-B9DF-1B449D6ADEDF}"/>
              </a:ext>
            </a:extLst>
          </p:cNvPr>
          <p:cNvSpPr/>
          <p:nvPr/>
        </p:nvSpPr>
        <p:spPr>
          <a:xfrm rot="5400000">
            <a:off x="11704864" y="6370864"/>
            <a:ext cx="478971" cy="495300"/>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itle 1">
            <a:extLst>
              <a:ext uri="{FF2B5EF4-FFF2-40B4-BE49-F238E27FC236}">
                <a16:creationId xmlns:a16="http://schemas.microsoft.com/office/drawing/2014/main" id="{36F29FFA-69B8-9E4C-AC83-B876A2FCDA36}"/>
              </a:ext>
            </a:extLst>
          </p:cNvPr>
          <p:cNvSpPr>
            <a:spLocks noGrp="1"/>
          </p:cNvSpPr>
          <p:nvPr>
            <p:ph type="title"/>
          </p:nvPr>
        </p:nvSpPr>
        <p:spPr>
          <a:xfrm>
            <a:off x="1066798" y="1142999"/>
            <a:ext cx="5771363" cy="1257299"/>
          </a:xfrm>
        </p:spPr>
        <p:txBody>
          <a:bodyPr anchor="ctr">
            <a:normAutofit/>
          </a:bodyPr>
          <a:lstStyle/>
          <a:p>
            <a:r>
              <a:rPr lang="en-CA" sz="4800">
                <a:solidFill>
                  <a:schemeClr val="accent1">
                    <a:lumMod val="50000"/>
                  </a:schemeClr>
                </a:solidFill>
                <a:latin typeface="Times New Roman" panose="02020603050405020304" pitchFamily="18" charset="0"/>
                <a:cs typeface="Times New Roman" panose="02020603050405020304" pitchFamily="18" charset="0"/>
              </a:rPr>
              <a:t>Skill Matching</a:t>
            </a:r>
          </a:p>
        </p:txBody>
      </p:sp>
    </p:spTree>
    <p:extLst>
      <p:ext uri="{BB962C8B-B14F-4D97-AF65-F5344CB8AC3E}">
        <p14:creationId xmlns:p14="http://schemas.microsoft.com/office/powerpoint/2010/main" val="21407858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511E-9AA1-269E-213F-B2B1BF66B8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A7765F-D2B4-A4D8-62BE-4F93DFD2A5FC}"/>
              </a:ext>
            </a:extLst>
          </p:cNvPr>
          <p:cNvSpPr>
            <a:spLocks noGrp="1"/>
          </p:cNvSpPr>
          <p:nvPr>
            <p:ph idx="1"/>
          </p:nvPr>
        </p:nvSpPr>
        <p:spPr>
          <a:xfrm>
            <a:off x="1066797" y="2736850"/>
            <a:ext cx="4173415" cy="2397125"/>
          </a:xfrm>
        </p:spPr>
        <p:txBody>
          <a:bodyPr>
            <a:normAutofit/>
          </a:bodyPr>
          <a:lstStyle/>
          <a:p>
            <a:pPr>
              <a:lnSpc>
                <a:spcPct val="110000"/>
              </a:lnSpc>
            </a:pPr>
            <a:r>
              <a:rPr lang="en-US" sz="1400"/>
              <a:t>Compared skills extracted from resumes with job description keywords</a:t>
            </a:r>
          </a:p>
          <a:p>
            <a:pPr>
              <a:lnSpc>
                <a:spcPct val="110000"/>
              </a:lnSpc>
            </a:pPr>
            <a:r>
              <a:rPr lang="en-US" sz="1400"/>
              <a:t>Calculated match scores for each resume-job pair</a:t>
            </a:r>
          </a:p>
          <a:p>
            <a:pPr>
              <a:lnSpc>
                <a:spcPct val="110000"/>
              </a:lnSpc>
            </a:pPr>
            <a:r>
              <a:rPr lang="en-US" sz="1400"/>
              <a:t>Used scoring to rank candidates by match percentage</a:t>
            </a:r>
          </a:p>
          <a:p>
            <a:pPr>
              <a:lnSpc>
                <a:spcPct val="110000"/>
              </a:lnSpc>
            </a:pPr>
            <a:r>
              <a:rPr lang="en-US" sz="1400"/>
              <a:t>Enabled recruiters to quickly identify top-aligned profiles</a:t>
            </a:r>
          </a:p>
        </p:txBody>
      </p:sp>
      <p:sp>
        <p:nvSpPr>
          <p:cNvPr id="4" name="Isosceles Triangle 3">
            <a:hlinkClick r:id="rId3" action="ppaction://hlinksldjump"/>
            <a:extLst>
              <a:ext uri="{FF2B5EF4-FFF2-40B4-BE49-F238E27FC236}">
                <a16:creationId xmlns:a16="http://schemas.microsoft.com/office/drawing/2014/main" id="{03DAC40B-4DEB-8E5F-6DE4-BE5C31A0717B}"/>
              </a:ext>
            </a:extLst>
          </p:cNvPr>
          <p:cNvSpPr/>
          <p:nvPr/>
        </p:nvSpPr>
        <p:spPr>
          <a:xfrm rot="5400000">
            <a:off x="11704864" y="6370864"/>
            <a:ext cx="478971" cy="495300"/>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itle 1">
            <a:extLst>
              <a:ext uri="{FF2B5EF4-FFF2-40B4-BE49-F238E27FC236}">
                <a16:creationId xmlns:a16="http://schemas.microsoft.com/office/drawing/2014/main" id="{34F0D4E1-83A3-CFDA-68B5-B15CEDE6E12E}"/>
              </a:ext>
            </a:extLst>
          </p:cNvPr>
          <p:cNvSpPr>
            <a:spLocks noGrp="1"/>
          </p:cNvSpPr>
          <p:nvPr>
            <p:ph type="title"/>
          </p:nvPr>
        </p:nvSpPr>
        <p:spPr>
          <a:xfrm>
            <a:off x="1066798" y="1142999"/>
            <a:ext cx="5771363" cy="1257299"/>
          </a:xfrm>
        </p:spPr>
        <p:txBody>
          <a:bodyPr anchor="ctr">
            <a:normAutofit/>
          </a:bodyPr>
          <a:lstStyle/>
          <a:p>
            <a:r>
              <a:rPr lang="en-CA" sz="4800">
                <a:solidFill>
                  <a:schemeClr val="accent1">
                    <a:lumMod val="50000"/>
                  </a:schemeClr>
                </a:solidFill>
                <a:latin typeface="Times New Roman" panose="02020603050405020304" pitchFamily="18" charset="0"/>
                <a:cs typeface="Times New Roman" panose="02020603050405020304" pitchFamily="18" charset="0"/>
              </a:rPr>
              <a:t>Skill Matching</a:t>
            </a:r>
          </a:p>
        </p:txBody>
      </p:sp>
      <p:grpSp>
        <p:nvGrpSpPr>
          <p:cNvPr id="37" name="Group 36">
            <a:extLst>
              <a:ext uri="{FF2B5EF4-FFF2-40B4-BE49-F238E27FC236}">
                <a16:creationId xmlns:a16="http://schemas.microsoft.com/office/drawing/2014/main" id="{E353B49F-6DC4-BABD-2844-26455DA8C0E1}"/>
              </a:ext>
            </a:extLst>
          </p:cNvPr>
          <p:cNvGrpSpPr/>
          <p:nvPr/>
        </p:nvGrpSpPr>
        <p:grpSpPr>
          <a:xfrm>
            <a:off x="5918622" y="1138847"/>
            <a:ext cx="5603365" cy="4709060"/>
            <a:chOff x="5996756" y="1138847"/>
            <a:chExt cx="5699941" cy="4898950"/>
          </a:xfrm>
        </p:grpSpPr>
        <p:sp>
          <p:nvSpPr>
            <p:cNvPr id="2" name="Rectangle: Rounded Corners 1">
              <a:extLst>
                <a:ext uri="{FF2B5EF4-FFF2-40B4-BE49-F238E27FC236}">
                  <a16:creationId xmlns:a16="http://schemas.microsoft.com/office/drawing/2014/main" id="{B6523654-4609-2142-C6AE-CC8AE34ED46A}"/>
                </a:ext>
              </a:extLst>
            </p:cNvPr>
            <p:cNvSpPr/>
            <p:nvPr/>
          </p:nvSpPr>
          <p:spPr>
            <a:xfrm>
              <a:off x="5996756" y="1945775"/>
              <a:ext cx="2456125"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Load Job Skills</a:t>
              </a:r>
            </a:p>
          </p:txBody>
        </p:sp>
        <p:sp>
          <p:nvSpPr>
            <p:cNvPr id="5" name="Rectangle: Rounded Corners 4">
              <a:extLst>
                <a:ext uri="{FF2B5EF4-FFF2-40B4-BE49-F238E27FC236}">
                  <a16:creationId xmlns:a16="http://schemas.microsoft.com/office/drawing/2014/main" id="{456E86D0-2F82-15E1-99C5-CA4815411A9B}"/>
                </a:ext>
              </a:extLst>
            </p:cNvPr>
            <p:cNvSpPr/>
            <p:nvPr/>
          </p:nvSpPr>
          <p:spPr>
            <a:xfrm>
              <a:off x="5996756" y="2612959"/>
              <a:ext cx="2456125"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Load Resume Skills</a:t>
              </a:r>
            </a:p>
          </p:txBody>
        </p:sp>
        <p:sp>
          <p:nvSpPr>
            <p:cNvPr id="6" name="Rectangle: Rounded Corners 5">
              <a:extLst>
                <a:ext uri="{FF2B5EF4-FFF2-40B4-BE49-F238E27FC236}">
                  <a16:creationId xmlns:a16="http://schemas.microsoft.com/office/drawing/2014/main" id="{CCC8CC38-1114-9487-A92C-CF10FE93AA5E}"/>
                </a:ext>
              </a:extLst>
            </p:cNvPr>
            <p:cNvSpPr/>
            <p:nvPr/>
          </p:nvSpPr>
          <p:spPr>
            <a:xfrm>
              <a:off x="5996756" y="3317367"/>
              <a:ext cx="2456125" cy="1404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Skill Matching</a:t>
              </a:r>
            </a:p>
            <a:p>
              <a:pPr marL="285750" indent="-285750">
                <a:buFont typeface="Arial" panose="020B0604020202020204" pitchFamily="34" charset="0"/>
                <a:buChar char="•"/>
              </a:pPr>
              <a:r>
                <a:rPr lang="en-CA" sz="1400"/>
                <a:t>Match resume skills against job skills(fuzzy matching)</a:t>
              </a:r>
            </a:p>
            <a:p>
              <a:pPr marL="285750" indent="-285750">
                <a:buFont typeface="Arial" panose="020B0604020202020204" pitchFamily="34" charset="0"/>
                <a:buChar char="•"/>
              </a:pPr>
              <a:r>
                <a:rPr lang="en-CA" sz="1400"/>
                <a:t>Track matched and missing skills</a:t>
              </a:r>
            </a:p>
          </p:txBody>
        </p:sp>
        <p:sp>
          <p:nvSpPr>
            <p:cNvPr id="9" name="Rectangle: Rounded Corners 8">
              <a:extLst>
                <a:ext uri="{FF2B5EF4-FFF2-40B4-BE49-F238E27FC236}">
                  <a16:creationId xmlns:a16="http://schemas.microsoft.com/office/drawing/2014/main" id="{DF61B8BD-F37F-A064-271A-3F28B237C049}"/>
                </a:ext>
              </a:extLst>
            </p:cNvPr>
            <p:cNvSpPr/>
            <p:nvPr/>
          </p:nvSpPr>
          <p:spPr>
            <a:xfrm>
              <a:off x="5996756" y="5037523"/>
              <a:ext cx="2456125"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Calculate Match Score</a:t>
              </a:r>
            </a:p>
          </p:txBody>
        </p:sp>
        <p:sp>
          <p:nvSpPr>
            <p:cNvPr id="11" name="Rectangle: Rounded Corners 10">
              <a:extLst>
                <a:ext uri="{FF2B5EF4-FFF2-40B4-BE49-F238E27FC236}">
                  <a16:creationId xmlns:a16="http://schemas.microsoft.com/office/drawing/2014/main" id="{3EEC0919-FE4B-3EA3-BA3D-AF9AE0381B87}"/>
                </a:ext>
              </a:extLst>
            </p:cNvPr>
            <p:cNvSpPr/>
            <p:nvPr/>
          </p:nvSpPr>
          <p:spPr>
            <a:xfrm>
              <a:off x="5996756" y="5676247"/>
              <a:ext cx="2456125"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Save Results</a:t>
              </a:r>
            </a:p>
          </p:txBody>
        </p:sp>
        <p:cxnSp>
          <p:nvCxnSpPr>
            <p:cNvPr id="13" name="Straight Arrow Connector 12">
              <a:extLst>
                <a:ext uri="{FF2B5EF4-FFF2-40B4-BE49-F238E27FC236}">
                  <a16:creationId xmlns:a16="http://schemas.microsoft.com/office/drawing/2014/main" id="{B0FC638D-2BC0-2B1A-BBE6-3EAB62F6F81E}"/>
                </a:ext>
              </a:extLst>
            </p:cNvPr>
            <p:cNvCxnSpPr>
              <a:stCxn id="2" idx="2"/>
              <a:endCxn id="5" idx="0"/>
            </p:cNvCxnSpPr>
            <p:nvPr/>
          </p:nvCxnSpPr>
          <p:spPr>
            <a:xfrm>
              <a:off x="7224819" y="2305775"/>
              <a:ext cx="0" cy="30718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D13158D-68BD-3771-20E4-8BA6AC4B1C8F}"/>
                </a:ext>
              </a:extLst>
            </p:cNvPr>
            <p:cNvCxnSpPr>
              <a:stCxn id="5" idx="2"/>
              <a:endCxn id="6" idx="0"/>
            </p:cNvCxnSpPr>
            <p:nvPr/>
          </p:nvCxnSpPr>
          <p:spPr>
            <a:xfrm>
              <a:off x="7224819" y="2972959"/>
              <a:ext cx="0" cy="3444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A68CEE0-3F3A-AF84-B270-0DA9AA5C948B}"/>
                </a:ext>
              </a:extLst>
            </p:cNvPr>
            <p:cNvCxnSpPr>
              <a:stCxn id="6" idx="2"/>
              <a:endCxn id="9" idx="0"/>
            </p:cNvCxnSpPr>
            <p:nvPr/>
          </p:nvCxnSpPr>
          <p:spPr>
            <a:xfrm>
              <a:off x="7224819" y="4721367"/>
              <a:ext cx="0" cy="31615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23C25B9-9449-E2E4-EF67-DE492872EC74}"/>
                </a:ext>
              </a:extLst>
            </p:cNvPr>
            <p:cNvCxnSpPr>
              <a:stCxn id="9" idx="2"/>
              <a:endCxn id="11" idx="0"/>
            </p:cNvCxnSpPr>
            <p:nvPr/>
          </p:nvCxnSpPr>
          <p:spPr>
            <a:xfrm>
              <a:off x="7224819" y="5397523"/>
              <a:ext cx="0" cy="2787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8CB91C47-0839-8A5A-8AF8-545954FAB6E0}"/>
                </a:ext>
              </a:extLst>
            </p:cNvPr>
            <p:cNvSpPr/>
            <p:nvPr/>
          </p:nvSpPr>
          <p:spPr>
            <a:xfrm>
              <a:off x="9260956" y="1945775"/>
              <a:ext cx="2435741"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a:t>parsed_job_skills.csv</a:t>
              </a:r>
            </a:p>
          </p:txBody>
        </p:sp>
        <p:sp>
          <p:nvSpPr>
            <p:cNvPr id="26" name="Rectangle: Rounded Corners 25">
              <a:extLst>
                <a:ext uri="{FF2B5EF4-FFF2-40B4-BE49-F238E27FC236}">
                  <a16:creationId xmlns:a16="http://schemas.microsoft.com/office/drawing/2014/main" id="{8E5D3312-446A-3DFD-06C6-0227A5894904}"/>
                </a:ext>
              </a:extLst>
            </p:cNvPr>
            <p:cNvSpPr/>
            <p:nvPr/>
          </p:nvSpPr>
          <p:spPr>
            <a:xfrm>
              <a:off x="9260956" y="2611025"/>
              <a:ext cx="2435741"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a:t>parsed_resumes.csv</a:t>
              </a:r>
            </a:p>
          </p:txBody>
        </p:sp>
        <p:sp>
          <p:nvSpPr>
            <p:cNvPr id="27" name="Rectangle: Rounded Corners 26">
              <a:extLst>
                <a:ext uri="{FF2B5EF4-FFF2-40B4-BE49-F238E27FC236}">
                  <a16:creationId xmlns:a16="http://schemas.microsoft.com/office/drawing/2014/main" id="{F43292CA-B366-9585-4C39-CDB8BE88B4A2}"/>
                </a:ext>
              </a:extLst>
            </p:cNvPr>
            <p:cNvSpPr/>
            <p:nvPr/>
          </p:nvSpPr>
          <p:spPr>
            <a:xfrm>
              <a:off x="9260956" y="5677797"/>
              <a:ext cx="2435741"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a:t>resume_match_results.csv</a:t>
              </a:r>
            </a:p>
          </p:txBody>
        </p:sp>
        <p:cxnSp>
          <p:nvCxnSpPr>
            <p:cNvPr id="29" name="Straight Arrow Connector 28">
              <a:extLst>
                <a:ext uri="{FF2B5EF4-FFF2-40B4-BE49-F238E27FC236}">
                  <a16:creationId xmlns:a16="http://schemas.microsoft.com/office/drawing/2014/main" id="{618EADB1-A0B0-2859-AE7F-CFCAA5CFB8F8}"/>
                </a:ext>
              </a:extLst>
            </p:cNvPr>
            <p:cNvCxnSpPr>
              <a:stCxn id="25" idx="1"/>
              <a:endCxn id="2" idx="3"/>
            </p:cNvCxnSpPr>
            <p:nvPr/>
          </p:nvCxnSpPr>
          <p:spPr>
            <a:xfrm flipH="1">
              <a:off x="8452881" y="2125775"/>
              <a:ext cx="80807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C3AC1A2-4D9F-3A49-AF64-03E047CF20E1}"/>
                </a:ext>
              </a:extLst>
            </p:cNvPr>
            <p:cNvCxnSpPr>
              <a:stCxn id="26" idx="1"/>
              <a:endCxn id="5" idx="3"/>
            </p:cNvCxnSpPr>
            <p:nvPr/>
          </p:nvCxnSpPr>
          <p:spPr>
            <a:xfrm flipH="1">
              <a:off x="8452881" y="2791025"/>
              <a:ext cx="808075" cy="193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096E19F-4326-19FD-F96D-5F0E88F2D3EB}"/>
                </a:ext>
              </a:extLst>
            </p:cNvPr>
            <p:cNvCxnSpPr>
              <a:stCxn id="11" idx="3"/>
              <a:endCxn id="27" idx="1"/>
            </p:cNvCxnSpPr>
            <p:nvPr/>
          </p:nvCxnSpPr>
          <p:spPr>
            <a:xfrm>
              <a:off x="8452881" y="5856247"/>
              <a:ext cx="808075" cy="15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37A8D76F-CBBA-94E5-87FA-D75E1B64941E}"/>
                </a:ext>
              </a:extLst>
            </p:cNvPr>
            <p:cNvSpPr/>
            <p:nvPr/>
          </p:nvSpPr>
          <p:spPr>
            <a:xfrm>
              <a:off x="6326366" y="1138847"/>
              <a:ext cx="1796903" cy="62883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matcher.py</a:t>
              </a:r>
            </a:p>
          </p:txBody>
        </p:sp>
        <p:cxnSp>
          <p:nvCxnSpPr>
            <p:cNvPr id="36" name="Straight Arrow Connector 35">
              <a:extLst>
                <a:ext uri="{FF2B5EF4-FFF2-40B4-BE49-F238E27FC236}">
                  <a16:creationId xmlns:a16="http://schemas.microsoft.com/office/drawing/2014/main" id="{63B42682-E7E4-B40B-0856-B749B26B5508}"/>
                </a:ext>
              </a:extLst>
            </p:cNvPr>
            <p:cNvCxnSpPr>
              <a:stCxn id="34" idx="4"/>
              <a:endCxn id="2" idx="0"/>
            </p:cNvCxnSpPr>
            <p:nvPr/>
          </p:nvCxnSpPr>
          <p:spPr>
            <a:xfrm>
              <a:off x="7224817" y="1767679"/>
              <a:ext cx="1" cy="178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121393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D00CB3E-22D8-C88A-E699-CC9736BC9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B90941DF-087B-659F-E41C-E8466ADBB5D2}"/>
              </a:ext>
            </a:extLst>
          </p:cNvPr>
          <p:cNvSpPr>
            <a:spLocks noGrp="1" noChangeArrowheads="1"/>
          </p:cNvSpPr>
          <p:nvPr>
            <p:ph idx="1"/>
          </p:nvPr>
        </p:nvSpPr>
        <p:spPr bwMode="auto">
          <a:xfrm>
            <a:off x="1066798" y="2736850"/>
            <a:ext cx="4685416" cy="297815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fontAlgn="base">
              <a:lnSpc>
                <a:spcPct val="110000"/>
              </a:lnSpc>
              <a:spcAft>
                <a:spcPts val="600"/>
              </a:spcAft>
              <a:buClrTx/>
              <a:buSzTx/>
              <a:tabLst/>
            </a:pPr>
            <a:r>
              <a:rPr lang="en-US" altLang="en-US" sz="1400"/>
              <a:t>Stored structured resume and job data in Azure SQL Database for centralized access</a:t>
            </a:r>
          </a:p>
          <a:p>
            <a:pPr marR="0" lvl="0" fontAlgn="base">
              <a:lnSpc>
                <a:spcPct val="110000"/>
              </a:lnSpc>
              <a:spcAft>
                <a:spcPts val="600"/>
              </a:spcAft>
              <a:buClrTx/>
              <a:buSzTx/>
              <a:tabLst/>
            </a:pPr>
            <a:r>
              <a:rPr lang="en-US" altLang="en-US" sz="1400"/>
              <a:t>Connected </a:t>
            </a:r>
            <a:r>
              <a:rPr lang="en-US" altLang="en-US" sz="1400" err="1"/>
              <a:t>Streamlit</a:t>
            </a:r>
            <a:r>
              <a:rPr lang="en-US" altLang="en-US" sz="1400"/>
              <a:t> to Azure SQL Database with </a:t>
            </a:r>
            <a:r>
              <a:rPr lang="en-US" altLang="en-US" sz="1400" err="1"/>
              <a:t>autorefrresh</a:t>
            </a:r>
            <a:r>
              <a:rPr lang="en-US" altLang="en-US" sz="1400"/>
              <a:t> functionality</a:t>
            </a:r>
          </a:p>
          <a:p>
            <a:pPr marR="0" lvl="0" fontAlgn="base">
              <a:lnSpc>
                <a:spcPct val="110000"/>
              </a:lnSpc>
              <a:spcAft>
                <a:spcPts val="600"/>
              </a:spcAft>
              <a:buClrTx/>
              <a:buSzTx/>
              <a:tabLst/>
            </a:pPr>
            <a:r>
              <a:rPr lang="en-US" altLang="en-US" sz="1400"/>
              <a:t>Connected Azure SQL to Power BI for data visualization and analysis</a:t>
            </a:r>
          </a:p>
        </p:txBody>
      </p:sp>
      <p:sp>
        <p:nvSpPr>
          <p:cNvPr id="5" name="Isosceles Triangle 4">
            <a:hlinkClick r:id="rId3" action="ppaction://hlinksldjump"/>
            <a:extLst>
              <a:ext uri="{FF2B5EF4-FFF2-40B4-BE49-F238E27FC236}">
                <a16:creationId xmlns:a16="http://schemas.microsoft.com/office/drawing/2014/main" id="{36BA182B-008B-ED62-4CB8-5E9217E2A77B}"/>
              </a:ext>
            </a:extLst>
          </p:cNvPr>
          <p:cNvSpPr/>
          <p:nvPr/>
        </p:nvSpPr>
        <p:spPr>
          <a:xfrm rot="5400000">
            <a:off x="11664043" y="6330043"/>
            <a:ext cx="560614" cy="495300"/>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itle 1">
            <a:extLst>
              <a:ext uri="{FF2B5EF4-FFF2-40B4-BE49-F238E27FC236}">
                <a16:creationId xmlns:a16="http://schemas.microsoft.com/office/drawing/2014/main" id="{749E0BFD-E3DB-1BF3-20CB-569EC92BFFB4}"/>
              </a:ext>
            </a:extLst>
          </p:cNvPr>
          <p:cNvSpPr txBox="1">
            <a:spLocks/>
          </p:cNvSpPr>
          <p:nvPr/>
        </p:nvSpPr>
        <p:spPr>
          <a:xfrm>
            <a:off x="1066798" y="1142999"/>
            <a:ext cx="5769917" cy="1257299"/>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CA" sz="4800">
                <a:solidFill>
                  <a:schemeClr val="accent1">
                    <a:lumMod val="50000"/>
                  </a:schemeClr>
                </a:solidFill>
                <a:latin typeface="Times New Roman" panose="02020603050405020304" pitchFamily="18" charset="0"/>
                <a:cs typeface="Times New Roman" panose="02020603050405020304" pitchFamily="18" charset="0"/>
              </a:rPr>
              <a:t>Data Storage &amp; Integration</a:t>
            </a:r>
          </a:p>
        </p:txBody>
      </p:sp>
      <p:sp>
        <p:nvSpPr>
          <p:cNvPr id="12" name="Rectangle: Rounded Corners 11">
            <a:extLst>
              <a:ext uri="{FF2B5EF4-FFF2-40B4-BE49-F238E27FC236}">
                <a16:creationId xmlns:a16="http://schemas.microsoft.com/office/drawing/2014/main" id="{D5C10F3E-A493-7A7E-B1B6-CA80DE3A3AD1}"/>
              </a:ext>
            </a:extLst>
          </p:cNvPr>
          <p:cNvSpPr/>
          <p:nvPr/>
        </p:nvSpPr>
        <p:spPr>
          <a:xfrm>
            <a:off x="6230651" y="2017186"/>
            <a:ext cx="2668778"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Run all core modules</a:t>
            </a:r>
          </a:p>
        </p:txBody>
      </p:sp>
      <p:sp>
        <p:nvSpPr>
          <p:cNvPr id="13" name="Rectangle: Rounded Corners 12">
            <a:extLst>
              <a:ext uri="{FF2B5EF4-FFF2-40B4-BE49-F238E27FC236}">
                <a16:creationId xmlns:a16="http://schemas.microsoft.com/office/drawing/2014/main" id="{0A45B148-9D46-BAAA-57FB-6771A507F0A4}"/>
              </a:ext>
            </a:extLst>
          </p:cNvPr>
          <p:cNvSpPr/>
          <p:nvPr/>
        </p:nvSpPr>
        <p:spPr>
          <a:xfrm>
            <a:off x="6230651" y="2709448"/>
            <a:ext cx="2668778"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Connects to Database</a:t>
            </a:r>
          </a:p>
        </p:txBody>
      </p:sp>
      <p:sp>
        <p:nvSpPr>
          <p:cNvPr id="14" name="Rectangle: Rounded Corners 13">
            <a:extLst>
              <a:ext uri="{FF2B5EF4-FFF2-40B4-BE49-F238E27FC236}">
                <a16:creationId xmlns:a16="http://schemas.microsoft.com/office/drawing/2014/main" id="{AFE18EA0-2503-50B8-ADE2-CE26A5377B50}"/>
              </a:ext>
            </a:extLst>
          </p:cNvPr>
          <p:cNvSpPr/>
          <p:nvPr/>
        </p:nvSpPr>
        <p:spPr>
          <a:xfrm>
            <a:off x="6230651" y="3422499"/>
            <a:ext cx="2668778"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Create Tables in Database</a:t>
            </a:r>
          </a:p>
        </p:txBody>
      </p:sp>
      <p:sp>
        <p:nvSpPr>
          <p:cNvPr id="20" name="Rectangle: Rounded Corners 19">
            <a:extLst>
              <a:ext uri="{FF2B5EF4-FFF2-40B4-BE49-F238E27FC236}">
                <a16:creationId xmlns:a16="http://schemas.microsoft.com/office/drawing/2014/main" id="{1F87EA96-D88B-B078-877E-7E68D7C28457}"/>
              </a:ext>
            </a:extLst>
          </p:cNvPr>
          <p:cNvSpPr/>
          <p:nvPr/>
        </p:nvSpPr>
        <p:spPr>
          <a:xfrm>
            <a:off x="6230650" y="4167921"/>
            <a:ext cx="2668778"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Load Parsed CSV files</a:t>
            </a:r>
          </a:p>
        </p:txBody>
      </p:sp>
      <p:sp>
        <p:nvSpPr>
          <p:cNvPr id="21" name="Oval 20">
            <a:extLst>
              <a:ext uri="{FF2B5EF4-FFF2-40B4-BE49-F238E27FC236}">
                <a16:creationId xmlns:a16="http://schemas.microsoft.com/office/drawing/2014/main" id="{2435D538-D7E3-E504-F390-9C43B4594F9F}"/>
              </a:ext>
            </a:extLst>
          </p:cNvPr>
          <p:cNvSpPr/>
          <p:nvPr/>
        </p:nvSpPr>
        <p:spPr>
          <a:xfrm>
            <a:off x="6666582" y="1056418"/>
            <a:ext cx="1796903" cy="628832"/>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main.py</a:t>
            </a:r>
          </a:p>
        </p:txBody>
      </p:sp>
      <p:cxnSp>
        <p:nvCxnSpPr>
          <p:cNvPr id="26" name="Straight Arrow Connector 25">
            <a:extLst>
              <a:ext uri="{FF2B5EF4-FFF2-40B4-BE49-F238E27FC236}">
                <a16:creationId xmlns:a16="http://schemas.microsoft.com/office/drawing/2014/main" id="{11FDF781-C787-ECA2-D4A2-E01488884AC4}"/>
              </a:ext>
            </a:extLst>
          </p:cNvPr>
          <p:cNvCxnSpPr>
            <a:stCxn id="21" idx="4"/>
            <a:endCxn id="12" idx="0"/>
          </p:cNvCxnSpPr>
          <p:nvPr/>
        </p:nvCxnSpPr>
        <p:spPr>
          <a:xfrm>
            <a:off x="7565034" y="1685250"/>
            <a:ext cx="6" cy="331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CB6CB6B-4C3D-E473-6BCE-44FC0F4999E0}"/>
              </a:ext>
            </a:extLst>
          </p:cNvPr>
          <p:cNvCxnSpPr>
            <a:stCxn id="12" idx="2"/>
            <a:endCxn id="13" idx="0"/>
          </p:cNvCxnSpPr>
          <p:nvPr/>
        </p:nvCxnSpPr>
        <p:spPr>
          <a:xfrm>
            <a:off x="7565040" y="2377186"/>
            <a:ext cx="0" cy="332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DB17802-4B76-4025-303B-3A169250696C}"/>
              </a:ext>
            </a:extLst>
          </p:cNvPr>
          <p:cNvCxnSpPr>
            <a:stCxn id="13" idx="2"/>
            <a:endCxn id="14" idx="0"/>
          </p:cNvCxnSpPr>
          <p:nvPr/>
        </p:nvCxnSpPr>
        <p:spPr>
          <a:xfrm>
            <a:off x="7565040" y="3069448"/>
            <a:ext cx="0" cy="353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118CAF6-91E4-943E-B573-6836B0468F3B}"/>
              </a:ext>
            </a:extLst>
          </p:cNvPr>
          <p:cNvCxnSpPr>
            <a:stCxn id="14" idx="2"/>
            <a:endCxn id="20" idx="0"/>
          </p:cNvCxnSpPr>
          <p:nvPr/>
        </p:nvCxnSpPr>
        <p:spPr>
          <a:xfrm flipH="1">
            <a:off x="7565039" y="3782499"/>
            <a:ext cx="1" cy="385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Rectangle: Rounded Corners 45">
            <a:extLst>
              <a:ext uri="{FF2B5EF4-FFF2-40B4-BE49-F238E27FC236}">
                <a16:creationId xmlns:a16="http://schemas.microsoft.com/office/drawing/2014/main" id="{70BCEE24-579E-2B51-9375-694C3A7BE783}"/>
              </a:ext>
            </a:extLst>
          </p:cNvPr>
          <p:cNvSpPr/>
          <p:nvPr/>
        </p:nvSpPr>
        <p:spPr>
          <a:xfrm>
            <a:off x="9474789" y="3821182"/>
            <a:ext cx="1778003" cy="402251"/>
          </a:xfrm>
          <a:prstGeom prst="roundRect">
            <a:avLst/>
          </a:prstGeom>
          <a:solidFill>
            <a:schemeClr val="accent1"/>
          </a:solidFill>
          <a:ln>
            <a:solidFill>
              <a:schemeClr val="accent1"/>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Parsed Resumes</a:t>
            </a:r>
          </a:p>
          <a:p>
            <a:pPr algn="ctr">
              <a:lnSpc>
                <a:spcPct val="115000"/>
              </a:lnSpc>
              <a:buNone/>
            </a:pPr>
            <a:r>
              <a:rPr lang="en-CA" sz="1100">
                <a:solidFill>
                  <a:schemeClr val="bg1"/>
                </a:solidFill>
                <a:latin typeface="Times New Roman" panose="02020603050405020304" pitchFamily="18" charset="0"/>
                <a:ea typeface="MS Mincho" panose="02020609040205080304" pitchFamily="49" charset="-128"/>
                <a:cs typeface="Times New Roman" panose="02020603050405020304" pitchFamily="18" charset="0"/>
              </a:rPr>
              <a:t>(parsed_resumes.csv)</a:t>
            </a:r>
            <a:endParaRPr lang="en-CA" sz="110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47" name="Rectangle: Rounded Corners 46">
            <a:extLst>
              <a:ext uri="{FF2B5EF4-FFF2-40B4-BE49-F238E27FC236}">
                <a16:creationId xmlns:a16="http://schemas.microsoft.com/office/drawing/2014/main" id="{0265AE9F-E21C-A687-15F5-95B379005CD3}"/>
              </a:ext>
            </a:extLst>
          </p:cNvPr>
          <p:cNvSpPr/>
          <p:nvPr/>
        </p:nvSpPr>
        <p:spPr>
          <a:xfrm>
            <a:off x="9474789" y="4614491"/>
            <a:ext cx="1796057" cy="402251"/>
          </a:xfrm>
          <a:prstGeom prst="roundRect">
            <a:avLst/>
          </a:prstGeom>
          <a:solidFill>
            <a:schemeClr val="accent1"/>
          </a:solidFill>
          <a:ln>
            <a:solidFill>
              <a:schemeClr val="accent1"/>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Parsed Job Description</a:t>
            </a:r>
          </a:p>
          <a:p>
            <a:pPr algn="ctr">
              <a:lnSpc>
                <a:spcPct val="115000"/>
              </a:lnSpc>
              <a:buNone/>
            </a:pPr>
            <a:r>
              <a:rPr lang="en-CA" sz="1100">
                <a:solidFill>
                  <a:schemeClr val="bg1"/>
                </a:solidFill>
                <a:latin typeface="Times New Roman" panose="02020603050405020304" pitchFamily="18" charset="0"/>
                <a:ea typeface="MS Mincho" panose="02020609040205080304" pitchFamily="49" charset="-128"/>
                <a:cs typeface="Times New Roman" panose="02020603050405020304" pitchFamily="18" charset="0"/>
              </a:rPr>
              <a:t>(parsed_jon_skills.csv)</a:t>
            </a:r>
            <a:endParaRPr lang="en-CA" sz="110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48" name="Rectangle: Rounded Corners 47">
            <a:extLst>
              <a:ext uri="{FF2B5EF4-FFF2-40B4-BE49-F238E27FC236}">
                <a16:creationId xmlns:a16="http://schemas.microsoft.com/office/drawing/2014/main" id="{702306A2-EB23-D1C4-600F-22DE30C1FD3B}"/>
              </a:ext>
            </a:extLst>
          </p:cNvPr>
          <p:cNvSpPr/>
          <p:nvPr/>
        </p:nvSpPr>
        <p:spPr>
          <a:xfrm>
            <a:off x="9474790" y="5308041"/>
            <a:ext cx="1796058" cy="402251"/>
          </a:xfrm>
          <a:prstGeom prst="roundRect">
            <a:avLst/>
          </a:prstGeom>
          <a:solidFill>
            <a:schemeClr val="accent1"/>
          </a:solidFill>
          <a:ln>
            <a:solidFill>
              <a:schemeClr val="accent1"/>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Matching Score</a:t>
            </a:r>
          </a:p>
          <a:p>
            <a:pPr algn="ctr">
              <a:lnSpc>
                <a:spcPct val="115000"/>
              </a:lnSpc>
              <a:buNone/>
            </a:pPr>
            <a:r>
              <a:rPr lang="en-CA" sz="1100">
                <a:solidFill>
                  <a:schemeClr val="bg1"/>
                </a:solidFill>
                <a:latin typeface="Times New Roman" panose="02020603050405020304" pitchFamily="18" charset="0"/>
                <a:ea typeface="MS Mincho" panose="02020609040205080304" pitchFamily="49" charset="-128"/>
                <a:cs typeface="Times New Roman" panose="02020603050405020304" pitchFamily="18" charset="0"/>
              </a:rPr>
              <a:t>(resume_match_results.csv)</a:t>
            </a:r>
            <a:endParaRPr lang="en-CA" sz="110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51" name="Rectangle: Rounded Corners 50">
            <a:extLst>
              <a:ext uri="{FF2B5EF4-FFF2-40B4-BE49-F238E27FC236}">
                <a16:creationId xmlns:a16="http://schemas.microsoft.com/office/drawing/2014/main" id="{42F843DF-BF32-BE5C-5215-8003DEDB1E7B}"/>
              </a:ext>
            </a:extLst>
          </p:cNvPr>
          <p:cNvSpPr/>
          <p:nvPr/>
        </p:nvSpPr>
        <p:spPr>
          <a:xfrm>
            <a:off x="6230650" y="4804205"/>
            <a:ext cx="2668778" cy="360000"/>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Azure SQL Database</a:t>
            </a:r>
          </a:p>
        </p:txBody>
      </p:sp>
      <p:sp>
        <p:nvSpPr>
          <p:cNvPr id="52" name="Rectangle: Rounded Corners 51">
            <a:extLst>
              <a:ext uri="{FF2B5EF4-FFF2-40B4-BE49-F238E27FC236}">
                <a16:creationId xmlns:a16="http://schemas.microsoft.com/office/drawing/2014/main" id="{28899831-9B90-8977-4555-A745F85EDA9E}"/>
              </a:ext>
            </a:extLst>
          </p:cNvPr>
          <p:cNvSpPr/>
          <p:nvPr/>
        </p:nvSpPr>
        <p:spPr>
          <a:xfrm>
            <a:off x="5924727" y="5659186"/>
            <a:ext cx="1441178" cy="402251"/>
          </a:xfrm>
          <a:prstGeom prst="roundRect">
            <a:avLst/>
          </a:prstGeom>
          <a:solidFill>
            <a:schemeClr val="accent1"/>
          </a:solidFill>
          <a:ln>
            <a:solidFill>
              <a:schemeClr val="accent1"/>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err="1">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Streamlit</a:t>
            </a:r>
            <a:r>
              <a:rPr lang="en-CA" sz="110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 App</a:t>
            </a:r>
          </a:p>
        </p:txBody>
      </p:sp>
      <p:sp>
        <p:nvSpPr>
          <p:cNvPr id="53" name="Rectangle: Rounded Corners 52">
            <a:extLst>
              <a:ext uri="{FF2B5EF4-FFF2-40B4-BE49-F238E27FC236}">
                <a16:creationId xmlns:a16="http://schemas.microsoft.com/office/drawing/2014/main" id="{0E6901A7-B7A8-BE02-E0AD-506241E177C7}"/>
              </a:ext>
            </a:extLst>
          </p:cNvPr>
          <p:cNvSpPr/>
          <p:nvPr/>
        </p:nvSpPr>
        <p:spPr>
          <a:xfrm>
            <a:off x="7767661" y="5671588"/>
            <a:ext cx="1558270" cy="402251"/>
          </a:xfrm>
          <a:prstGeom prst="roundRect">
            <a:avLst/>
          </a:prstGeom>
          <a:solidFill>
            <a:schemeClr val="accent1"/>
          </a:solidFill>
          <a:ln>
            <a:solidFill>
              <a:schemeClr val="accent1"/>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buNone/>
            </a:pPr>
            <a:r>
              <a:rPr lang="en-CA" sz="110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Power BI Dashboard</a:t>
            </a:r>
          </a:p>
        </p:txBody>
      </p:sp>
      <p:cxnSp>
        <p:nvCxnSpPr>
          <p:cNvPr id="57" name="Connector: Elbow 56">
            <a:extLst>
              <a:ext uri="{FF2B5EF4-FFF2-40B4-BE49-F238E27FC236}">
                <a16:creationId xmlns:a16="http://schemas.microsoft.com/office/drawing/2014/main" id="{0BA0FC13-E02C-13AF-5D4B-8C1E7711192A}"/>
              </a:ext>
            </a:extLst>
          </p:cNvPr>
          <p:cNvCxnSpPr>
            <a:stCxn id="46" idx="1"/>
            <a:endCxn id="51" idx="3"/>
          </p:cNvCxnSpPr>
          <p:nvPr/>
        </p:nvCxnSpPr>
        <p:spPr>
          <a:xfrm rot="10800000" flipV="1">
            <a:off x="8899429" y="4022307"/>
            <a:ext cx="575361" cy="96189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809F78DB-686E-4906-D904-A1B8D62A8CA6}"/>
              </a:ext>
            </a:extLst>
          </p:cNvPr>
          <p:cNvCxnSpPr>
            <a:stCxn id="47" idx="1"/>
            <a:endCxn id="51" idx="3"/>
          </p:cNvCxnSpPr>
          <p:nvPr/>
        </p:nvCxnSpPr>
        <p:spPr>
          <a:xfrm rot="10800000" flipV="1">
            <a:off x="8899429" y="4815617"/>
            <a:ext cx="575361" cy="1685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7659CDC8-D85C-609D-EB15-41E44FAC99B6}"/>
              </a:ext>
            </a:extLst>
          </p:cNvPr>
          <p:cNvCxnSpPr>
            <a:stCxn id="48" idx="1"/>
            <a:endCxn id="51" idx="3"/>
          </p:cNvCxnSpPr>
          <p:nvPr/>
        </p:nvCxnSpPr>
        <p:spPr>
          <a:xfrm rot="10800000">
            <a:off x="8899428" y="4984205"/>
            <a:ext cx="575362" cy="52496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41801AA5-09C2-E3F0-98B3-C5CC0F3C48BD}"/>
              </a:ext>
            </a:extLst>
          </p:cNvPr>
          <p:cNvCxnSpPr>
            <a:stCxn id="20" idx="2"/>
            <a:endCxn id="51" idx="0"/>
          </p:cNvCxnSpPr>
          <p:nvPr/>
        </p:nvCxnSpPr>
        <p:spPr>
          <a:xfrm>
            <a:off x="7565039" y="4527921"/>
            <a:ext cx="0" cy="276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F012F6B2-EC87-5740-E97F-3A96C3D07CDA}"/>
              </a:ext>
            </a:extLst>
          </p:cNvPr>
          <p:cNvCxnSpPr>
            <a:stCxn id="51" idx="2"/>
            <a:endCxn id="52" idx="0"/>
          </p:cNvCxnSpPr>
          <p:nvPr/>
        </p:nvCxnSpPr>
        <p:spPr>
          <a:xfrm rot="5400000">
            <a:off x="6857688" y="4951834"/>
            <a:ext cx="494981" cy="91972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6E903D7F-D65A-9CD4-68A0-65948C11A3ED}"/>
              </a:ext>
            </a:extLst>
          </p:cNvPr>
          <p:cNvCxnSpPr>
            <a:stCxn id="51" idx="2"/>
            <a:endCxn id="53" idx="0"/>
          </p:cNvCxnSpPr>
          <p:nvPr/>
        </p:nvCxnSpPr>
        <p:spPr>
          <a:xfrm rot="16200000" flipH="1">
            <a:off x="7802226" y="4927017"/>
            <a:ext cx="507383" cy="981757"/>
          </a:xfrm>
          <a:prstGeom prst="bentConnector3">
            <a:avLst>
              <a:gd name="adj1" fmla="val 47905"/>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1686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C18E-34A8-3144-F379-A509E3267C7F}"/>
              </a:ext>
            </a:extLst>
          </p:cNvPr>
          <p:cNvSpPr>
            <a:spLocks noGrp="1"/>
          </p:cNvSpPr>
          <p:nvPr>
            <p:ph type="title"/>
          </p:nvPr>
        </p:nvSpPr>
        <p:spPr>
          <a:xfrm>
            <a:off x="1652558" y="936841"/>
            <a:ext cx="8886884" cy="953669"/>
          </a:xfrm>
        </p:spPr>
        <p:txBody>
          <a:bodyPr>
            <a:normAutofit/>
          </a:bodyPr>
          <a:lstStyle/>
          <a:p>
            <a:pPr algn="ctr"/>
            <a:r>
              <a:rPr lang="en-CA" sz="4000">
                <a:solidFill>
                  <a:schemeClr val="accent1">
                    <a:lumMod val="50000"/>
                  </a:schemeClr>
                </a:solidFill>
                <a:latin typeface="Times New Roman" panose="02020603050405020304" pitchFamily="18" charset="0"/>
                <a:cs typeface="Times New Roman" panose="02020603050405020304" pitchFamily="18" charset="0"/>
              </a:rPr>
              <a:t>User Interface</a:t>
            </a:r>
          </a:p>
        </p:txBody>
      </p:sp>
      <p:graphicFrame>
        <p:nvGraphicFramePr>
          <p:cNvPr id="6" name="Rectangle 1">
            <a:extLst>
              <a:ext uri="{FF2B5EF4-FFF2-40B4-BE49-F238E27FC236}">
                <a16:creationId xmlns:a16="http://schemas.microsoft.com/office/drawing/2014/main" id="{5B1AC2D2-2B41-4C3D-1B08-0A93554EDC2F}"/>
              </a:ext>
            </a:extLst>
          </p:cNvPr>
          <p:cNvGraphicFramePr>
            <a:graphicFrameLocks noGrp="1"/>
          </p:cNvGraphicFramePr>
          <p:nvPr>
            <p:ph idx="1"/>
            <p:extLst>
              <p:ext uri="{D42A27DB-BD31-4B8C-83A1-F6EECF244321}">
                <p14:modId xmlns:p14="http://schemas.microsoft.com/office/powerpoint/2010/main" val="3170977667"/>
              </p:ext>
            </p:extLst>
          </p:nvPr>
        </p:nvGraphicFramePr>
        <p:xfrm>
          <a:off x="1579953" y="2375807"/>
          <a:ext cx="9032095" cy="3754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Isosceles Triangle 4">
            <a:hlinkClick r:id="" action="ppaction://noaction"/>
            <a:extLst>
              <a:ext uri="{FF2B5EF4-FFF2-40B4-BE49-F238E27FC236}">
                <a16:creationId xmlns:a16="http://schemas.microsoft.com/office/drawing/2014/main" id="{1241594D-731F-534C-4637-2FA49679BF7C}"/>
              </a:ext>
            </a:extLst>
          </p:cNvPr>
          <p:cNvSpPr/>
          <p:nvPr/>
        </p:nvSpPr>
        <p:spPr>
          <a:xfrm rot="5400000">
            <a:off x="11664043" y="6330043"/>
            <a:ext cx="560614" cy="495300"/>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97577F8A-3F8C-94E3-B767-3D9353E28F93}"/>
              </a:ext>
            </a:extLst>
          </p:cNvPr>
          <p:cNvSpPr txBox="1"/>
          <p:nvPr/>
        </p:nvSpPr>
        <p:spPr>
          <a:xfrm>
            <a:off x="823883" y="6408416"/>
            <a:ext cx="4233892" cy="276999"/>
          </a:xfrm>
          <a:prstGeom prst="rect">
            <a:avLst/>
          </a:prstGeom>
          <a:noFill/>
        </p:spPr>
        <p:txBody>
          <a:bodyPr wrap="square" rtlCol="0">
            <a:spAutoFit/>
          </a:bodyPr>
          <a:lstStyle/>
          <a:p>
            <a:r>
              <a:rPr lang="en-CA" sz="1200">
                <a:cs typeface="Times New Roman" panose="02020603050405020304" pitchFamily="18" charset="0"/>
              </a:rPr>
              <a:t>Link: </a:t>
            </a:r>
            <a:r>
              <a:rPr lang="en-CA" sz="1200" err="1">
                <a:cs typeface="Times New Roman" panose="02020603050405020304" pitchFamily="18" charset="0"/>
              </a:rPr>
              <a:t>talentminer.streamlit.app</a:t>
            </a:r>
            <a:endParaRPr lang="en-CA" sz="1200">
              <a:cs typeface="Times New Roman" panose="02020603050405020304" pitchFamily="18" charset="0"/>
            </a:endParaRPr>
          </a:p>
        </p:txBody>
      </p:sp>
    </p:spTree>
    <p:extLst>
      <p:ext uri="{BB962C8B-B14F-4D97-AF65-F5344CB8AC3E}">
        <p14:creationId xmlns:p14="http://schemas.microsoft.com/office/powerpoint/2010/main" val="7776324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985FD0-8D57-60B7-9BA4-C9C41397B300}"/>
              </a:ext>
            </a:extLst>
          </p:cNvPr>
          <p:cNvSpPr>
            <a:spLocks noGrp="1"/>
          </p:cNvSpPr>
          <p:nvPr>
            <p:ph idx="1"/>
          </p:nvPr>
        </p:nvSpPr>
        <p:spPr/>
        <p:txBody>
          <a:bodyPr/>
          <a:lstStyle/>
          <a:p>
            <a:r>
              <a:rPr lang="en-CA"/>
              <a:t>UI DEMO</a:t>
            </a:r>
          </a:p>
        </p:txBody>
      </p:sp>
    </p:spTree>
    <p:extLst>
      <p:ext uri="{BB962C8B-B14F-4D97-AF65-F5344CB8AC3E}">
        <p14:creationId xmlns:p14="http://schemas.microsoft.com/office/powerpoint/2010/main" val="42895973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D00CB3E-22D8-C88A-E699-CC9736BC9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5F833-153F-DC44-D3B2-9705695C9155}"/>
              </a:ext>
            </a:extLst>
          </p:cNvPr>
          <p:cNvSpPr>
            <a:spLocks noGrp="1"/>
          </p:cNvSpPr>
          <p:nvPr>
            <p:ph type="title"/>
          </p:nvPr>
        </p:nvSpPr>
        <p:spPr>
          <a:xfrm>
            <a:off x="1066798" y="1142999"/>
            <a:ext cx="5771363" cy="1257299"/>
          </a:xfrm>
        </p:spPr>
        <p:txBody>
          <a:bodyPr anchor="ctr">
            <a:normAutofit/>
          </a:bodyPr>
          <a:lstStyle/>
          <a:p>
            <a:r>
              <a:rPr lang="en-CA" sz="4000">
                <a:solidFill>
                  <a:schemeClr val="accent1">
                    <a:lumMod val="50000"/>
                  </a:schemeClr>
                </a:solidFill>
                <a:latin typeface="Times New Roman" panose="02020603050405020304" pitchFamily="18" charset="0"/>
                <a:cs typeface="Times New Roman" panose="02020603050405020304" pitchFamily="18" charset="0"/>
              </a:rPr>
              <a:t>Power BI Dashboard</a:t>
            </a:r>
          </a:p>
        </p:txBody>
      </p:sp>
      <p:sp>
        <p:nvSpPr>
          <p:cNvPr id="4" name="Rectangle 1">
            <a:extLst>
              <a:ext uri="{FF2B5EF4-FFF2-40B4-BE49-F238E27FC236}">
                <a16:creationId xmlns:a16="http://schemas.microsoft.com/office/drawing/2014/main" id="{8A29D646-C57A-E078-F7E4-BA3B98029A26}"/>
              </a:ext>
            </a:extLst>
          </p:cNvPr>
          <p:cNvSpPr>
            <a:spLocks noGrp="1" noChangeArrowheads="1"/>
          </p:cNvSpPr>
          <p:nvPr>
            <p:ph idx="1"/>
          </p:nvPr>
        </p:nvSpPr>
        <p:spPr bwMode="auto">
          <a:xfrm>
            <a:off x="1066798" y="2253343"/>
            <a:ext cx="5771364" cy="410391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R="0" lvl="0" fontAlgn="base">
              <a:lnSpc>
                <a:spcPct val="110000"/>
              </a:lnSpc>
              <a:spcAft>
                <a:spcPts val="600"/>
              </a:spcAft>
              <a:buClrTx/>
              <a:buSzTx/>
              <a:tabLst/>
            </a:pPr>
            <a:r>
              <a:rPr lang="en-US" altLang="en-US" sz="1400"/>
              <a:t>Created dynamic Power BI dashboards to track resume parsing and matching performance</a:t>
            </a:r>
          </a:p>
          <a:p>
            <a:pPr marR="0" lvl="0" fontAlgn="base">
              <a:lnSpc>
                <a:spcPct val="110000"/>
              </a:lnSpc>
              <a:spcAft>
                <a:spcPts val="600"/>
              </a:spcAft>
              <a:buClrTx/>
              <a:buSzTx/>
              <a:tabLst/>
            </a:pPr>
            <a:r>
              <a:rPr lang="en-US" altLang="en-US" sz="1400"/>
              <a:t>Displayed key KPIs such as total resumes uploaded, % matched above 80%, and incomplete profiles</a:t>
            </a:r>
          </a:p>
          <a:p>
            <a:pPr marR="0" lvl="0" fontAlgn="base">
              <a:lnSpc>
                <a:spcPct val="110000"/>
              </a:lnSpc>
              <a:spcAft>
                <a:spcPts val="600"/>
              </a:spcAft>
              <a:buClrTx/>
              <a:buSzTx/>
              <a:tabLst/>
            </a:pPr>
            <a:r>
              <a:rPr lang="en-US" altLang="en-US" sz="1400"/>
              <a:t>Added filters for job role, experience level, upload source, and match threshold</a:t>
            </a:r>
          </a:p>
          <a:p>
            <a:pPr marR="0" lvl="0" fontAlgn="base">
              <a:lnSpc>
                <a:spcPct val="110000"/>
              </a:lnSpc>
              <a:spcAft>
                <a:spcPts val="600"/>
              </a:spcAft>
              <a:buClrTx/>
              <a:buSzTx/>
              <a:tabLst/>
            </a:pPr>
            <a:r>
              <a:rPr lang="en-US" altLang="en-US" sz="1400"/>
              <a:t>Enabled real-time insights to support recruiter decision-making and hiring strategies</a:t>
            </a:r>
          </a:p>
          <a:p>
            <a:pPr lvl="0" fontAlgn="base">
              <a:lnSpc>
                <a:spcPct val="110000"/>
              </a:lnSpc>
              <a:spcAft>
                <a:spcPts val="600"/>
              </a:spcAft>
            </a:pPr>
            <a:r>
              <a:rPr lang="en-US" sz="1400"/>
              <a:t>Offered bilingual accessibility, with the dashboard available in both English and French</a:t>
            </a:r>
            <a:endParaRPr lang="en-US" altLang="en-US" sz="1400"/>
          </a:p>
        </p:txBody>
      </p:sp>
      <p:pic>
        <p:nvPicPr>
          <p:cNvPr id="8" name="Graphic 7" descr="BI Dashboard">
            <a:extLst>
              <a:ext uri="{FF2B5EF4-FFF2-40B4-BE49-F238E27FC236}">
                <a16:creationId xmlns:a16="http://schemas.microsoft.com/office/drawing/2014/main" id="{E6542773-4AA4-373B-38C3-E9E1FD55503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04959" y="1856979"/>
            <a:ext cx="3144042" cy="3144042"/>
          </a:xfrm>
          <a:prstGeom prst="rect">
            <a:avLst/>
          </a:prstGeom>
        </p:spPr>
      </p:pic>
      <p:sp>
        <p:nvSpPr>
          <p:cNvPr id="5" name="Isosceles Triangle 4">
            <a:hlinkClick r:id="rId4" action="ppaction://hlinksldjump"/>
            <a:extLst>
              <a:ext uri="{FF2B5EF4-FFF2-40B4-BE49-F238E27FC236}">
                <a16:creationId xmlns:a16="http://schemas.microsoft.com/office/drawing/2014/main" id="{A25128C9-80CE-18D0-11E8-A396F38DA56D}"/>
              </a:ext>
            </a:extLst>
          </p:cNvPr>
          <p:cNvSpPr/>
          <p:nvPr/>
        </p:nvSpPr>
        <p:spPr>
          <a:xfrm rot="5400000">
            <a:off x="11664043" y="6330043"/>
            <a:ext cx="560614" cy="495300"/>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4471639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0B72C-AA12-F190-751E-23A179B5D50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004ED7F-6670-5FC5-8512-34F03BD5834B}"/>
              </a:ext>
            </a:extLst>
          </p:cNvPr>
          <p:cNvSpPr>
            <a:spLocks noGrp="1"/>
          </p:cNvSpPr>
          <p:nvPr>
            <p:ph idx="1"/>
          </p:nvPr>
        </p:nvSpPr>
        <p:spPr/>
        <p:txBody>
          <a:bodyPr/>
          <a:lstStyle/>
          <a:p>
            <a:r>
              <a:rPr lang="en-CA"/>
              <a:t>Power BI Demo</a:t>
            </a:r>
          </a:p>
        </p:txBody>
      </p:sp>
    </p:spTree>
    <p:extLst>
      <p:ext uri="{BB962C8B-B14F-4D97-AF65-F5344CB8AC3E}">
        <p14:creationId xmlns:p14="http://schemas.microsoft.com/office/powerpoint/2010/main" val="7605885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E0ABA9-3ED5-2147-E591-DEA2E8CDF3B8}"/>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C4086F5-5AAC-F692-73E3-87A47A652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9CD932-20B2-19CB-3856-FD73C8140070}"/>
              </a:ext>
            </a:extLst>
          </p:cNvPr>
          <p:cNvSpPr>
            <a:spLocks noGrp="1"/>
          </p:cNvSpPr>
          <p:nvPr>
            <p:ph type="title"/>
          </p:nvPr>
        </p:nvSpPr>
        <p:spPr>
          <a:xfrm>
            <a:off x="1066800" y="4107693"/>
            <a:ext cx="4305892" cy="1805111"/>
          </a:xfrm>
        </p:spPr>
        <p:txBody>
          <a:bodyPr vert="horz" lIns="91440" tIns="45720" rIns="91440" bIns="45720" rtlCol="0" anchor="ctr">
            <a:normAutofit/>
          </a:bodyPr>
          <a:lstStyle/>
          <a:p>
            <a:r>
              <a:rPr lang="en-US"/>
              <a:t>Multilingual Dashboard Development</a:t>
            </a:r>
          </a:p>
        </p:txBody>
      </p:sp>
      <p:sp>
        <p:nvSpPr>
          <p:cNvPr id="37" name="Freeform: Shape 36">
            <a:extLst>
              <a:ext uri="{FF2B5EF4-FFF2-40B4-BE49-F238E27FC236}">
                <a16:creationId xmlns:a16="http://schemas.microsoft.com/office/drawing/2014/main" id="{3351B06F-42FD-3E0A-3AA8-C51082644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23526" y="-55243"/>
            <a:ext cx="6407229" cy="3479258"/>
          </a:xfrm>
          <a:custGeom>
            <a:avLst/>
            <a:gdLst>
              <a:gd name="connsiteX0" fmla="*/ 53408 w 6407229"/>
              <a:gd name="connsiteY0" fmla="*/ 3479258 h 3479258"/>
              <a:gd name="connsiteX1" fmla="*/ 6407229 w 6407229"/>
              <a:gd name="connsiteY1" fmla="*/ 3368352 h 3479258"/>
              <a:gd name="connsiteX2" fmla="*/ 2513111 w 6407229"/>
              <a:gd name="connsiteY2" fmla="*/ 401274 h 3479258"/>
              <a:gd name="connsiteX3" fmla="*/ 2468202 w 6407229"/>
              <a:gd name="connsiteY3" fmla="*/ 369022 h 3479258"/>
              <a:gd name="connsiteX4" fmla="*/ 1321050 w 6407229"/>
              <a:gd name="connsiteY4" fmla="*/ 613 h 3479258"/>
              <a:gd name="connsiteX5" fmla="*/ 1196752 w 6407229"/>
              <a:gd name="connsiteY5" fmla="*/ 1245 h 3479258"/>
              <a:gd name="connsiteX6" fmla="*/ 56027 w 6407229"/>
              <a:gd name="connsiteY6" fmla="*/ 376720 h 3479258"/>
              <a:gd name="connsiteX7" fmla="*/ 0 w 6407229"/>
              <a:gd name="connsiteY7" fmla="*/ 419528 h 347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7229" h="3479258">
                <a:moveTo>
                  <a:pt x="53408" y="3479258"/>
                </a:moveTo>
                <a:lnTo>
                  <a:pt x="6407229" y="3368352"/>
                </a:lnTo>
                <a:lnTo>
                  <a:pt x="2513111" y="401274"/>
                </a:lnTo>
                <a:lnTo>
                  <a:pt x="2468202" y="369022"/>
                </a:lnTo>
                <a:cubicBezTo>
                  <a:pt x="2117855" y="130665"/>
                  <a:pt x="1719063" y="10130"/>
                  <a:pt x="1321050" y="613"/>
                </a:cubicBezTo>
                <a:cubicBezTo>
                  <a:pt x="1279590" y="-379"/>
                  <a:pt x="1238139" y="-165"/>
                  <a:pt x="1196752" y="1245"/>
                </a:cubicBezTo>
                <a:cubicBezTo>
                  <a:pt x="793227" y="14995"/>
                  <a:pt x="395796" y="142529"/>
                  <a:pt x="56027" y="376720"/>
                </a:cubicBezTo>
                <a:lnTo>
                  <a:pt x="0" y="419528"/>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Rectangle 1">
            <a:extLst>
              <a:ext uri="{FF2B5EF4-FFF2-40B4-BE49-F238E27FC236}">
                <a16:creationId xmlns:a16="http://schemas.microsoft.com/office/drawing/2014/main" id="{80320E0A-A95B-295D-18CD-528B699792B8}"/>
              </a:ext>
            </a:extLst>
          </p:cNvPr>
          <p:cNvGraphicFramePr>
            <a:graphicFrameLocks/>
          </p:cNvGraphicFramePr>
          <p:nvPr>
            <p:extLst>
              <p:ext uri="{D42A27DB-BD31-4B8C-83A1-F6EECF244321}">
                <p14:modId xmlns:p14="http://schemas.microsoft.com/office/powerpoint/2010/main" val="2515914098"/>
              </p:ext>
            </p:extLst>
          </p:nvPr>
        </p:nvGraphicFramePr>
        <p:xfrm>
          <a:off x="6801971" y="1389529"/>
          <a:ext cx="4953000" cy="4741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66114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685BB7-77B5-A444-5F58-17AB191A5528}"/>
              </a:ext>
            </a:extLst>
          </p:cNvPr>
          <p:cNvSpPr>
            <a:spLocks noGrp="1"/>
          </p:cNvSpPr>
          <p:nvPr>
            <p:ph type="title"/>
          </p:nvPr>
        </p:nvSpPr>
        <p:spPr>
          <a:xfrm>
            <a:off x="669053" y="729341"/>
            <a:ext cx="7300965" cy="1257299"/>
          </a:xfrm>
        </p:spPr>
        <p:txBody>
          <a:bodyPr anchor="ctr">
            <a:noAutofit/>
          </a:bodyPr>
          <a:lstStyle/>
          <a:p>
            <a:r>
              <a:rPr lang="en-CA" sz="4000">
                <a:solidFill>
                  <a:schemeClr val="accent1">
                    <a:lumMod val="50000"/>
                  </a:schemeClr>
                </a:solidFill>
                <a:latin typeface="Times New Roman" panose="02020603050405020304" pitchFamily="18" charset="0"/>
                <a:cs typeface="Times New Roman" panose="02020603050405020304" pitchFamily="18" charset="0"/>
              </a:rPr>
              <a:t>Implementing Multilingual reports in Power BI</a:t>
            </a:r>
          </a:p>
        </p:txBody>
      </p:sp>
      <p:sp>
        <p:nvSpPr>
          <p:cNvPr id="7" name="Rectangle 1">
            <a:extLst>
              <a:ext uri="{FF2B5EF4-FFF2-40B4-BE49-F238E27FC236}">
                <a16:creationId xmlns:a16="http://schemas.microsoft.com/office/drawing/2014/main" id="{3FFB37AA-7778-0216-E6B6-07778A65B702}"/>
              </a:ext>
            </a:extLst>
          </p:cNvPr>
          <p:cNvSpPr>
            <a:spLocks noGrp="1" noChangeArrowheads="1"/>
          </p:cNvSpPr>
          <p:nvPr>
            <p:ph idx="1"/>
          </p:nvPr>
        </p:nvSpPr>
        <p:spPr bwMode="auto">
          <a:xfrm>
            <a:off x="751110" y="2103662"/>
            <a:ext cx="6770919" cy="430802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endParaRPr>
          </a:p>
          <a:p>
            <a:pPr marR="0" lvl="0" fontAlgn="base">
              <a:lnSpc>
                <a:spcPct val="110000"/>
              </a:lnSpc>
              <a:spcAft>
                <a:spcPts val="600"/>
              </a:spcAft>
              <a:buClrTx/>
              <a:buSzTx/>
              <a:tabLst/>
            </a:pPr>
            <a:r>
              <a:rPr lang="en-US" altLang="en-US" b="1">
                <a:latin typeface="Times New Roman" panose="02020603050405020304" pitchFamily="18" charset="0"/>
                <a:cs typeface="Times New Roman" panose="02020603050405020304" pitchFamily="18" charset="0"/>
              </a:rPr>
              <a:t>Translations Builder </a:t>
            </a:r>
            <a:r>
              <a:rPr lang="en-US" altLang="en-US">
                <a:latin typeface="Times New Roman" panose="02020603050405020304" pitchFamily="18" charset="0"/>
                <a:cs typeface="Times New Roman" panose="02020603050405020304" pitchFamily="18" charset="0"/>
              </a:rPr>
              <a:t>used to manage label &amp; column translations</a:t>
            </a:r>
          </a:p>
          <a:p>
            <a:pPr marR="0" lvl="0" fontAlgn="base">
              <a:lnSpc>
                <a:spcPct val="110000"/>
              </a:lnSpc>
              <a:spcAft>
                <a:spcPts val="600"/>
              </a:spcAft>
              <a:buClrTx/>
              <a:buSzTx/>
              <a:tabLst/>
            </a:pPr>
            <a:r>
              <a:rPr lang="en-US" altLang="en-US" b="1">
                <a:latin typeface="Times New Roman" panose="02020603050405020304" pitchFamily="18" charset="0"/>
                <a:cs typeface="Times New Roman" panose="02020603050405020304" pitchFamily="18" charset="0"/>
              </a:rPr>
              <a:t>Azure Translator API </a:t>
            </a:r>
            <a:r>
              <a:rPr lang="en-US" altLang="en-US">
                <a:latin typeface="Times New Roman" panose="02020603050405020304" pitchFamily="18" charset="0"/>
                <a:cs typeface="Times New Roman" panose="02020603050405020304" pitchFamily="18" charset="0"/>
              </a:rPr>
              <a:t>integrated in Translations Builder to automate translation process</a:t>
            </a:r>
          </a:p>
          <a:p>
            <a:pPr marR="0" lvl="0" fontAlgn="base">
              <a:lnSpc>
                <a:spcPct val="110000"/>
              </a:lnSpc>
              <a:spcAft>
                <a:spcPts val="600"/>
              </a:spcAft>
              <a:buClrTx/>
              <a:buSzTx/>
              <a:tabLst/>
            </a:pPr>
            <a:r>
              <a:rPr lang="en-US" altLang="en-US" b="1">
                <a:latin typeface="Times New Roman" panose="02020603050405020304" pitchFamily="18" charset="0"/>
                <a:cs typeface="Times New Roman" panose="02020603050405020304" pitchFamily="18" charset="0"/>
              </a:rPr>
              <a:t>Field Parameters </a:t>
            </a:r>
            <a:r>
              <a:rPr lang="en-US" altLang="en-US">
                <a:latin typeface="Times New Roman" panose="02020603050405020304" pitchFamily="18" charset="0"/>
                <a:cs typeface="Times New Roman" panose="02020603050405020304" pitchFamily="18" charset="0"/>
              </a:rPr>
              <a:t>enabled switching between English &amp; French views</a:t>
            </a:r>
          </a:p>
          <a:p>
            <a:pPr marR="0" lvl="0" fontAlgn="base">
              <a:lnSpc>
                <a:spcPct val="110000"/>
              </a:lnSpc>
              <a:spcAft>
                <a:spcPts val="600"/>
              </a:spcAft>
              <a:buClrTx/>
              <a:buSzTx/>
              <a:tabLst/>
            </a:pPr>
            <a:r>
              <a:rPr lang="en-US" altLang="en-US">
                <a:latin typeface="Times New Roman" panose="02020603050405020304" pitchFamily="18" charset="0"/>
                <a:cs typeface="Times New Roman" panose="02020603050405020304" pitchFamily="18" charset="0"/>
              </a:rPr>
              <a:t> Created a </a:t>
            </a:r>
            <a:r>
              <a:rPr lang="en-US" altLang="en-US" b="1">
                <a:latin typeface="Times New Roman" panose="02020603050405020304" pitchFamily="18" charset="0"/>
                <a:cs typeface="Times New Roman" panose="02020603050405020304" pitchFamily="18" charset="0"/>
              </a:rPr>
              <a:t>Languages table </a:t>
            </a:r>
            <a:r>
              <a:rPr lang="en-US" altLang="en-US">
                <a:latin typeface="Times New Roman" panose="02020603050405020304" pitchFamily="18" charset="0"/>
                <a:cs typeface="Times New Roman" panose="02020603050405020304" pitchFamily="18" charset="0"/>
              </a:rPr>
              <a:t>to filter pages dynamically</a:t>
            </a:r>
          </a:p>
          <a:p>
            <a:pPr marR="0" lvl="0" fontAlgn="base">
              <a:lnSpc>
                <a:spcPct val="110000"/>
              </a:lnSpc>
              <a:spcAft>
                <a:spcPts val="600"/>
              </a:spcAft>
              <a:buClrTx/>
              <a:buSzTx/>
              <a:tabLst/>
            </a:pPr>
            <a:r>
              <a:rPr lang="en-US" altLang="en-US">
                <a:latin typeface="Times New Roman" panose="02020603050405020304" pitchFamily="18" charset="0"/>
                <a:cs typeface="Times New Roman" panose="02020603050405020304" pitchFamily="18" charset="0"/>
              </a:rPr>
              <a:t>Maintained </a:t>
            </a:r>
            <a:r>
              <a:rPr lang="en-US" altLang="en-US" b="1">
                <a:latin typeface="Times New Roman" panose="02020603050405020304" pitchFamily="18" charset="0"/>
                <a:cs typeface="Times New Roman" panose="02020603050405020304" pitchFamily="18" charset="0"/>
              </a:rPr>
              <a:t>separate .</a:t>
            </a:r>
            <a:r>
              <a:rPr lang="en-US" altLang="en-US" b="1" err="1">
                <a:latin typeface="Times New Roman" panose="02020603050405020304" pitchFamily="18" charset="0"/>
                <a:cs typeface="Times New Roman" panose="02020603050405020304" pitchFamily="18" charset="0"/>
              </a:rPr>
              <a:t>pbix</a:t>
            </a:r>
            <a:r>
              <a:rPr lang="en-US" altLang="en-US" b="1">
                <a:latin typeface="Times New Roman" panose="02020603050405020304" pitchFamily="18" charset="0"/>
                <a:cs typeface="Times New Roman" panose="02020603050405020304" pitchFamily="18" charset="0"/>
              </a:rPr>
              <a:t> files </a:t>
            </a:r>
            <a:r>
              <a:rPr lang="en-US" altLang="en-US">
                <a:latin typeface="Times New Roman" panose="02020603050405020304" pitchFamily="18" charset="0"/>
                <a:cs typeface="Times New Roman" panose="02020603050405020304" pitchFamily="18" charset="0"/>
              </a:rPr>
              <a:t>for English and French</a:t>
            </a:r>
          </a:p>
          <a:p>
            <a:pPr marR="0" lvl="0" fontAlgn="base">
              <a:lnSpc>
                <a:spcPct val="110000"/>
              </a:lnSpc>
              <a:spcAft>
                <a:spcPts val="600"/>
              </a:spcAft>
              <a:buClrTx/>
              <a:buSzTx/>
              <a:tabLst/>
            </a:pPr>
            <a:r>
              <a:rPr lang="en-US" altLang="en-US">
                <a:latin typeface="Times New Roman" panose="02020603050405020304" pitchFamily="18" charset="0"/>
                <a:cs typeface="Times New Roman" panose="02020603050405020304" pitchFamily="18" charset="0"/>
              </a:rPr>
              <a:t> Used ‘</a:t>
            </a:r>
            <a:r>
              <a:rPr lang="en-US" altLang="en-US" b="1">
                <a:latin typeface="Times New Roman" panose="02020603050405020304" pitchFamily="18" charset="0"/>
                <a:cs typeface="Times New Roman" panose="02020603050405020304" pitchFamily="18" charset="0"/>
              </a:rPr>
              <a:t>Hide Page</a:t>
            </a:r>
            <a:r>
              <a:rPr lang="en-US" altLang="en-US">
                <a:latin typeface="Times New Roman" panose="02020603050405020304" pitchFamily="18" charset="0"/>
                <a:cs typeface="Times New Roman" panose="02020603050405020304" pitchFamily="18" charset="0"/>
              </a:rPr>
              <a:t>’ feature to organize language-specific content during development</a:t>
            </a:r>
          </a:p>
          <a:p>
            <a:pPr marR="0" lvl="0" fontAlgn="base">
              <a:lnSpc>
                <a:spcPct val="110000"/>
              </a:lnSpc>
              <a:spcAft>
                <a:spcPts val="600"/>
              </a:spcAft>
              <a:buClrTx/>
              <a:buSzTx/>
              <a:tabLst/>
            </a:pPr>
            <a:r>
              <a:rPr lang="en-US" altLang="en-US">
                <a:latin typeface="Times New Roman" panose="02020603050405020304" pitchFamily="18" charset="0"/>
                <a:cs typeface="Times New Roman" panose="02020603050405020304" pitchFamily="18" charset="0"/>
              </a:rPr>
              <a:t> Published only </a:t>
            </a:r>
            <a:r>
              <a:rPr lang="en-US" altLang="en-US" b="1">
                <a:latin typeface="Times New Roman" panose="02020603050405020304" pitchFamily="18" charset="0"/>
                <a:cs typeface="Times New Roman" panose="02020603050405020304" pitchFamily="18" charset="0"/>
              </a:rPr>
              <a:t>language-relevant pages </a:t>
            </a:r>
            <a:r>
              <a:rPr lang="en-US" altLang="en-US">
                <a:latin typeface="Times New Roman" panose="02020603050405020304" pitchFamily="18" charset="0"/>
                <a:cs typeface="Times New Roman" panose="02020603050405020304" pitchFamily="18" charset="0"/>
              </a:rPr>
              <a:t>to Power BI Service</a:t>
            </a:r>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p:txBody>
      </p:sp>
      <p:pic>
        <p:nvPicPr>
          <p:cNvPr id="2056" name="Picture 8">
            <a:extLst>
              <a:ext uri="{FF2B5EF4-FFF2-40B4-BE49-F238E27FC236}">
                <a16:creationId xmlns:a16="http://schemas.microsoft.com/office/drawing/2014/main" id="{46A3695B-E7F9-C983-ADD4-E242FF6586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2030" y="1730829"/>
            <a:ext cx="4180114" cy="4180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9697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12E65B-2E1C-1D4B-4A8C-86278DB6CE38}"/>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C2329425-0083-BCD7-C8F1-24F1F98B7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5FFCE8CD-3FA1-5CD3-0A5E-DF1AE2370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53996" y="-92730"/>
            <a:ext cx="10310375" cy="5585179"/>
          </a:xfrm>
          <a:custGeom>
            <a:avLst/>
            <a:gdLst>
              <a:gd name="connsiteX0" fmla="*/ 2195972 w 11953381"/>
              <a:gd name="connsiteY0" fmla="*/ 2336 h 6475203"/>
              <a:gd name="connsiteX1" fmla="*/ 6451 w 11953381"/>
              <a:gd name="connsiteY1" fmla="*/ 741155 h 6475203"/>
              <a:gd name="connsiteX2" fmla="*/ 0 w 11953381"/>
              <a:gd name="connsiteY2" fmla="*/ 746044 h 6475203"/>
              <a:gd name="connsiteX3" fmla="*/ 100003 w 11953381"/>
              <a:gd name="connsiteY3" fmla="*/ 6475203 h 6475203"/>
              <a:gd name="connsiteX4" fmla="*/ 11953381 w 11953381"/>
              <a:gd name="connsiteY4" fmla="*/ 6268302 h 6475203"/>
              <a:gd name="connsiteX5" fmla="*/ 4666255 w 11953381"/>
              <a:gd name="connsiteY5" fmla="*/ 753030 h 6475203"/>
              <a:gd name="connsiteX6" fmla="*/ 4581978 w 11953381"/>
              <a:gd name="connsiteY6" fmla="*/ 692507 h 6475203"/>
              <a:gd name="connsiteX7" fmla="*/ 2429229 w 11953381"/>
              <a:gd name="connsiteY7" fmla="*/ 1150 h 6475203"/>
              <a:gd name="connsiteX8" fmla="*/ 2195972 w 11953381"/>
              <a:gd name="connsiteY8" fmla="*/ 2336 h 6475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53381" h="6475203">
                <a:moveTo>
                  <a:pt x="2195972" y="2336"/>
                </a:moveTo>
                <a:cubicBezTo>
                  <a:pt x="1419299" y="28801"/>
                  <a:pt x="654656" y="279884"/>
                  <a:pt x="6451" y="741155"/>
                </a:cubicBezTo>
                <a:lnTo>
                  <a:pt x="0" y="746044"/>
                </a:lnTo>
                <a:lnTo>
                  <a:pt x="100003" y="6475203"/>
                </a:lnTo>
                <a:lnTo>
                  <a:pt x="11953381" y="6268302"/>
                </a:lnTo>
                <a:lnTo>
                  <a:pt x="4666255" y="753030"/>
                </a:lnTo>
                <a:lnTo>
                  <a:pt x="4581978" y="692507"/>
                </a:lnTo>
                <a:cubicBezTo>
                  <a:pt x="3924516" y="245206"/>
                  <a:pt x="3176141" y="19009"/>
                  <a:pt x="2429229" y="1150"/>
                </a:cubicBezTo>
                <a:cubicBezTo>
                  <a:pt x="2351426" y="-711"/>
                  <a:pt x="2273638" y="-310"/>
                  <a:pt x="2195972" y="2336"/>
                </a:cubicBezTo>
                <a:close/>
              </a:path>
            </a:pathLst>
          </a:custGeom>
          <a:gradFill>
            <a:gsLst>
              <a:gs pos="32000">
                <a:schemeClr val="bg2">
                  <a:alpha val="52000"/>
                </a:schemeClr>
              </a:gs>
              <a:gs pos="100000">
                <a:schemeClr val="accent1">
                  <a:lumMod val="60000"/>
                  <a:lumOff val="40000"/>
                  <a:alpha val="47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346A71E5-F4E3-D528-D03B-5B4E98141884}"/>
              </a:ext>
            </a:extLst>
          </p:cNvPr>
          <p:cNvSpPr txBox="1"/>
          <p:nvPr/>
        </p:nvSpPr>
        <p:spPr>
          <a:xfrm>
            <a:off x="1327918" y="2061769"/>
            <a:ext cx="3019575" cy="273737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a:latin typeface="+mj-lt"/>
                <a:ea typeface="+mj-ea"/>
                <a:cs typeface="+mj-cs"/>
              </a:rPr>
              <a:t>Development Roadblocks &amp; Solutions</a:t>
            </a:r>
          </a:p>
        </p:txBody>
      </p:sp>
      <p:graphicFrame>
        <p:nvGraphicFramePr>
          <p:cNvPr id="8" name="TextBox 4">
            <a:extLst>
              <a:ext uri="{FF2B5EF4-FFF2-40B4-BE49-F238E27FC236}">
                <a16:creationId xmlns:a16="http://schemas.microsoft.com/office/drawing/2014/main" id="{B842E4AD-A69F-57AF-F35E-6AC5592B7841}"/>
              </a:ext>
            </a:extLst>
          </p:cNvPr>
          <p:cNvGraphicFramePr/>
          <p:nvPr>
            <p:extLst>
              <p:ext uri="{D42A27DB-BD31-4B8C-83A1-F6EECF244321}">
                <p14:modId xmlns:p14="http://schemas.microsoft.com/office/powerpoint/2010/main" val="678520567"/>
              </p:ext>
            </p:extLst>
          </p:nvPr>
        </p:nvGraphicFramePr>
        <p:xfrm>
          <a:off x="4677295" y="1389163"/>
          <a:ext cx="6109130" cy="4080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9395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D00CB3E-22D8-C88A-E699-CC9736BC9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9DA00E-3AC7-A7EE-8C25-46B3D1711D81}"/>
              </a:ext>
            </a:extLst>
          </p:cNvPr>
          <p:cNvSpPr>
            <a:spLocks noGrp="1"/>
          </p:cNvSpPr>
          <p:nvPr>
            <p:ph type="title"/>
          </p:nvPr>
        </p:nvSpPr>
        <p:spPr>
          <a:xfrm>
            <a:off x="1066798" y="1142999"/>
            <a:ext cx="5771363" cy="1257299"/>
          </a:xfrm>
        </p:spPr>
        <p:txBody>
          <a:bodyPr anchor="ctr">
            <a:normAutofit/>
          </a:bodyPr>
          <a:lstStyle/>
          <a:p>
            <a:pPr algn="ctr"/>
            <a:r>
              <a:rPr lang="en-CA" sz="4000">
                <a:solidFill>
                  <a:schemeClr val="accent1">
                    <a:lumMod val="50000"/>
                  </a:schemeClr>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6BDE564F-B76C-8BC0-1C3B-2CE75F6B5612}"/>
              </a:ext>
            </a:extLst>
          </p:cNvPr>
          <p:cNvSpPr>
            <a:spLocks noGrp="1" noChangeArrowheads="1"/>
          </p:cNvSpPr>
          <p:nvPr>
            <p:ph idx="1"/>
          </p:nvPr>
        </p:nvSpPr>
        <p:spPr bwMode="auto">
          <a:xfrm>
            <a:off x="1066798" y="2736850"/>
            <a:ext cx="5771364" cy="297815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R="0" lvl="0" fontAlgn="base">
              <a:lnSpc>
                <a:spcPct val="110000"/>
              </a:lnSpc>
              <a:spcAft>
                <a:spcPts val="600"/>
              </a:spcAft>
              <a:buClrTx/>
              <a:buSzTx/>
              <a:tabLst/>
            </a:pPr>
            <a:r>
              <a:rPr lang="en-US" altLang="en-US">
                <a:latin typeface="Times New Roman" panose="02020603050405020304" pitchFamily="18" charset="0"/>
                <a:cs typeface="Times New Roman" panose="02020603050405020304" pitchFamily="18" charset="0"/>
              </a:rPr>
              <a:t>Built a scalable and automated solution for resume screening</a:t>
            </a:r>
          </a:p>
          <a:p>
            <a:pPr marR="0" lvl="0" fontAlgn="base">
              <a:lnSpc>
                <a:spcPct val="110000"/>
              </a:lnSpc>
              <a:spcAft>
                <a:spcPts val="600"/>
              </a:spcAft>
              <a:buClrTx/>
              <a:buSzTx/>
              <a:tabLst/>
            </a:pPr>
            <a:r>
              <a:rPr lang="en-US" altLang="en-US">
                <a:latin typeface="Times New Roman" panose="02020603050405020304" pitchFamily="18" charset="0"/>
                <a:cs typeface="Times New Roman" panose="02020603050405020304" pitchFamily="18" charset="0"/>
              </a:rPr>
              <a:t>Reduced manual workload in shortlisting candidates through skill-based matching</a:t>
            </a:r>
          </a:p>
          <a:p>
            <a:pPr marR="0" lvl="0" fontAlgn="base">
              <a:lnSpc>
                <a:spcPct val="110000"/>
              </a:lnSpc>
              <a:spcAft>
                <a:spcPts val="600"/>
              </a:spcAft>
              <a:buClrTx/>
              <a:buSzTx/>
              <a:tabLst/>
            </a:pPr>
            <a:r>
              <a:rPr lang="en-US" altLang="en-US">
                <a:latin typeface="Times New Roman" panose="02020603050405020304" pitchFamily="18" charset="0"/>
                <a:cs typeface="Times New Roman" panose="02020603050405020304" pitchFamily="18" charset="0"/>
              </a:rPr>
              <a:t>Delivered real-time, data-driven insights using Power BI dashboards</a:t>
            </a:r>
          </a:p>
          <a:p>
            <a:pPr marR="0" lvl="0" fontAlgn="base">
              <a:lnSpc>
                <a:spcPct val="110000"/>
              </a:lnSpc>
              <a:spcAft>
                <a:spcPts val="600"/>
              </a:spcAft>
              <a:buClrTx/>
              <a:buSzTx/>
              <a:tabLst/>
            </a:pPr>
            <a:r>
              <a:rPr lang="en-US" altLang="en-US">
                <a:latin typeface="Times New Roman" panose="02020603050405020304" pitchFamily="18" charset="0"/>
                <a:cs typeface="Times New Roman" panose="02020603050405020304" pitchFamily="18" charset="0"/>
              </a:rPr>
              <a:t>Developed a user-friendly UI with </a:t>
            </a:r>
            <a:r>
              <a:rPr lang="en-US" altLang="en-US" err="1">
                <a:latin typeface="Times New Roman" panose="02020603050405020304" pitchFamily="18" charset="0"/>
                <a:cs typeface="Times New Roman" panose="02020603050405020304" pitchFamily="18" charset="0"/>
              </a:rPr>
              <a:t>Streamlit</a:t>
            </a:r>
            <a:r>
              <a:rPr lang="en-US" altLang="en-US">
                <a:latin typeface="Times New Roman" panose="02020603050405020304" pitchFamily="18" charset="0"/>
                <a:cs typeface="Times New Roman" panose="02020603050405020304" pitchFamily="18" charset="0"/>
              </a:rPr>
              <a:t> to simplify resume uploads and parsing</a:t>
            </a:r>
          </a:p>
        </p:txBody>
      </p:sp>
      <p:pic>
        <p:nvPicPr>
          <p:cNvPr id="14" name="Graphic 13" descr="Social Network">
            <a:extLst>
              <a:ext uri="{FF2B5EF4-FFF2-40B4-BE49-F238E27FC236}">
                <a16:creationId xmlns:a16="http://schemas.microsoft.com/office/drawing/2014/main" id="{C0C993D1-B65F-11AA-88FB-F2F095EAF5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04959" y="1856979"/>
            <a:ext cx="3144042" cy="3144042"/>
          </a:xfrm>
          <a:prstGeom prst="rect">
            <a:avLst/>
          </a:prstGeom>
        </p:spPr>
      </p:pic>
    </p:spTree>
    <p:extLst>
      <p:ext uri="{BB962C8B-B14F-4D97-AF65-F5344CB8AC3E}">
        <p14:creationId xmlns:p14="http://schemas.microsoft.com/office/powerpoint/2010/main" val="11746624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eelOff"/>
      </p:transition>
    </mc:Choice>
    <mc:Fallback xmlns="">
      <p:transition spd="slow" advClick="0">
        <p:fade/>
      </p:transition>
    </mc:Fallback>
  </mc:AlternateContent>
</p:sld>
</file>

<file path=ppt/theme/theme1.xml><?xml version="1.0" encoding="utf-8"?>
<a:theme xmlns:a="http://schemas.openxmlformats.org/drawingml/2006/main" name="SwellVTI">
  <a:themeElements>
    <a:clrScheme name="Swell">
      <a:dk1>
        <a:sysClr val="windowText" lastClr="000000"/>
      </a:dk1>
      <a:lt1>
        <a:sysClr val="window" lastClr="FFFFFF"/>
      </a:lt1>
      <a:dk2>
        <a:srgbClr val="233B47"/>
      </a:dk2>
      <a:lt2>
        <a:srgbClr val="FEEFD9"/>
      </a:lt2>
      <a:accent1>
        <a:srgbClr val="16AEA7"/>
      </a:accent1>
      <a:accent2>
        <a:srgbClr val="618F88"/>
      </a:accent2>
      <a:accent3>
        <a:srgbClr val="7A9973"/>
      </a:accent3>
      <a:accent4>
        <a:srgbClr val="8AAE8E"/>
      </a:accent4>
      <a:accent5>
        <a:srgbClr val="EB8F60"/>
      </a:accent5>
      <a:accent6>
        <a:srgbClr val="E57A6F"/>
      </a:accent6>
      <a:hlink>
        <a:srgbClr val="13968F"/>
      </a:hlink>
      <a:folHlink>
        <a:srgbClr val="E5615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ellVTI" id="{8361A04D-931A-43DC-973B-1B0B1DD5DECC}" vid="{6DDB23E8-D18E-4BDA-98D6-324466149E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2300</Words>
  <Application>Microsoft Office PowerPoint</Application>
  <PresentationFormat>Widescreen</PresentationFormat>
  <Paragraphs>267</Paragraphs>
  <Slides>21</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MS Mincho</vt:lpstr>
      <vt:lpstr>Aptos</vt:lpstr>
      <vt:lpstr>Arial</vt:lpstr>
      <vt:lpstr>Calibri</vt:lpstr>
      <vt:lpstr>Neue Haas Grotesk Text Pro</vt:lpstr>
      <vt:lpstr>Times New Roman</vt:lpstr>
      <vt:lpstr>SwellVTI</vt:lpstr>
      <vt:lpstr>Shiva Shiva Prajna Ganji Maruta Zalane Neetika Upadhyay(T.L)</vt:lpstr>
      <vt:lpstr>Objective</vt:lpstr>
      <vt:lpstr>Technologies &amp; Tools Used </vt:lpstr>
      <vt:lpstr>Source Data Acquisition</vt:lpstr>
      <vt:lpstr>PowerPoint Presentation</vt:lpstr>
      <vt:lpstr>PowerPoint Presentation</vt:lpstr>
      <vt:lpstr>PowerPoint Presentation</vt:lpstr>
      <vt:lpstr>PowerPoint Presentation</vt:lpstr>
      <vt:lpstr>Resume Parsing</vt:lpstr>
      <vt:lpstr>Job Parsing</vt:lpstr>
      <vt:lpstr>Skill Matching</vt:lpstr>
      <vt:lpstr>Skill Matching</vt:lpstr>
      <vt:lpstr>PowerPoint Presentation</vt:lpstr>
      <vt:lpstr>User Interface</vt:lpstr>
      <vt:lpstr>PowerPoint Presentation</vt:lpstr>
      <vt:lpstr>Power BI Dashboard</vt:lpstr>
      <vt:lpstr>PowerPoint Presentation</vt:lpstr>
      <vt:lpstr>Multilingual Dashboard Development</vt:lpstr>
      <vt:lpstr>Implementing Multilingual reports in Power BI</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Prajna Ganji</dc:creator>
  <cp:lastModifiedBy>Neetika Upadhyay</cp:lastModifiedBy>
  <cp:revision>186</cp:revision>
  <dcterms:created xsi:type="dcterms:W3CDTF">2025-07-24T23:51:57Z</dcterms:created>
  <dcterms:modified xsi:type="dcterms:W3CDTF">2025-08-11T14:07:59Z</dcterms:modified>
</cp:coreProperties>
</file>