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22"/>
  </p:notesMasterIdLst>
  <p:sldIdLst>
    <p:sldId id="256" r:id="rId2"/>
    <p:sldId id="263" r:id="rId3"/>
    <p:sldId id="273" r:id="rId4"/>
    <p:sldId id="259" r:id="rId5"/>
    <p:sldId id="285" r:id="rId6"/>
    <p:sldId id="287" r:id="rId7"/>
    <p:sldId id="291" r:id="rId8"/>
    <p:sldId id="281" r:id="rId9"/>
    <p:sldId id="286" r:id="rId10"/>
    <p:sldId id="265" r:id="rId11"/>
    <p:sldId id="269" r:id="rId12"/>
    <p:sldId id="288" r:id="rId13"/>
    <p:sldId id="268" r:id="rId14"/>
    <p:sldId id="283" r:id="rId15"/>
    <p:sldId id="292" r:id="rId16"/>
    <p:sldId id="279" r:id="rId17"/>
    <p:sldId id="293" r:id="rId18"/>
    <p:sldId id="276" r:id="rId19"/>
    <p:sldId id="264" r:id="rId20"/>
    <p:sldId id="29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tika Upadhyay" userId="e9b6d962-fa40-468d-9d05-d1a1667f69d2" providerId="ADAL" clId="{6DC4FCA1-327A-455D-AF49-9745BAB76E67}"/>
    <pc:docChg chg="modSld">
      <pc:chgData name="Neetika Upadhyay" userId="e9b6d962-fa40-468d-9d05-d1a1667f69d2" providerId="ADAL" clId="{6DC4FCA1-327A-455D-AF49-9745BAB76E67}" dt="2025-08-08T01:59:45.699" v="14" actId="20577"/>
      <pc:docMkLst>
        <pc:docMk/>
      </pc:docMkLst>
      <pc:sldChg chg="modNotesTx">
        <pc:chgData name="Neetika Upadhyay" userId="e9b6d962-fa40-468d-9d05-d1a1667f69d2" providerId="ADAL" clId="{6DC4FCA1-327A-455D-AF49-9745BAB76E67}" dt="2025-08-08T01:58:57.998" v="0" actId="20577"/>
        <pc:sldMkLst>
          <pc:docMk/>
          <pc:sldMk cId="224891446" sldId="256"/>
        </pc:sldMkLst>
      </pc:sldChg>
      <pc:sldChg chg="modNotesTx">
        <pc:chgData name="Neetika Upadhyay" userId="e9b6d962-fa40-468d-9d05-d1a1667f69d2" providerId="ADAL" clId="{6DC4FCA1-327A-455D-AF49-9745BAB76E67}" dt="2025-08-08T01:59:06.070" v="3" actId="20577"/>
        <pc:sldMkLst>
          <pc:docMk/>
          <pc:sldMk cId="1748624027" sldId="259"/>
        </pc:sldMkLst>
      </pc:sldChg>
      <pc:sldChg chg="modNotesTx">
        <pc:chgData name="Neetika Upadhyay" userId="e9b6d962-fa40-468d-9d05-d1a1667f69d2" providerId="ADAL" clId="{6DC4FCA1-327A-455D-AF49-9745BAB76E67}" dt="2025-08-08T01:59:00.730" v="1" actId="20577"/>
        <pc:sldMkLst>
          <pc:docMk/>
          <pc:sldMk cId="2782579328" sldId="263"/>
        </pc:sldMkLst>
      </pc:sldChg>
      <pc:sldChg chg="modNotesTx">
        <pc:chgData name="Neetika Upadhyay" userId="e9b6d962-fa40-468d-9d05-d1a1667f69d2" providerId="ADAL" clId="{6DC4FCA1-327A-455D-AF49-9745BAB76E67}" dt="2025-08-08T01:59:24.758" v="8" actId="20577"/>
        <pc:sldMkLst>
          <pc:docMk/>
          <pc:sldMk cId="3071168683" sldId="265"/>
        </pc:sldMkLst>
      </pc:sldChg>
      <pc:sldChg chg="modNotesTx">
        <pc:chgData name="Neetika Upadhyay" userId="e9b6d962-fa40-468d-9d05-d1a1667f69d2" providerId="ADAL" clId="{6DC4FCA1-327A-455D-AF49-9745BAB76E67}" dt="2025-08-08T01:59:37.091" v="12" actId="20577"/>
        <pc:sldMkLst>
          <pc:docMk/>
          <pc:sldMk cId="447163928" sldId="268"/>
        </pc:sldMkLst>
      </pc:sldChg>
      <pc:sldChg chg="modNotesTx">
        <pc:chgData name="Neetika Upadhyay" userId="e9b6d962-fa40-468d-9d05-d1a1667f69d2" providerId="ADAL" clId="{6DC4FCA1-327A-455D-AF49-9745BAB76E67}" dt="2025-08-08T01:59:29.557" v="10" actId="20577"/>
        <pc:sldMkLst>
          <pc:docMk/>
          <pc:sldMk cId="777632414" sldId="269"/>
        </pc:sldMkLst>
      </pc:sldChg>
      <pc:sldChg chg="modNotesTx">
        <pc:chgData name="Neetika Upadhyay" userId="e9b6d962-fa40-468d-9d05-d1a1667f69d2" providerId="ADAL" clId="{6DC4FCA1-327A-455D-AF49-9745BAB76E67}" dt="2025-08-08T01:59:03.533" v="2" actId="20577"/>
        <pc:sldMkLst>
          <pc:docMk/>
          <pc:sldMk cId="810339807" sldId="273"/>
        </pc:sldMkLst>
      </pc:sldChg>
      <pc:sldChg chg="modNotesTx">
        <pc:chgData name="Neetika Upadhyay" userId="e9b6d962-fa40-468d-9d05-d1a1667f69d2" providerId="ADAL" clId="{6DC4FCA1-327A-455D-AF49-9745BAB76E67}" dt="2025-08-08T01:59:45.699" v="14" actId="20577"/>
        <pc:sldMkLst>
          <pc:docMk/>
          <pc:sldMk cId="2887969713" sldId="279"/>
        </pc:sldMkLst>
      </pc:sldChg>
      <pc:sldChg chg="modNotesTx">
        <pc:chgData name="Neetika Upadhyay" userId="e9b6d962-fa40-468d-9d05-d1a1667f69d2" providerId="ADAL" clId="{6DC4FCA1-327A-455D-AF49-9745BAB76E67}" dt="2025-08-08T01:59:10.019" v="4" actId="20577"/>
        <pc:sldMkLst>
          <pc:docMk/>
          <pc:sldMk cId="2545081385" sldId="285"/>
        </pc:sldMkLst>
      </pc:sldChg>
      <pc:sldChg chg="modNotesTx">
        <pc:chgData name="Neetika Upadhyay" userId="e9b6d962-fa40-468d-9d05-d1a1667f69d2" providerId="ADAL" clId="{6DC4FCA1-327A-455D-AF49-9745BAB76E67}" dt="2025-08-08T01:59:21.937" v="7" actId="20577"/>
        <pc:sldMkLst>
          <pc:docMk/>
          <pc:sldMk cId="1712139396" sldId="286"/>
        </pc:sldMkLst>
      </pc:sldChg>
      <pc:sldChg chg="modNotesTx">
        <pc:chgData name="Neetika Upadhyay" userId="e9b6d962-fa40-468d-9d05-d1a1667f69d2" providerId="ADAL" clId="{6DC4FCA1-327A-455D-AF49-9745BAB76E67}" dt="2025-08-08T01:59:13.990" v="5" actId="20577"/>
        <pc:sldMkLst>
          <pc:docMk/>
          <pc:sldMk cId="3752780793" sldId="287"/>
        </pc:sldMkLst>
      </pc:sldChg>
      <pc:sldChg chg="modNotesTx">
        <pc:chgData name="Neetika Upadhyay" userId="e9b6d962-fa40-468d-9d05-d1a1667f69d2" providerId="ADAL" clId="{6DC4FCA1-327A-455D-AF49-9745BAB76E67}" dt="2025-08-08T01:59:33.614" v="11" actId="20577"/>
        <pc:sldMkLst>
          <pc:docMk/>
          <pc:sldMk cId="959455200" sldId="288"/>
        </pc:sldMkLst>
      </pc:sldChg>
      <pc:sldChg chg="modNotesTx">
        <pc:chgData name="Neetika Upadhyay" userId="e9b6d962-fa40-468d-9d05-d1a1667f69d2" providerId="ADAL" clId="{6DC4FCA1-327A-455D-AF49-9745BAB76E67}" dt="2025-08-08T01:59:16.926" v="6" actId="20577"/>
        <pc:sldMkLst>
          <pc:docMk/>
          <pc:sldMk cId="4271660304" sldId="291"/>
        </pc:sldMkLst>
      </pc:sldChg>
      <pc:sldChg chg="modNotesTx">
        <pc:chgData name="Neetika Upadhyay" userId="e9b6d962-fa40-468d-9d05-d1a1667f69d2" providerId="ADAL" clId="{6DC4FCA1-327A-455D-AF49-9745BAB76E67}" dt="2025-08-08T01:59:42.568" v="13" actId="20577"/>
        <pc:sldMkLst>
          <pc:docMk/>
          <pc:sldMk cId="1307886472" sldId="292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9.png"/><Relationship Id="rId7" Type="http://schemas.openxmlformats.org/officeDocument/2006/relationships/image" Target="../media/image17.png"/><Relationship Id="rId12" Type="http://schemas.openxmlformats.org/officeDocument/2006/relationships/image" Target="../media/image6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42.svg"/><Relationship Id="rId11" Type="http://schemas.openxmlformats.org/officeDocument/2006/relationships/image" Target="../media/image5.png"/><Relationship Id="rId5" Type="http://schemas.openxmlformats.org/officeDocument/2006/relationships/image" Target="../media/image41.png"/><Relationship Id="rId10" Type="http://schemas.openxmlformats.org/officeDocument/2006/relationships/image" Target="../media/image44.svg"/><Relationship Id="rId4" Type="http://schemas.openxmlformats.org/officeDocument/2006/relationships/image" Target="../media/image40.svg"/><Relationship Id="rId9" Type="http://schemas.openxmlformats.org/officeDocument/2006/relationships/image" Target="../media/image43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9.png"/><Relationship Id="rId7" Type="http://schemas.openxmlformats.org/officeDocument/2006/relationships/image" Target="../media/image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10" Type="http://schemas.openxmlformats.org/officeDocument/2006/relationships/image" Target="../media/image24.svg"/><Relationship Id="rId4" Type="http://schemas.openxmlformats.org/officeDocument/2006/relationships/image" Target="../media/image20.svg"/><Relationship Id="rId9" Type="http://schemas.openxmlformats.org/officeDocument/2006/relationships/image" Target="../media/image23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39.png"/><Relationship Id="rId7" Type="http://schemas.openxmlformats.org/officeDocument/2006/relationships/image" Target="../media/image17.png"/><Relationship Id="rId12" Type="http://schemas.openxmlformats.org/officeDocument/2006/relationships/image" Target="../media/image6.sv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42.svg"/><Relationship Id="rId11" Type="http://schemas.openxmlformats.org/officeDocument/2006/relationships/image" Target="../media/image5.png"/><Relationship Id="rId5" Type="http://schemas.openxmlformats.org/officeDocument/2006/relationships/image" Target="../media/image41.png"/><Relationship Id="rId10" Type="http://schemas.openxmlformats.org/officeDocument/2006/relationships/image" Target="../media/image44.svg"/><Relationship Id="rId4" Type="http://schemas.openxmlformats.org/officeDocument/2006/relationships/image" Target="../media/image40.svg"/><Relationship Id="rId9" Type="http://schemas.openxmlformats.org/officeDocument/2006/relationships/image" Target="../media/image4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B47CF6-4F49-4F55-9674-129AAAA516E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4858D02-47B6-42C4-BF9D-6C8127B0E8D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Programming Language: Python</a:t>
          </a:r>
          <a:endParaRPr lang="en-US"/>
        </a:p>
      </dgm:t>
    </dgm:pt>
    <dgm:pt modelId="{63F85879-AC0B-44BB-A508-D7D7779A0783}" type="parTrans" cxnId="{3CC583C6-47D0-4F6B-8FB9-F83E874D3A64}">
      <dgm:prSet/>
      <dgm:spPr/>
      <dgm:t>
        <a:bodyPr/>
        <a:lstStyle/>
        <a:p>
          <a:endParaRPr lang="en-US"/>
        </a:p>
      </dgm:t>
    </dgm:pt>
    <dgm:pt modelId="{BD82A7F4-CE7E-4BA7-8467-501FD4F17212}" type="sibTrans" cxnId="{3CC583C6-47D0-4F6B-8FB9-F83E874D3A6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3410EE-30E8-4ADA-9926-B694194AF8A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Database: Azure SQL Server</a:t>
          </a:r>
          <a:endParaRPr lang="en-US"/>
        </a:p>
      </dgm:t>
    </dgm:pt>
    <dgm:pt modelId="{14F9B301-8452-4042-ADEE-41A601B7C6F2}" type="parTrans" cxnId="{7FF93DA3-E449-4D4E-91B9-B7A2D3E8DF88}">
      <dgm:prSet/>
      <dgm:spPr/>
      <dgm:t>
        <a:bodyPr/>
        <a:lstStyle/>
        <a:p>
          <a:endParaRPr lang="en-US"/>
        </a:p>
      </dgm:t>
    </dgm:pt>
    <dgm:pt modelId="{1B81935E-759B-4C46-8504-85B968779B00}" type="sibTrans" cxnId="{7FF93DA3-E449-4D4E-91B9-B7A2D3E8DF8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FD72CB4-8D65-43CD-B671-2130160275BA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IDE: Visual Studio Code</a:t>
          </a:r>
          <a:endParaRPr lang="en-US"/>
        </a:p>
      </dgm:t>
    </dgm:pt>
    <dgm:pt modelId="{7B080B17-6384-46ED-92DC-60AFAEF91C27}" type="parTrans" cxnId="{71EDDE1E-9AF0-4C01-9B16-EFEFF9A3E7D4}">
      <dgm:prSet/>
      <dgm:spPr/>
      <dgm:t>
        <a:bodyPr/>
        <a:lstStyle/>
        <a:p>
          <a:endParaRPr lang="en-US"/>
        </a:p>
      </dgm:t>
    </dgm:pt>
    <dgm:pt modelId="{73EDBB14-7820-4877-A1E9-96D051F0868A}" type="sibTrans" cxnId="{71EDDE1E-9AF0-4C01-9B16-EFEFF9A3E7D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7C91B0A-B776-42D3-A4ED-728E8C091421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Deployment Platform: Streamlit Cloud / Localhost</a:t>
          </a:r>
          <a:endParaRPr lang="en-US"/>
        </a:p>
      </dgm:t>
    </dgm:pt>
    <dgm:pt modelId="{7FE80CDC-E820-4441-BC74-86F1E70129BE}" type="parTrans" cxnId="{AB7A584C-82A1-4B1C-A0B5-08B3D6A737F7}">
      <dgm:prSet/>
      <dgm:spPr/>
      <dgm:t>
        <a:bodyPr/>
        <a:lstStyle/>
        <a:p>
          <a:endParaRPr lang="en-US"/>
        </a:p>
      </dgm:t>
    </dgm:pt>
    <dgm:pt modelId="{590B9CAE-DA61-4601-8360-B37CDF47D3C9}" type="sibTrans" cxnId="{AB7A584C-82A1-4B1C-A0B5-08B3D6A737F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B75195C-5E95-4502-847E-725C14B54897}">
      <dgm:prSet/>
      <dgm:spPr/>
      <dgm:t>
        <a:bodyPr/>
        <a:lstStyle/>
        <a:p>
          <a:pPr>
            <a:lnSpc>
              <a:spcPct val="100000"/>
            </a:lnSpc>
          </a:pPr>
          <a:r>
            <a:rPr lang="en-CA"/>
            <a:t>Version Control System: GitHub</a:t>
          </a:r>
          <a:endParaRPr lang="en-US"/>
        </a:p>
      </dgm:t>
    </dgm:pt>
    <dgm:pt modelId="{366D081B-7042-48D0-92D8-86019792CDFC}" type="parTrans" cxnId="{48104397-82F4-40C4-B582-635BC3F7703E}">
      <dgm:prSet/>
      <dgm:spPr/>
      <dgm:t>
        <a:bodyPr/>
        <a:lstStyle/>
        <a:p>
          <a:endParaRPr lang="en-US"/>
        </a:p>
      </dgm:t>
    </dgm:pt>
    <dgm:pt modelId="{687CCD7B-0C86-4E31-AC8C-338AA99291C8}" type="sibTrans" cxnId="{48104397-82F4-40C4-B582-635BC3F7703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32ED3C2-2B01-4E64-8DC7-D18CEF6305A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Translator: Azure Translator API, Translation Builder</a:t>
          </a:r>
        </a:p>
      </dgm:t>
    </dgm:pt>
    <dgm:pt modelId="{80BA2550-C8C1-486E-8011-803FD914086F}" type="sibTrans" cxnId="{26AD17C5-CCB4-41D5-8E4A-6E09E736F816}">
      <dgm:prSet/>
      <dgm:spPr/>
      <dgm:t>
        <a:bodyPr/>
        <a:lstStyle/>
        <a:p>
          <a:endParaRPr lang="en-US"/>
        </a:p>
      </dgm:t>
    </dgm:pt>
    <dgm:pt modelId="{CD1F5F8D-AD4B-499A-916E-3DA708F40208}" type="parTrans" cxnId="{26AD17C5-CCB4-41D5-8E4A-6E09E736F816}">
      <dgm:prSet/>
      <dgm:spPr/>
      <dgm:t>
        <a:bodyPr/>
        <a:lstStyle/>
        <a:p>
          <a:endParaRPr lang="en-US"/>
        </a:p>
      </dgm:t>
    </dgm:pt>
    <dgm:pt modelId="{FCD68D3E-5FC6-4172-94ED-C22222591FE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Visualization: Power BI</a:t>
          </a:r>
        </a:p>
      </dgm:t>
    </dgm:pt>
    <dgm:pt modelId="{9475A983-A5DE-41E9-AF25-0AB5DE55E1E9}" type="parTrans" cxnId="{8C49BF87-B70F-4224-979A-C31680E019E6}">
      <dgm:prSet/>
      <dgm:spPr/>
      <dgm:t>
        <a:bodyPr/>
        <a:lstStyle/>
        <a:p>
          <a:endParaRPr lang="en-CA"/>
        </a:p>
      </dgm:t>
    </dgm:pt>
    <dgm:pt modelId="{6CA501D0-3096-4BDC-A81C-48B93CB44484}" type="sibTrans" cxnId="{8C49BF87-B70F-4224-979A-C31680E019E6}">
      <dgm:prSet/>
      <dgm:spPr/>
      <dgm:t>
        <a:bodyPr/>
        <a:lstStyle/>
        <a:p>
          <a:endParaRPr lang="en-CA"/>
        </a:p>
      </dgm:t>
    </dgm:pt>
    <dgm:pt modelId="{F94B6979-17EC-40E4-A2A8-8F8751BA882C}" type="pres">
      <dgm:prSet presAssocID="{EDB47CF6-4F49-4F55-9674-129AAAA516E6}" presName="root" presStyleCnt="0">
        <dgm:presLayoutVars>
          <dgm:dir/>
          <dgm:resizeHandles val="exact"/>
        </dgm:presLayoutVars>
      </dgm:prSet>
      <dgm:spPr/>
    </dgm:pt>
    <dgm:pt modelId="{FA587AF3-4676-441B-97B5-D692C01745B7}" type="pres">
      <dgm:prSet presAssocID="{94858D02-47B6-42C4-BF9D-6C8127B0E8DA}" presName="compNode" presStyleCnt="0"/>
      <dgm:spPr/>
    </dgm:pt>
    <dgm:pt modelId="{CCF01E8F-B889-4AC3-8C57-72A6B5F54B60}" type="pres">
      <dgm:prSet presAssocID="{94858D02-47B6-42C4-BF9D-6C8127B0E8DA}" presName="bgRect" presStyleLbl="bgShp" presStyleIdx="0" presStyleCnt="7"/>
      <dgm:spPr/>
    </dgm:pt>
    <dgm:pt modelId="{E9B885A3-55CE-44B2-AA54-DD5BBB3D91E7}" type="pres">
      <dgm:prSet presAssocID="{94858D02-47B6-42C4-BF9D-6C8127B0E8DA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85CF45FF-8D75-4963-ACBC-4CCE5436D82C}" type="pres">
      <dgm:prSet presAssocID="{94858D02-47B6-42C4-BF9D-6C8127B0E8DA}" presName="spaceRect" presStyleCnt="0"/>
      <dgm:spPr/>
    </dgm:pt>
    <dgm:pt modelId="{ED155593-E7D1-43EE-8FB1-92B9F1054C33}" type="pres">
      <dgm:prSet presAssocID="{94858D02-47B6-42C4-BF9D-6C8127B0E8DA}" presName="parTx" presStyleLbl="revTx" presStyleIdx="0" presStyleCnt="7">
        <dgm:presLayoutVars>
          <dgm:chMax val="0"/>
          <dgm:chPref val="0"/>
        </dgm:presLayoutVars>
      </dgm:prSet>
      <dgm:spPr/>
    </dgm:pt>
    <dgm:pt modelId="{BDE05F87-0102-430F-B8D8-10700D2A8208}" type="pres">
      <dgm:prSet presAssocID="{BD82A7F4-CE7E-4BA7-8467-501FD4F17212}" presName="sibTrans" presStyleCnt="0"/>
      <dgm:spPr/>
    </dgm:pt>
    <dgm:pt modelId="{CA90AF73-19CC-4E3F-8234-6C9946C85F2F}" type="pres">
      <dgm:prSet presAssocID="{443410EE-30E8-4ADA-9926-B694194AF8A7}" presName="compNode" presStyleCnt="0"/>
      <dgm:spPr/>
    </dgm:pt>
    <dgm:pt modelId="{85F25053-3774-499A-BD9D-5F936A40C363}" type="pres">
      <dgm:prSet presAssocID="{443410EE-30E8-4ADA-9926-B694194AF8A7}" presName="bgRect" presStyleLbl="bgShp" presStyleIdx="1" presStyleCnt="7"/>
      <dgm:spPr/>
    </dgm:pt>
    <dgm:pt modelId="{A371BE3A-E994-4B83-B44C-2C52D68628B3}" type="pres">
      <dgm:prSet presAssocID="{443410EE-30E8-4ADA-9926-B694194AF8A7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DACEFD4-6B93-4F7B-B423-3AF7B16F1F1E}" type="pres">
      <dgm:prSet presAssocID="{443410EE-30E8-4ADA-9926-B694194AF8A7}" presName="spaceRect" presStyleCnt="0"/>
      <dgm:spPr/>
    </dgm:pt>
    <dgm:pt modelId="{F805C025-84E5-40F8-B760-62EEB1816C05}" type="pres">
      <dgm:prSet presAssocID="{443410EE-30E8-4ADA-9926-B694194AF8A7}" presName="parTx" presStyleLbl="revTx" presStyleIdx="1" presStyleCnt="7">
        <dgm:presLayoutVars>
          <dgm:chMax val="0"/>
          <dgm:chPref val="0"/>
        </dgm:presLayoutVars>
      </dgm:prSet>
      <dgm:spPr/>
    </dgm:pt>
    <dgm:pt modelId="{85E5B564-2BCA-4602-A880-A59E68A4FD69}" type="pres">
      <dgm:prSet presAssocID="{1B81935E-759B-4C46-8504-85B968779B00}" presName="sibTrans" presStyleCnt="0"/>
      <dgm:spPr/>
    </dgm:pt>
    <dgm:pt modelId="{30E31612-ECED-487F-95CF-94C95AF15DA8}" type="pres">
      <dgm:prSet presAssocID="{1FD72CB4-8D65-43CD-B671-2130160275BA}" presName="compNode" presStyleCnt="0"/>
      <dgm:spPr/>
    </dgm:pt>
    <dgm:pt modelId="{EBD99269-BA4F-4227-9E60-02FFCF37DC26}" type="pres">
      <dgm:prSet presAssocID="{1FD72CB4-8D65-43CD-B671-2130160275BA}" presName="bgRect" presStyleLbl="bgShp" presStyleIdx="2" presStyleCnt="7"/>
      <dgm:spPr/>
    </dgm:pt>
    <dgm:pt modelId="{2E831410-E82F-4DC5-B331-5844AD666DA7}" type="pres">
      <dgm:prSet presAssocID="{1FD72CB4-8D65-43CD-B671-2130160275BA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code"/>
        </a:ext>
      </dgm:extLst>
    </dgm:pt>
    <dgm:pt modelId="{B857E700-71A7-4331-B5A0-BBE347434A11}" type="pres">
      <dgm:prSet presAssocID="{1FD72CB4-8D65-43CD-B671-2130160275BA}" presName="spaceRect" presStyleCnt="0"/>
      <dgm:spPr/>
    </dgm:pt>
    <dgm:pt modelId="{5DD0498C-7DB5-4B19-A27A-BAD088B0A5AC}" type="pres">
      <dgm:prSet presAssocID="{1FD72CB4-8D65-43CD-B671-2130160275BA}" presName="parTx" presStyleLbl="revTx" presStyleIdx="2" presStyleCnt="7">
        <dgm:presLayoutVars>
          <dgm:chMax val="0"/>
          <dgm:chPref val="0"/>
        </dgm:presLayoutVars>
      </dgm:prSet>
      <dgm:spPr/>
    </dgm:pt>
    <dgm:pt modelId="{899465D7-06A5-488D-AC10-A3DA59AD0CBA}" type="pres">
      <dgm:prSet presAssocID="{73EDBB14-7820-4877-A1E9-96D051F0868A}" presName="sibTrans" presStyleCnt="0"/>
      <dgm:spPr/>
    </dgm:pt>
    <dgm:pt modelId="{E3A38F1C-788C-4FB1-92E0-730FE1FEC72D}" type="pres">
      <dgm:prSet presAssocID="{47C91B0A-B776-42D3-A4ED-728E8C091421}" presName="compNode" presStyleCnt="0"/>
      <dgm:spPr/>
    </dgm:pt>
    <dgm:pt modelId="{EA396219-5695-4513-9DCF-935192B92F4C}" type="pres">
      <dgm:prSet presAssocID="{47C91B0A-B776-42D3-A4ED-728E8C091421}" presName="bgRect" presStyleLbl="bgShp" presStyleIdx="3" presStyleCnt="7"/>
      <dgm:spPr/>
    </dgm:pt>
    <dgm:pt modelId="{EB87A690-48FE-4818-A294-8D8D3D15F472}" type="pres">
      <dgm:prSet presAssocID="{47C91B0A-B776-42D3-A4ED-728E8C09142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1DFAF00D-06DC-47F0-9A07-75CEBC6E45B0}" type="pres">
      <dgm:prSet presAssocID="{47C91B0A-B776-42D3-A4ED-728E8C091421}" presName="spaceRect" presStyleCnt="0"/>
      <dgm:spPr/>
    </dgm:pt>
    <dgm:pt modelId="{78CD8BAF-CFB2-4F39-BA49-59E2038144EF}" type="pres">
      <dgm:prSet presAssocID="{47C91B0A-B776-42D3-A4ED-728E8C091421}" presName="parTx" presStyleLbl="revTx" presStyleIdx="3" presStyleCnt="7">
        <dgm:presLayoutVars>
          <dgm:chMax val="0"/>
          <dgm:chPref val="0"/>
        </dgm:presLayoutVars>
      </dgm:prSet>
      <dgm:spPr/>
    </dgm:pt>
    <dgm:pt modelId="{FE4E5425-F3F1-4952-9C73-C5EAF4F23A72}" type="pres">
      <dgm:prSet presAssocID="{590B9CAE-DA61-4601-8360-B37CDF47D3C9}" presName="sibTrans" presStyleCnt="0"/>
      <dgm:spPr/>
    </dgm:pt>
    <dgm:pt modelId="{39FD985C-245F-4CE4-9B63-FE8C9A5A689A}" type="pres">
      <dgm:prSet presAssocID="{CB75195C-5E95-4502-847E-725C14B54897}" presName="compNode" presStyleCnt="0"/>
      <dgm:spPr/>
    </dgm:pt>
    <dgm:pt modelId="{FD891D54-D234-4B19-BA04-4CCABE7F73C3}" type="pres">
      <dgm:prSet presAssocID="{CB75195C-5E95-4502-847E-725C14B54897}" presName="bgRect" presStyleLbl="bgShp" presStyleIdx="4" presStyleCnt="7"/>
      <dgm:spPr/>
    </dgm:pt>
    <dgm:pt modelId="{CBD5140D-CEB4-4C87-B4B1-BE990B1461A8}" type="pres">
      <dgm:prSet presAssocID="{CB75195C-5E95-4502-847E-725C14B54897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6452786C-189D-4A10-93E6-09E1295B878D}" type="pres">
      <dgm:prSet presAssocID="{CB75195C-5E95-4502-847E-725C14B54897}" presName="spaceRect" presStyleCnt="0"/>
      <dgm:spPr/>
    </dgm:pt>
    <dgm:pt modelId="{DFFB4567-55BA-4F93-9ABA-A6B85DE06239}" type="pres">
      <dgm:prSet presAssocID="{CB75195C-5E95-4502-847E-725C14B54897}" presName="parTx" presStyleLbl="revTx" presStyleIdx="4" presStyleCnt="7">
        <dgm:presLayoutVars>
          <dgm:chMax val="0"/>
          <dgm:chPref val="0"/>
        </dgm:presLayoutVars>
      </dgm:prSet>
      <dgm:spPr/>
    </dgm:pt>
    <dgm:pt modelId="{64DE1825-9A2C-4496-93F2-22E735756388}" type="pres">
      <dgm:prSet presAssocID="{687CCD7B-0C86-4E31-AC8C-338AA99291C8}" presName="sibTrans" presStyleCnt="0"/>
      <dgm:spPr/>
    </dgm:pt>
    <dgm:pt modelId="{4E45B79B-5F09-4547-AD7B-B3A1347C3B4B}" type="pres">
      <dgm:prSet presAssocID="{C32ED3C2-2B01-4E64-8DC7-D18CEF6305A9}" presName="compNode" presStyleCnt="0"/>
      <dgm:spPr/>
    </dgm:pt>
    <dgm:pt modelId="{FC367D29-8F56-4AA3-9460-8818F0A6E2AE}" type="pres">
      <dgm:prSet presAssocID="{C32ED3C2-2B01-4E64-8DC7-D18CEF6305A9}" presName="bgRect" presStyleLbl="bgShp" presStyleIdx="5" presStyleCnt="7"/>
      <dgm:spPr/>
    </dgm:pt>
    <dgm:pt modelId="{5A970057-C7F0-4171-9E36-E018E583A215}" type="pres">
      <dgm:prSet presAssocID="{C32ED3C2-2B01-4E64-8DC7-D18CEF6305A9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66446349-E8FB-46FF-9EC3-01F6974A06AA}" type="pres">
      <dgm:prSet presAssocID="{C32ED3C2-2B01-4E64-8DC7-D18CEF6305A9}" presName="spaceRect" presStyleCnt="0"/>
      <dgm:spPr/>
    </dgm:pt>
    <dgm:pt modelId="{5AD6A959-676F-4412-AA77-B0122ACD126E}" type="pres">
      <dgm:prSet presAssocID="{C32ED3C2-2B01-4E64-8DC7-D18CEF6305A9}" presName="parTx" presStyleLbl="revTx" presStyleIdx="5" presStyleCnt="7">
        <dgm:presLayoutVars>
          <dgm:chMax val="0"/>
          <dgm:chPref val="0"/>
        </dgm:presLayoutVars>
      </dgm:prSet>
      <dgm:spPr/>
    </dgm:pt>
    <dgm:pt modelId="{773602EC-ED86-4123-9FCF-9124A74FA71D}" type="pres">
      <dgm:prSet presAssocID="{80BA2550-C8C1-486E-8011-803FD914086F}" presName="sibTrans" presStyleCnt="0"/>
      <dgm:spPr/>
    </dgm:pt>
    <dgm:pt modelId="{520E1500-F4BE-45BB-A565-9E4FA25B3388}" type="pres">
      <dgm:prSet presAssocID="{FCD68D3E-5FC6-4172-94ED-C22222591FE4}" presName="compNode" presStyleCnt="0"/>
      <dgm:spPr/>
    </dgm:pt>
    <dgm:pt modelId="{3208C3FD-AAC4-4986-874A-1B75D1BF6327}" type="pres">
      <dgm:prSet presAssocID="{FCD68D3E-5FC6-4172-94ED-C22222591FE4}" presName="bgRect" presStyleLbl="bgShp" presStyleIdx="6" presStyleCnt="7"/>
      <dgm:spPr/>
    </dgm:pt>
    <dgm:pt modelId="{E889C810-9230-49AF-8735-CCC3FBD110DC}" type="pres">
      <dgm:prSet presAssocID="{FCD68D3E-5FC6-4172-94ED-C22222591FE4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2D4C9C27-C993-4E40-AD20-A46DBCA333C1}" type="pres">
      <dgm:prSet presAssocID="{FCD68D3E-5FC6-4172-94ED-C22222591FE4}" presName="spaceRect" presStyleCnt="0"/>
      <dgm:spPr/>
    </dgm:pt>
    <dgm:pt modelId="{6B209270-4E1C-4EED-AD15-E771CA3ADAAD}" type="pres">
      <dgm:prSet presAssocID="{FCD68D3E-5FC6-4172-94ED-C22222591FE4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71EDDE1E-9AF0-4C01-9B16-EFEFF9A3E7D4}" srcId="{EDB47CF6-4F49-4F55-9674-129AAAA516E6}" destId="{1FD72CB4-8D65-43CD-B671-2130160275BA}" srcOrd="2" destOrd="0" parTransId="{7B080B17-6384-46ED-92DC-60AFAEF91C27}" sibTransId="{73EDBB14-7820-4877-A1E9-96D051F0868A}"/>
    <dgm:cxn modelId="{AB7A584C-82A1-4B1C-A0B5-08B3D6A737F7}" srcId="{EDB47CF6-4F49-4F55-9674-129AAAA516E6}" destId="{47C91B0A-B776-42D3-A4ED-728E8C091421}" srcOrd="3" destOrd="0" parTransId="{7FE80CDC-E820-4441-BC74-86F1E70129BE}" sibTransId="{590B9CAE-DA61-4601-8360-B37CDF47D3C9}"/>
    <dgm:cxn modelId="{56503E54-4D15-4F58-A685-3B0579CCCF73}" type="presOf" srcId="{1FD72CB4-8D65-43CD-B671-2130160275BA}" destId="{5DD0498C-7DB5-4B19-A27A-BAD088B0A5AC}" srcOrd="0" destOrd="0" presId="urn:microsoft.com/office/officeart/2018/2/layout/IconVerticalSolidList"/>
    <dgm:cxn modelId="{DA380885-429B-498E-8971-1B3F35DEE7DF}" type="presOf" srcId="{443410EE-30E8-4ADA-9926-B694194AF8A7}" destId="{F805C025-84E5-40F8-B760-62EEB1816C05}" srcOrd="0" destOrd="0" presId="urn:microsoft.com/office/officeart/2018/2/layout/IconVerticalSolidList"/>
    <dgm:cxn modelId="{8C49BF87-B70F-4224-979A-C31680E019E6}" srcId="{EDB47CF6-4F49-4F55-9674-129AAAA516E6}" destId="{FCD68D3E-5FC6-4172-94ED-C22222591FE4}" srcOrd="6" destOrd="0" parTransId="{9475A983-A5DE-41E9-AF25-0AB5DE55E1E9}" sibTransId="{6CA501D0-3096-4BDC-A81C-48B93CB44484}"/>
    <dgm:cxn modelId="{48104397-82F4-40C4-B582-635BC3F7703E}" srcId="{EDB47CF6-4F49-4F55-9674-129AAAA516E6}" destId="{CB75195C-5E95-4502-847E-725C14B54897}" srcOrd="4" destOrd="0" parTransId="{366D081B-7042-48D0-92D8-86019792CDFC}" sibTransId="{687CCD7B-0C86-4E31-AC8C-338AA99291C8}"/>
    <dgm:cxn modelId="{7FF93DA3-E449-4D4E-91B9-B7A2D3E8DF88}" srcId="{EDB47CF6-4F49-4F55-9674-129AAAA516E6}" destId="{443410EE-30E8-4ADA-9926-B694194AF8A7}" srcOrd="1" destOrd="0" parTransId="{14F9B301-8452-4042-ADEE-41A601B7C6F2}" sibTransId="{1B81935E-759B-4C46-8504-85B968779B00}"/>
    <dgm:cxn modelId="{24B986B9-A9A8-4FA7-AE7B-618FC7E018F1}" type="presOf" srcId="{CB75195C-5E95-4502-847E-725C14B54897}" destId="{DFFB4567-55BA-4F93-9ABA-A6B85DE06239}" srcOrd="0" destOrd="0" presId="urn:microsoft.com/office/officeart/2018/2/layout/IconVerticalSolidList"/>
    <dgm:cxn modelId="{26AD17C5-CCB4-41D5-8E4A-6E09E736F816}" srcId="{EDB47CF6-4F49-4F55-9674-129AAAA516E6}" destId="{C32ED3C2-2B01-4E64-8DC7-D18CEF6305A9}" srcOrd="5" destOrd="0" parTransId="{CD1F5F8D-AD4B-499A-916E-3DA708F40208}" sibTransId="{80BA2550-C8C1-486E-8011-803FD914086F}"/>
    <dgm:cxn modelId="{AD05BEC5-7B10-47B3-A29A-F2E78B617C02}" type="presOf" srcId="{EDB47CF6-4F49-4F55-9674-129AAAA516E6}" destId="{F94B6979-17EC-40E4-A2A8-8F8751BA882C}" srcOrd="0" destOrd="0" presId="urn:microsoft.com/office/officeart/2018/2/layout/IconVerticalSolidList"/>
    <dgm:cxn modelId="{3CC583C6-47D0-4F6B-8FB9-F83E874D3A64}" srcId="{EDB47CF6-4F49-4F55-9674-129AAAA516E6}" destId="{94858D02-47B6-42C4-BF9D-6C8127B0E8DA}" srcOrd="0" destOrd="0" parTransId="{63F85879-AC0B-44BB-A508-D7D7779A0783}" sibTransId="{BD82A7F4-CE7E-4BA7-8467-501FD4F17212}"/>
    <dgm:cxn modelId="{20A8C3CA-977A-4760-AC0A-137E3FAA2179}" type="presOf" srcId="{C32ED3C2-2B01-4E64-8DC7-D18CEF6305A9}" destId="{5AD6A959-676F-4412-AA77-B0122ACD126E}" srcOrd="0" destOrd="0" presId="urn:microsoft.com/office/officeart/2018/2/layout/IconVerticalSolidList"/>
    <dgm:cxn modelId="{C22286D5-C40C-4725-8A45-91364D8B7C3E}" type="presOf" srcId="{94858D02-47B6-42C4-BF9D-6C8127B0E8DA}" destId="{ED155593-E7D1-43EE-8FB1-92B9F1054C33}" srcOrd="0" destOrd="0" presId="urn:microsoft.com/office/officeart/2018/2/layout/IconVerticalSolidList"/>
    <dgm:cxn modelId="{E6EDABE3-2ECB-46F1-B8CF-643D92B30710}" type="presOf" srcId="{47C91B0A-B776-42D3-A4ED-728E8C091421}" destId="{78CD8BAF-CFB2-4F39-BA49-59E2038144EF}" srcOrd="0" destOrd="0" presId="urn:microsoft.com/office/officeart/2018/2/layout/IconVerticalSolidList"/>
    <dgm:cxn modelId="{F5DDEDE5-1FA2-45BC-A6BF-A8994ACA7694}" type="presOf" srcId="{FCD68D3E-5FC6-4172-94ED-C22222591FE4}" destId="{6B209270-4E1C-4EED-AD15-E771CA3ADAAD}" srcOrd="0" destOrd="0" presId="urn:microsoft.com/office/officeart/2018/2/layout/IconVerticalSolidList"/>
    <dgm:cxn modelId="{83C93483-B97D-420E-A376-6351630C4257}" type="presParOf" srcId="{F94B6979-17EC-40E4-A2A8-8F8751BA882C}" destId="{FA587AF3-4676-441B-97B5-D692C01745B7}" srcOrd="0" destOrd="0" presId="urn:microsoft.com/office/officeart/2018/2/layout/IconVerticalSolidList"/>
    <dgm:cxn modelId="{8A70DEC5-6544-4516-B1C8-1A34408A3ACE}" type="presParOf" srcId="{FA587AF3-4676-441B-97B5-D692C01745B7}" destId="{CCF01E8F-B889-4AC3-8C57-72A6B5F54B60}" srcOrd="0" destOrd="0" presId="urn:microsoft.com/office/officeart/2018/2/layout/IconVerticalSolidList"/>
    <dgm:cxn modelId="{ECED820E-0420-4929-B35B-8FA770CE6A74}" type="presParOf" srcId="{FA587AF3-4676-441B-97B5-D692C01745B7}" destId="{E9B885A3-55CE-44B2-AA54-DD5BBB3D91E7}" srcOrd="1" destOrd="0" presId="urn:microsoft.com/office/officeart/2018/2/layout/IconVerticalSolidList"/>
    <dgm:cxn modelId="{40B9C1A0-192D-4788-A697-70746EE9F74C}" type="presParOf" srcId="{FA587AF3-4676-441B-97B5-D692C01745B7}" destId="{85CF45FF-8D75-4963-ACBC-4CCE5436D82C}" srcOrd="2" destOrd="0" presId="urn:microsoft.com/office/officeart/2018/2/layout/IconVerticalSolidList"/>
    <dgm:cxn modelId="{E6C737A8-F7C2-4A22-9869-063FF01B65A2}" type="presParOf" srcId="{FA587AF3-4676-441B-97B5-D692C01745B7}" destId="{ED155593-E7D1-43EE-8FB1-92B9F1054C33}" srcOrd="3" destOrd="0" presId="urn:microsoft.com/office/officeart/2018/2/layout/IconVerticalSolidList"/>
    <dgm:cxn modelId="{601CE54B-07EC-4FD9-BE60-B50F34CF02B7}" type="presParOf" srcId="{F94B6979-17EC-40E4-A2A8-8F8751BA882C}" destId="{BDE05F87-0102-430F-B8D8-10700D2A8208}" srcOrd="1" destOrd="0" presId="urn:microsoft.com/office/officeart/2018/2/layout/IconVerticalSolidList"/>
    <dgm:cxn modelId="{3EF4BBA8-E8AE-4B2B-B088-66E4994B7ED9}" type="presParOf" srcId="{F94B6979-17EC-40E4-A2A8-8F8751BA882C}" destId="{CA90AF73-19CC-4E3F-8234-6C9946C85F2F}" srcOrd="2" destOrd="0" presId="urn:microsoft.com/office/officeart/2018/2/layout/IconVerticalSolidList"/>
    <dgm:cxn modelId="{5B994487-F085-4BF4-959B-6B516F4E6B5A}" type="presParOf" srcId="{CA90AF73-19CC-4E3F-8234-6C9946C85F2F}" destId="{85F25053-3774-499A-BD9D-5F936A40C363}" srcOrd="0" destOrd="0" presId="urn:microsoft.com/office/officeart/2018/2/layout/IconVerticalSolidList"/>
    <dgm:cxn modelId="{C09CD430-5267-469B-9D03-DCEBB733679B}" type="presParOf" srcId="{CA90AF73-19CC-4E3F-8234-6C9946C85F2F}" destId="{A371BE3A-E994-4B83-B44C-2C52D68628B3}" srcOrd="1" destOrd="0" presId="urn:microsoft.com/office/officeart/2018/2/layout/IconVerticalSolidList"/>
    <dgm:cxn modelId="{6A153E7A-21BA-497B-9BD2-AC577AB47764}" type="presParOf" srcId="{CA90AF73-19CC-4E3F-8234-6C9946C85F2F}" destId="{5DACEFD4-6B93-4F7B-B423-3AF7B16F1F1E}" srcOrd="2" destOrd="0" presId="urn:microsoft.com/office/officeart/2018/2/layout/IconVerticalSolidList"/>
    <dgm:cxn modelId="{9B5FB491-370D-44B7-BEC5-0C47DF36E94C}" type="presParOf" srcId="{CA90AF73-19CC-4E3F-8234-6C9946C85F2F}" destId="{F805C025-84E5-40F8-B760-62EEB1816C05}" srcOrd="3" destOrd="0" presId="urn:microsoft.com/office/officeart/2018/2/layout/IconVerticalSolidList"/>
    <dgm:cxn modelId="{532EA6F6-715B-48F5-95F8-A5F71185EDDB}" type="presParOf" srcId="{F94B6979-17EC-40E4-A2A8-8F8751BA882C}" destId="{85E5B564-2BCA-4602-A880-A59E68A4FD69}" srcOrd="3" destOrd="0" presId="urn:microsoft.com/office/officeart/2018/2/layout/IconVerticalSolidList"/>
    <dgm:cxn modelId="{02037828-360A-4B91-9CAE-D15E3B8CEB24}" type="presParOf" srcId="{F94B6979-17EC-40E4-A2A8-8F8751BA882C}" destId="{30E31612-ECED-487F-95CF-94C95AF15DA8}" srcOrd="4" destOrd="0" presId="urn:microsoft.com/office/officeart/2018/2/layout/IconVerticalSolidList"/>
    <dgm:cxn modelId="{CE5F1CEF-25CA-4D3E-B183-AE769F0A3ED5}" type="presParOf" srcId="{30E31612-ECED-487F-95CF-94C95AF15DA8}" destId="{EBD99269-BA4F-4227-9E60-02FFCF37DC26}" srcOrd="0" destOrd="0" presId="urn:microsoft.com/office/officeart/2018/2/layout/IconVerticalSolidList"/>
    <dgm:cxn modelId="{33FA823F-6360-4F00-BBC1-A46AD0DFC693}" type="presParOf" srcId="{30E31612-ECED-487F-95CF-94C95AF15DA8}" destId="{2E831410-E82F-4DC5-B331-5844AD666DA7}" srcOrd="1" destOrd="0" presId="urn:microsoft.com/office/officeart/2018/2/layout/IconVerticalSolidList"/>
    <dgm:cxn modelId="{293C8051-CD53-4537-8789-E531949C86E3}" type="presParOf" srcId="{30E31612-ECED-487F-95CF-94C95AF15DA8}" destId="{B857E700-71A7-4331-B5A0-BBE347434A11}" srcOrd="2" destOrd="0" presId="urn:microsoft.com/office/officeart/2018/2/layout/IconVerticalSolidList"/>
    <dgm:cxn modelId="{EA141970-89B8-4FD2-A474-E2C6A1D9F037}" type="presParOf" srcId="{30E31612-ECED-487F-95CF-94C95AF15DA8}" destId="{5DD0498C-7DB5-4B19-A27A-BAD088B0A5AC}" srcOrd="3" destOrd="0" presId="urn:microsoft.com/office/officeart/2018/2/layout/IconVerticalSolidList"/>
    <dgm:cxn modelId="{35F5E77B-2F75-44EA-9252-A1E45632364E}" type="presParOf" srcId="{F94B6979-17EC-40E4-A2A8-8F8751BA882C}" destId="{899465D7-06A5-488D-AC10-A3DA59AD0CBA}" srcOrd="5" destOrd="0" presId="urn:microsoft.com/office/officeart/2018/2/layout/IconVerticalSolidList"/>
    <dgm:cxn modelId="{79F0C5FA-4356-4CB6-AF8A-0A1F76ED64A3}" type="presParOf" srcId="{F94B6979-17EC-40E4-A2A8-8F8751BA882C}" destId="{E3A38F1C-788C-4FB1-92E0-730FE1FEC72D}" srcOrd="6" destOrd="0" presId="urn:microsoft.com/office/officeart/2018/2/layout/IconVerticalSolidList"/>
    <dgm:cxn modelId="{8D3DF808-0A75-4062-A7EE-6FA173E1DF82}" type="presParOf" srcId="{E3A38F1C-788C-4FB1-92E0-730FE1FEC72D}" destId="{EA396219-5695-4513-9DCF-935192B92F4C}" srcOrd="0" destOrd="0" presId="urn:microsoft.com/office/officeart/2018/2/layout/IconVerticalSolidList"/>
    <dgm:cxn modelId="{2E0196E6-A103-45EE-BB0E-7FB75A103799}" type="presParOf" srcId="{E3A38F1C-788C-4FB1-92E0-730FE1FEC72D}" destId="{EB87A690-48FE-4818-A294-8D8D3D15F472}" srcOrd="1" destOrd="0" presId="urn:microsoft.com/office/officeart/2018/2/layout/IconVerticalSolidList"/>
    <dgm:cxn modelId="{425143C9-4E86-4AAF-9A6A-4D9493BC1537}" type="presParOf" srcId="{E3A38F1C-788C-4FB1-92E0-730FE1FEC72D}" destId="{1DFAF00D-06DC-47F0-9A07-75CEBC6E45B0}" srcOrd="2" destOrd="0" presId="urn:microsoft.com/office/officeart/2018/2/layout/IconVerticalSolidList"/>
    <dgm:cxn modelId="{7F8B7695-95A0-4D92-A1AC-1A04566B5765}" type="presParOf" srcId="{E3A38F1C-788C-4FB1-92E0-730FE1FEC72D}" destId="{78CD8BAF-CFB2-4F39-BA49-59E2038144EF}" srcOrd="3" destOrd="0" presId="urn:microsoft.com/office/officeart/2018/2/layout/IconVerticalSolidList"/>
    <dgm:cxn modelId="{445456AB-812C-4608-B294-3D92A5049755}" type="presParOf" srcId="{F94B6979-17EC-40E4-A2A8-8F8751BA882C}" destId="{FE4E5425-F3F1-4952-9C73-C5EAF4F23A72}" srcOrd="7" destOrd="0" presId="urn:microsoft.com/office/officeart/2018/2/layout/IconVerticalSolidList"/>
    <dgm:cxn modelId="{0401DDE4-3B18-4B05-AADA-7BD5B896712C}" type="presParOf" srcId="{F94B6979-17EC-40E4-A2A8-8F8751BA882C}" destId="{39FD985C-245F-4CE4-9B63-FE8C9A5A689A}" srcOrd="8" destOrd="0" presId="urn:microsoft.com/office/officeart/2018/2/layout/IconVerticalSolidList"/>
    <dgm:cxn modelId="{AFE3410F-BF39-4162-A557-B040105541C5}" type="presParOf" srcId="{39FD985C-245F-4CE4-9B63-FE8C9A5A689A}" destId="{FD891D54-D234-4B19-BA04-4CCABE7F73C3}" srcOrd="0" destOrd="0" presId="urn:microsoft.com/office/officeart/2018/2/layout/IconVerticalSolidList"/>
    <dgm:cxn modelId="{451414E5-4152-41A3-BCDA-ED1BD30D0DC8}" type="presParOf" srcId="{39FD985C-245F-4CE4-9B63-FE8C9A5A689A}" destId="{CBD5140D-CEB4-4C87-B4B1-BE990B1461A8}" srcOrd="1" destOrd="0" presId="urn:microsoft.com/office/officeart/2018/2/layout/IconVerticalSolidList"/>
    <dgm:cxn modelId="{D3E4B192-0274-4CD1-B41A-F55086AD4ADC}" type="presParOf" srcId="{39FD985C-245F-4CE4-9B63-FE8C9A5A689A}" destId="{6452786C-189D-4A10-93E6-09E1295B878D}" srcOrd="2" destOrd="0" presId="urn:microsoft.com/office/officeart/2018/2/layout/IconVerticalSolidList"/>
    <dgm:cxn modelId="{90AF5CB4-732F-4FA5-9210-76AC727F6371}" type="presParOf" srcId="{39FD985C-245F-4CE4-9B63-FE8C9A5A689A}" destId="{DFFB4567-55BA-4F93-9ABA-A6B85DE06239}" srcOrd="3" destOrd="0" presId="urn:microsoft.com/office/officeart/2018/2/layout/IconVerticalSolidList"/>
    <dgm:cxn modelId="{AD005411-FA07-40F1-BD5C-E743474C3476}" type="presParOf" srcId="{F94B6979-17EC-40E4-A2A8-8F8751BA882C}" destId="{64DE1825-9A2C-4496-93F2-22E735756388}" srcOrd="9" destOrd="0" presId="urn:microsoft.com/office/officeart/2018/2/layout/IconVerticalSolidList"/>
    <dgm:cxn modelId="{D1D71DAA-DB9B-465F-B957-9BA37FA3901A}" type="presParOf" srcId="{F94B6979-17EC-40E4-A2A8-8F8751BA882C}" destId="{4E45B79B-5F09-4547-AD7B-B3A1347C3B4B}" srcOrd="10" destOrd="0" presId="urn:microsoft.com/office/officeart/2018/2/layout/IconVerticalSolidList"/>
    <dgm:cxn modelId="{830ECE11-6A60-4480-BE30-4911EF5B3026}" type="presParOf" srcId="{4E45B79B-5F09-4547-AD7B-B3A1347C3B4B}" destId="{FC367D29-8F56-4AA3-9460-8818F0A6E2AE}" srcOrd="0" destOrd="0" presId="urn:microsoft.com/office/officeart/2018/2/layout/IconVerticalSolidList"/>
    <dgm:cxn modelId="{74157682-5669-4B85-9BE5-A55CAA9B927D}" type="presParOf" srcId="{4E45B79B-5F09-4547-AD7B-B3A1347C3B4B}" destId="{5A970057-C7F0-4171-9E36-E018E583A215}" srcOrd="1" destOrd="0" presId="urn:microsoft.com/office/officeart/2018/2/layout/IconVerticalSolidList"/>
    <dgm:cxn modelId="{BD8C2332-07AE-4EDE-9CF5-2CA6D8C9FBAB}" type="presParOf" srcId="{4E45B79B-5F09-4547-AD7B-B3A1347C3B4B}" destId="{66446349-E8FB-46FF-9EC3-01F6974A06AA}" srcOrd="2" destOrd="0" presId="urn:microsoft.com/office/officeart/2018/2/layout/IconVerticalSolidList"/>
    <dgm:cxn modelId="{19149BCA-858E-45CB-A8D3-8FA2822B1CFA}" type="presParOf" srcId="{4E45B79B-5F09-4547-AD7B-B3A1347C3B4B}" destId="{5AD6A959-676F-4412-AA77-B0122ACD126E}" srcOrd="3" destOrd="0" presId="urn:microsoft.com/office/officeart/2018/2/layout/IconVerticalSolidList"/>
    <dgm:cxn modelId="{070EB0A6-31E2-4773-AA07-97B5F8E52971}" type="presParOf" srcId="{F94B6979-17EC-40E4-A2A8-8F8751BA882C}" destId="{773602EC-ED86-4123-9FCF-9124A74FA71D}" srcOrd="11" destOrd="0" presId="urn:microsoft.com/office/officeart/2018/2/layout/IconVerticalSolidList"/>
    <dgm:cxn modelId="{B7593FD3-2A0F-4DAF-9717-2FB1720DAABC}" type="presParOf" srcId="{F94B6979-17EC-40E4-A2A8-8F8751BA882C}" destId="{520E1500-F4BE-45BB-A565-9E4FA25B3388}" srcOrd="12" destOrd="0" presId="urn:microsoft.com/office/officeart/2018/2/layout/IconVerticalSolidList"/>
    <dgm:cxn modelId="{98499A00-5D9F-4E44-8472-283C2C1833EB}" type="presParOf" srcId="{520E1500-F4BE-45BB-A565-9E4FA25B3388}" destId="{3208C3FD-AAC4-4986-874A-1B75D1BF6327}" srcOrd="0" destOrd="0" presId="urn:microsoft.com/office/officeart/2018/2/layout/IconVerticalSolidList"/>
    <dgm:cxn modelId="{C2ACEF36-9670-4861-81F7-D565A5C76B45}" type="presParOf" srcId="{520E1500-F4BE-45BB-A565-9E4FA25B3388}" destId="{E889C810-9230-49AF-8735-CCC3FBD110DC}" srcOrd="1" destOrd="0" presId="urn:microsoft.com/office/officeart/2018/2/layout/IconVerticalSolidList"/>
    <dgm:cxn modelId="{136607E1-9A3F-411A-898B-786B780FD139}" type="presParOf" srcId="{520E1500-F4BE-45BB-A565-9E4FA25B3388}" destId="{2D4C9C27-C993-4E40-AD20-A46DBCA333C1}" srcOrd="2" destOrd="0" presId="urn:microsoft.com/office/officeart/2018/2/layout/IconVerticalSolidList"/>
    <dgm:cxn modelId="{DFEB2BB9-ACFA-44A1-8C10-65954E12688C}" type="presParOf" srcId="{520E1500-F4BE-45BB-A565-9E4FA25B3388}" destId="{6B209270-4E1C-4EED-AD15-E771CA3ADA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4A7BE9D-EBD5-47AA-8E4E-407E94B06BC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F2427FA-3356-48A4-996D-B40F4B0B2CA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Gathered resumes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5FAD97-06B5-4C31-A921-631B3A80892B}" type="parTrans" cxnId="{D713915C-A56B-4E82-BA43-0969609E01A2}">
      <dgm:prSet/>
      <dgm:spPr/>
      <dgm:t>
        <a:bodyPr/>
        <a:lstStyle/>
        <a:p>
          <a:endParaRPr lang="en-US"/>
        </a:p>
      </dgm:t>
    </dgm:pt>
    <dgm:pt modelId="{A8E2FF8E-055D-44C9-BE3E-D9A1D0B783A7}" type="sibTrans" cxnId="{D713915C-A56B-4E82-BA43-0969609E01A2}">
      <dgm:prSet/>
      <dgm:spPr/>
      <dgm:t>
        <a:bodyPr/>
        <a:lstStyle/>
        <a:p>
          <a:endParaRPr lang="en-US"/>
        </a:p>
      </dgm:t>
    </dgm:pt>
    <dgm:pt modelId="{31467CE8-6482-4A7B-8D16-7EA1E00E3B1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Collected job </a:t>
          </a:r>
          <a:r>
            <a:rPr lang="en-US" sz="1800" i="0" kern="1200" baseline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descriptions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9156C86-0B64-4B77-99E0-9D2189BBB8DE}" type="parTrans" cxnId="{9226F290-D6D9-4358-B25F-6656102D06C6}">
      <dgm:prSet/>
      <dgm:spPr/>
      <dgm:t>
        <a:bodyPr/>
        <a:lstStyle/>
        <a:p>
          <a:endParaRPr lang="en-US"/>
        </a:p>
      </dgm:t>
    </dgm:pt>
    <dgm:pt modelId="{1A22046B-5169-4A3B-9DD1-33C95EC988B1}" type="sibTrans" cxnId="{9226F290-D6D9-4358-B25F-6656102D06C6}">
      <dgm:prSet/>
      <dgm:spPr/>
      <dgm:t>
        <a:bodyPr/>
        <a:lstStyle/>
        <a:p>
          <a:endParaRPr lang="en-US"/>
        </a:p>
      </dgm:t>
    </dgm:pt>
    <dgm:pt modelId="{D0DE21BD-1212-46AD-A770-128872CE1D5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Converted unstructured files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0F5737D-5DBF-4D67-A542-D1AAF4BAF34F}" type="parTrans" cxnId="{A1ADA9AF-6CEF-4BFD-AD62-54A31D65F685}">
      <dgm:prSet/>
      <dgm:spPr/>
      <dgm:t>
        <a:bodyPr/>
        <a:lstStyle/>
        <a:p>
          <a:endParaRPr lang="en-US"/>
        </a:p>
      </dgm:t>
    </dgm:pt>
    <dgm:pt modelId="{8B9783C3-6E83-4A6F-92E5-B1676D978A5E}" type="sibTrans" cxnId="{A1ADA9AF-6CEF-4BFD-AD62-54A31D65F685}">
      <dgm:prSet/>
      <dgm:spPr/>
      <dgm:t>
        <a:bodyPr/>
        <a:lstStyle/>
        <a:p>
          <a:endParaRPr lang="en-US"/>
        </a:p>
      </dgm:t>
    </dgm:pt>
    <dgm:pt modelId="{1A538B80-E0E4-4E8B-9B2E-1C392929C8C5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Ensured dataset diversity</a:t>
          </a:r>
          <a:endParaRPr lang="en-US" sz="18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F08E51E-C028-44B6-9593-AD6976C9FC60}" type="parTrans" cxnId="{937578BF-7CA5-46B1-BB1C-2413B0D64915}">
      <dgm:prSet/>
      <dgm:spPr/>
      <dgm:t>
        <a:bodyPr/>
        <a:lstStyle/>
        <a:p>
          <a:endParaRPr lang="en-US"/>
        </a:p>
      </dgm:t>
    </dgm:pt>
    <dgm:pt modelId="{2384C245-2D1A-47D3-A097-616C728B23D8}" type="sibTrans" cxnId="{937578BF-7CA5-46B1-BB1C-2413B0D64915}">
      <dgm:prSet/>
      <dgm:spPr/>
      <dgm:t>
        <a:bodyPr/>
        <a:lstStyle/>
        <a:p>
          <a:endParaRPr lang="en-US"/>
        </a:p>
      </dgm:t>
    </dgm:pt>
    <dgm:pt modelId="{E9ECC6E0-A4A9-4B0F-8038-05298AE97D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i="0" baseline="0">
              <a:latin typeface="Times New Roman" panose="02020603050405020304" pitchFamily="18" charset="0"/>
              <a:cs typeface="Times New Roman" panose="02020603050405020304" pitchFamily="18" charset="0"/>
            </a:rPr>
            <a:t>Stored all raw files</a:t>
          </a:r>
          <a:endParaRPr lang="en-US" sz="1800"/>
        </a:p>
      </dgm:t>
    </dgm:pt>
    <dgm:pt modelId="{6B2D7913-6012-4434-8EC5-7E15059C3B1D}" type="parTrans" cxnId="{D36468F0-5A5D-4EEB-AA8C-65AA44A001C3}">
      <dgm:prSet/>
      <dgm:spPr/>
      <dgm:t>
        <a:bodyPr/>
        <a:lstStyle/>
        <a:p>
          <a:endParaRPr lang="en-US"/>
        </a:p>
      </dgm:t>
    </dgm:pt>
    <dgm:pt modelId="{67B4A2FD-7FB6-4FE6-BDC3-679EDFFC689D}" type="sibTrans" cxnId="{D36468F0-5A5D-4EEB-AA8C-65AA44A001C3}">
      <dgm:prSet/>
      <dgm:spPr/>
      <dgm:t>
        <a:bodyPr/>
        <a:lstStyle/>
        <a:p>
          <a:endParaRPr lang="en-US"/>
        </a:p>
      </dgm:t>
    </dgm:pt>
    <dgm:pt modelId="{0341009D-3CD1-4B9D-9664-DB3136BC669C}" type="pres">
      <dgm:prSet presAssocID="{14A7BE9D-EBD5-47AA-8E4E-407E94B06BC7}" presName="root" presStyleCnt="0">
        <dgm:presLayoutVars>
          <dgm:dir/>
          <dgm:resizeHandles val="exact"/>
        </dgm:presLayoutVars>
      </dgm:prSet>
      <dgm:spPr/>
    </dgm:pt>
    <dgm:pt modelId="{55CD3223-DC6C-42E3-85DD-2A5E33DB8961}" type="pres">
      <dgm:prSet presAssocID="{CF2427FA-3356-48A4-996D-B40F4B0B2CA5}" presName="compNode" presStyleCnt="0"/>
      <dgm:spPr/>
    </dgm:pt>
    <dgm:pt modelId="{09A0DB2E-CBAC-4516-B17B-2CB2B8782309}" type="pres">
      <dgm:prSet presAssocID="{CF2427FA-3356-48A4-996D-B40F4B0B2C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45907F22-3909-43C5-AE90-F882E15B8AE6}" type="pres">
      <dgm:prSet presAssocID="{CF2427FA-3356-48A4-996D-B40F4B0B2CA5}" presName="spaceRect" presStyleCnt="0"/>
      <dgm:spPr/>
    </dgm:pt>
    <dgm:pt modelId="{7CA79FAD-6266-4A59-904B-29D85FDA3706}" type="pres">
      <dgm:prSet presAssocID="{CF2427FA-3356-48A4-996D-B40F4B0B2CA5}" presName="textRect" presStyleLbl="revTx" presStyleIdx="0" presStyleCnt="5">
        <dgm:presLayoutVars>
          <dgm:chMax val="1"/>
          <dgm:chPref val="1"/>
        </dgm:presLayoutVars>
      </dgm:prSet>
      <dgm:spPr/>
    </dgm:pt>
    <dgm:pt modelId="{3B81EDEE-C8E4-4556-94CD-64DF788BC9BD}" type="pres">
      <dgm:prSet presAssocID="{A8E2FF8E-055D-44C9-BE3E-D9A1D0B783A7}" presName="sibTrans" presStyleCnt="0"/>
      <dgm:spPr/>
    </dgm:pt>
    <dgm:pt modelId="{1A69D39B-3FB3-4FEC-AE25-11F305E31262}" type="pres">
      <dgm:prSet presAssocID="{31467CE8-6482-4A7B-8D16-7EA1E00E3B17}" presName="compNode" presStyleCnt="0"/>
      <dgm:spPr/>
    </dgm:pt>
    <dgm:pt modelId="{C861F1DC-45F8-4950-A595-364E6A468064}" type="pres">
      <dgm:prSet presAssocID="{31467CE8-6482-4A7B-8D16-7EA1E00E3B1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765F413-FB6B-41BD-8203-101D690AC514}" type="pres">
      <dgm:prSet presAssocID="{31467CE8-6482-4A7B-8D16-7EA1E00E3B17}" presName="spaceRect" presStyleCnt="0"/>
      <dgm:spPr/>
    </dgm:pt>
    <dgm:pt modelId="{358EB753-74F9-469F-9F89-5E3C8584E730}" type="pres">
      <dgm:prSet presAssocID="{31467CE8-6482-4A7B-8D16-7EA1E00E3B17}" presName="textRect" presStyleLbl="revTx" presStyleIdx="1" presStyleCnt="5">
        <dgm:presLayoutVars>
          <dgm:chMax val="1"/>
          <dgm:chPref val="1"/>
        </dgm:presLayoutVars>
      </dgm:prSet>
      <dgm:spPr/>
    </dgm:pt>
    <dgm:pt modelId="{7953D0B8-AAC8-4735-9B6F-276F22AA415B}" type="pres">
      <dgm:prSet presAssocID="{1A22046B-5169-4A3B-9DD1-33C95EC988B1}" presName="sibTrans" presStyleCnt="0"/>
      <dgm:spPr/>
    </dgm:pt>
    <dgm:pt modelId="{287F0587-8ABD-4E6C-8D2B-BB751A4F2444}" type="pres">
      <dgm:prSet presAssocID="{D0DE21BD-1212-46AD-A770-128872CE1D50}" presName="compNode" presStyleCnt="0"/>
      <dgm:spPr/>
    </dgm:pt>
    <dgm:pt modelId="{6021F16B-44E8-4D4D-9521-B60C7C34DE49}" type="pres">
      <dgm:prSet presAssocID="{D0DE21BD-1212-46AD-A770-128872CE1D5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00ED2EA3-0E94-484E-8444-8D92CF335AC9}" type="pres">
      <dgm:prSet presAssocID="{D0DE21BD-1212-46AD-A770-128872CE1D50}" presName="spaceRect" presStyleCnt="0"/>
      <dgm:spPr/>
    </dgm:pt>
    <dgm:pt modelId="{CAE3640B-2FE8-400B-9C0D-394941BFAD25}" type="pres">
      <dgm:prSet presAssocID="{D0DE21BD-1212-46AD-A770-128872CE1D50}" presName="textRect" presStyleLbl="revTx" presStyleIdx="2" presStyleCnt="5">
        <dgm:presLayoutVars>
          <dgm:chMax val="1"/>
          <dgm:chPref val="1"/>
        </dgm:presLayoutVars>
      </dgm:prSet>
      <dgm:spPr/>
    </dgm:pt>
    <dgm:pt modelId="{29AEBD51-EBF0-4571-8A6A-90A9F8CE3046}" type="pres">
      <dgm:prSet presAssocID="{8B9783C3-6E83-4A6F-92E5-B1676D978A5E}" presName="sibTrans" presStyleCnt="0"/>
      <dgm:spPr/>
    </dgm:pt>
    <dgm:pt modelId="{E1F4FC6C-C392-4930-82A7-8E4EE15913BD}" type="pres">
      <dgm:prSet presAssocID="{1A538B80-E0E4-4E8B-9B2E-1C392929C8C5}" presName="compNode" presStyleCnt="0"/>
      <dgm:spPr/>
    </dgm:pt>
    <dgm:pt modelId="{057CFDE6-CCB6-4DC3-9266-13E6265AA8DC}" type="pres">
      <dgm:prSet presAssocID="{1A538B80-E0E4-4E8B-9B2E-1C392929C8C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A50AD16-A69C-421E-92F2-FF33F70F4535}" type="pres">
      <dgm:prSet presAssocID="{1A538B80-E0E4-4E8B-9B2E-1C392929C8C5}" presName="spaceRect" presStyleCnt="0"/>
      <dgm:spPr/>
    </dgm:pt>
    <dgm:pt modelId="{50B2F6F1-A6E7-464B-9102-F34388CC0297}" type="pres">
      <dgm:prSet presAssocID="{1A538B80-E0E4-4E8B-9B2E-1C392929C8C5}" presName="textRect" presStyleLbl="revTx" presStyleIdx="3" presStyleCnt="5">
        <dgm:presLayoutVars>
          <dgm:chMax val="1"/>
          <dgm:chPref val="1"/>
        </dgm:presLayoutVars>
      </dgm:prSet>
      <dgm:spPr/>
    </dgm:pt>
    <dgm:pt modelId="{5807AD97-AFA4-4D2E-8CE1-7EB4688342A1}" type="pres">
      <dgm:prSet presAssocID="{2384C245-2D1A-47D3-A097-616C728B23D8}" presName="sibTrans" presStyleCnt="0"/>
      <dgm:spPr/>
    </dgm:pt>
    <dgm:pt modelId="{11194ECC-4932-4BF3-85D9-6D1DECDBD391}" type="pres">
      <dgm:prSet presAssocID="{E9ECC6E0-A4A9-4B0F-8038-05298AE97D02}" presName="compNode" presStyleCnt="0"/>
      <dgm:spPr/>
    </dgm:pt>
    <dgm:pt modelId="{96ED6900-CD7D-40FB-B6D7-A2AFE88EDDB4}" type="pres">
      <dgm:prSet presAssocID="{E9ECC6E0-A4A9-4B0F-8038-05298AE97D02}" presName="iconRect" presStyleLbl="node1" presStyleIdx="4" presStyleCnt="5" custScaleX="103092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C3C115E-B096-43D1-B25A-5C42CF47B61A}" type="pres">
      <dgm:prSet presAssocID="{E9ECC6E0-A4A9-4B0F-8038-05298AE97D02}" presName="spaceRect" presStyleCnt="0"/>
      <dgm:spPr/>
    </dgm:pt>
    <dgm:pt modelId="{3CFEA401-866D-4EEA-9501-528D1A1784F2}" type="pres">
      <dgm:prSet presAssocID="{E9ECC6E0-A4A9-4B0F-8038-05298AE97D0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A66E037-7231-4D66-938F-A551818880B6}" type="presOf" srcId="{D0DE21BD-1212-46AD-A770-128872CE1D50}" destId="{CAE3640B-2FE8-400B-9C0D-394941BFAD25}" srcOrd="0" destOrd="0" presId="urn:microsoft.com/office/officeart/2018/2/layout/IconLabelList"/>
    <dgm:cxn modelId="{B4C7183E-E6C9-42C6-81C9-AB5418AE5395}" type="presOf" srcId="{31467CE8-6482-4A7B-8D16-7EA1E00E3B17}" destId="{358EB753-74F9-469F-9F89-5E3C8584E730}" srcOrd="0" destOrd="0" presId="urn:microsoft.com/office/officeart/2018/2/layout/IconLabelList"/>
    <dgm:cxn modelId="{D713915C-A56B-4E82-BA43-0969609E01A2}" srcId="{14A7BE9D-EBD5-47AA-8E4E-407E94B06BC7}" destId="{CF2427FA-3356-48A4-996D-B40F4B0B2CA5}" srcOrd="0" destOrd="0" parTransId="{195FAD97-06B5-4C31-A921-631B3A80892B}" sibTransId="{A8E2FF8E-055D-44C9-BE3E-D9A1D0B783A7}"/>
    <dgm:cxn modelId="{FF433454-B8CD-4FB7-96FF-1D5503B004CE}" type="presOf" srcId="{CF2427FA-3356-48A4-996D-B40F4B0B2CA5}" destId="{7CA79FAD-6266-4A59-904B-29D85FDA3706}" srcOrd="0" destOrd="0" presId="urn:microsoft.com/office/officeart/2018/2/layout/IconLabelList"/>
    <dgm:cxn modelId="{701EAB7D-F42C-4B1F-8508-8D34B37F2F5A}" type="presOf" srcId="{1A538B80-E0E4-4E8B-9B2E-1C392929C8C5}" destId="{50B2F6F1-A6E7-464B-9102-F34388CC0297}" srcOrd="0" destOrd="0" presId="urn:microsoft.com/office/officeart/2018/2/layout/IconLabelList"/>
    <dgm:cxn modelId="{FA1E4D8D-A2E7-4E58-BE53-6A54E0FF662F}" type="presOf" srcId="{14A7BE9D-EBD5-47AA-8E4E-407E94B06BC7}" destId="{0341009D-3CD1-4B9D-9664-DB3136BC669C}" srcOrd="0" destOrd="0" presId="urn:microsoft.com/office/officeart/2018/2/layout/IconLabelList"/>
    <dgm:cxn modelId="{9226F290-D6D9-4358-B25F-6656102D06C6}" srcId="{14A7BE9D-EBD5-47AA-8E4E-407E94B06BC7}" destId="{31467CE8-6482-4A7B-8D16-7EA1E00E3B17}" srcOrd="1" destOrd="0" parTransId="{D9156C86-0B64-4B77-99E0-9D2189BBB8DE}" sibTransId="{1A22046B-5169-4A3B-9DD1-33C95EC988B1}"/>
    <dgm:cxn modelId="{A1ADA9AF-6CEF-4BFD-AD62-54A31D65F685}" srcId="{14A7BE9D-EBD5-47AA-8E4E-407E94B06BC7}" destId="{D0DE21BD-1212-46AD-A770-128872CE1D50}" srcOrd="2" destOrd="0" parTransId="{20F5737D-5DBF-4D67-A542-D1AAF4BAF34F}" sibTransId="{8B9783C3-6E83-4A6F-92E5-B1676D978A5E}"/>
    <dgm:cxn modelId="{D2BF8CB2-7370-4D40-AFF0-23EC5ED61C61}" type="presOf" srcId="{E9ECC6E0-A4A9-4B0F-8038-05298AE97D02}" destId="{3CFEA401-866D-4EEA-9501-528D1A1784F2}" srcOrd="0" destOrd="0" presId="urn:microsoft.com/office/officeart/2018/2/layout/IconLabelList"/>
    <dgm:cxn modelId="{937578BF-7CA5-46B1-BB1C-2413B0D64915}" srcId="{14A7BE9D-EBD5-47AA-8E4E-407E94B06BC7}" destId="{1A538B80-E0E4-4E8B-9B2E-1C392929C8C5}" srcOrd="3" destOrd="0" parTransId="{6F08E51E-C028-44B6-9593-AD6976C9FC60}" sibTransId="{2384C245-2D1A-47D3-A097-616C728B23D8}"/>
    <dgm:cxn modelId="{D36468F0-5A5D-4EEB-AA8C-65AA44A001C3}" srcId="{14A7BE9D-EBD5-47AA-8E4E-407E94B06BC7}" destId="{E9ECC6E0-A4A9-4B0F-8038-05298AE97D02}" srcOrd="4" destOrd="0" parTransId="{6B2D7913-6012-4434-8EC5-7E15059C3B1D}" sibTransId="{67B4A2FD-7FB6-4FE6-BDC3-679EDFFC689D}"/>
    <dgm:cxn modelId="{CD30482A-87B7-4829-B2A9-B81B7F082401}" type="presParOf" srcId="{0341009D-3CD1-4B9D-9664-DB3136BC669C}" destId="{55CD3223-DC6C-42E3-85DD-2A5E33DB8961}" srcOrd="0" destOrd="0" presId="urn:microsoft.com/office/officeart/2018/2/layout/IconLabelList"/>
    <dgm:cxn modelId="{61F99C03-C421-4B74-8562-47FFCB1AF431}" type="presParOf" srcId="{55CD3223-DC6C-42E3-85DD-2A5E33DB8961}" destId="{09A0DB2E-CBAC-4516-B17B-2CB2B8782309}" srcOrd="0" destOrd="0" presId="urn:microsoft.com/office/officeart/2018/2/layout/IconLabelList"/>
    <dgm:cxn modelId="{062B733E-9A7F-4214-8F2B-9902D54D86C3}" type="presParOf" srcId="{55CD3223-DC6C-42E3-85DD-2A5E33DB8961}" destId="{45907F22-3909-43C5-AE90-F882E15B8AE6}" srcOrd="1" destOrd="0" presId="urn:microsoft.com/office/officeart/2018/2/layout/IconLabelList"/>
    <dgm:cxn modelId="{BD1710D9-7635-4291-96D3-C83E613A2CC9}" type="presParOf" srcId="{55CD3223-DC6C-42E3-85DD-2A5E33DB8961}" destId="{7CA79FAD-6266-4A59-904B-29D85FDA3706}" srcOrd="2" destOrd="0" presId="urn:microsoft.com/office/officeart/2018/2/layout/IconLabelList"/>
    <dgm:cxn modelId="{C40D0D5A-C0AC-46C9-BDAB-D6CE25227F13}" type="presParOf" srcId="{0341009D-3CD1-4B9D-9664-DB3136BC669C}" destId="{3B81EDEE-C8E4-4556-94CD-64DF788BC9BD}" srcOrd="1" destOrd="0" presId="urn:microsoft.com/office/officeart/2018/2/layout/IconLabelList"/>
    <dgm:cxn modelId="{76716BB4-C76B-462A-9D12-7C1739DB6FDD}" type="presParOf" srcId="{0341009D-3CD1-4B9D-9664-DB3136BC669C}" destId="{1A69D39B-3FB3-4FEC-AE25-11F305E31262}" srcOrd="2" destOrd="0" presId="urn:microsoft.com/office/officeart/2018/2/layout/IconLabelList"/>
    <dgm:cxn modelId="{FFAF1B51-F99A-4102-8135-43A77527AE06}" type="presParOf" srcId="{1A69D39B-3FB3-4FEC-AE25-11F305E31262}" destId="{C861F1DC-45F8-4950-A595-364E6A468064}" srcOrd="0" destOrd="0" presId="urn:microsoft.com/office/officeart/2018/2/layout/IconLabelList"/>
    <dgm:cxn modelId="{4C23BAA3-531C-434D-A7F3-90C7CA90EBAE}" type="presParOf" srcId="{1A69D39B-3FB3-4FEC-AE25-11F305E31262}" destId="{8765F413-FB6B-41BD-8203-101D690AC514}" srcOrd="1" destOrd="0" presId="urn:microsoft.com/office/officeart/2018/2/layout/IconLabelList"/>
    <dgm:cxn modelId="{5BE359A9-D370-48B3-9808-215B452FF486}" type="presParOf" srcId="{1A69D39B-3FB3-4FEC-AE25-11F305E31262}" destId="{358EB753-74F9-469F-9F89-5E3C8584E730}" srcOrd="2" destOrd="0" presId="urn:microsoft.com/office/officeart/2018/2/layout/IconLabelList"/>
    <dgm:cxn modelId="{F75B0BE2-995C-4397-A279-8927988202D1}" type="presParOf" srcId="{0341009D-3CD1-4B9D-9664-DB3136BC669C}" destId="{7953D0B8-AAC8-4735-9B6F-276F22AA415B}" srcOrd="3" destOrd="0" presId="urn:microsoft.com/office/officeart/2018/2/layout/IconLabelList"/>
    <dgm:cxn modelId="{84CA8183-7AF3-4DFC-8F28-A4BF4FF23AE9}" type="presParOf" srcId="{0341009D-3CD1-4B9D-9664-DB3136BC669C}" destId="{287F0587-8ABD-4E6C-8D2B-BB751A4F2444}" srcOrd="4" destOrd="0" presId="urn:microsoft.com/office/officeart/2018/2/layout/IconLabelList"/>
    <dgm:cxn modelId="{E1FC4BBE-ED6B-4EB3-B0CA-00D6CF048E10}" type="presParOf" srcId="{287F0587-8ABD-4E6C-8D2B-BB751A4F2444}" destId="{6021F16B-44E8-4D4D-9521-B60C7C34DE49}" srcOrd="0" destOrd="0" presId="urn:microsoft.com/office/officeart/2018/2/layout/IconLabelList"/>
    <dgm:cxn modelId="{6BE42FBE-EE0C-4BA2-A3AA-9DBB28CB5996}" type="presParOf" srcId="{287F0587-8ABD-4E6C-8D2B-BB751A4F2444}" destId="{00ED2EA3-0E94-484E-8444-8D92CF335AC9}" srcOrd="1" destOrd="0" presId="urn:microsoft.com/office/officeart/2018/2/layout/IconLabelList"/>
    <dgm:cxn modelId="{E8D8E45E-DB61-4350-BD2D-38D7FBD3B34C}" type="presParOf" srcId="{287F0587-8ABD-4E6C-8D2B-BB751A4F2444}" destId="{CAE3640B-2FE8-400B-9C0D-394941BFAD25}" srcOrd="2" destOrd="0" presId="urn:microsoft.com/office/officeart/2018/2/layout/IconLabelList"/>
    <dgm:cxn modelId="{862B712E-EE50-4F2D-86C4-E5C69B8D626A}" type="presParOf" srcId="{0341009D-3CD1-4B9D-9664-DB3136BC669C}" destId="{29AEBD51-EBF0-4571-8A6A-90A9F8CE3046}" srcOrd="5" destOrd="0" presId="urn:microsoft.com/office/officeart/2018/2/layout/IconLabelList"/>
    <dgm:cxn modelId="{C01FFB4F-553C-4239-806B-B2D50AF2AB0D}" type="presParOf" srcId="{0341009D-3CD1-4B9D-9664-DB3136BC669C}" destId="{E1F4FC6C-C392-4930-82A7-8E4EE15913BD}" srcOrd="6" destOrd="0" presId="urn:microsoft.com/office/officeart/2018/2/layout/IconLabelList"/>
    <dgm:cxn modelId="{D8CD08AC-5298-461C-ACD1-483FC5F8FC79}" type="presParOf" srcId="{E1F4FC6C-C392-4930-82A7-8E4EE15913BD}" destId="{057CFDE6-CCB6-4DC3-9266-13E6265AA8DC}" srcOrd="0" destOrd="0" presId="urn:microsoft.com/office/officeart/2018/2/layout/IconLabelList"/>
    <dgm:cxn modelId="{4BED2229-D5A5-457E-A221-D4F63A80DFE1}" type="presParOf" srcId="{E1F4FC6C-C392-4930-82A7-8E4EE15913BD}" destId="{BA50AD16-A69C-421E-92F2-FF33F70F4535}" srcOrd="1" destOrd="0" presId="urn:microsoft.com/office/officeart/2018/2/layout/IconLabelList"/>
    <dgm:cxn modelId="{80EA6749-088F-46AB-A3B4-751999829F44}" type="presParOf" srcId="{E1F4FC6C-C392-4930-82A7-8E4EE15913BD}" destId="{50B2F6F1-A6E7-464B-9102-F34388CC0297}" srcOrd="2" destOrd="0" presId="urn:microsoft.com/office/officeart/2018/2/layout/IconLabelList"/>
    <dgm:cxn modelId="{4016422D-AB6A-4FF6-AC9E-6787A635A251}" type="presParOf" srcId="{0341009D-3CD1-4B9D-9664-DB3136BC669C}" destId="{5807AD97-AFA4-4D2E-8CE1-7EB4688342A1}" srcOrd="7" destOrd="0" presId="urn:microsoft.com/office/officeart/2018/2/layout/IconLabelList"/>
    <dgm:cxn modelId="{F4A2DA85-FE8B-4325-932A-888BEBFA41FE}" type="presParOf" srcId="{0341009D-3CD1-4B9D-9664-DB3136BC669C}" destId="{11194ECC-4932-4BF3-85D9-6D1DECDBD391}" srcOrd="8" destOrd="0" presId="urn:microsoft.com/office/officeart/2018/2/layout/IconLabelList"/>
    <dgm:cxn modelId="{6911591D-7E57-4330-902F-6E1871CA241E}" type="presParOf" srcId="{11194ECC-4932-4BF3-85D9-6D1DECDBD391}" destId="{96ED6900-CD7D-40FB-B6D7-A2AFE88EDDB4}" srcOrd="0" destOrd="0" presId="urn:microsoft.com/office/officeart/2018/2/layout/IconLabelList"/>
    <dgm:cxn modelId="{636859C1-3AB5-4C59-82F2-86782F6CAD58}" type="presParOf" srcId="{11194ECC-4932-4BF3-85D9-6D1DECDBD391}" destId="{EC3C115E-B096-43D1-B25A-5C42CF47B61A}" srcOrd="1" destOrd="0" presId="urn:microsoft.com/office/officeart/2018/2/layout/IconLabelList"/>
    <dgm:cxn modelId="{AF7297E9-1261-49D7-B6D0-8C35ED2E4D85}" type="presParOf" srcId="{11194ECC-4932-4BF3-85D9-6D1DECDBD391}" destId="{3CFEA401-866D-4EEA-9501-528D1A1784F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B4D1E6-A7F9-424A-879F-C8A49000889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0C76454-7EE6-4E78-83AF-E67F42F61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Built a Streamlit web app to make resume uploading and skill matching easy for non-technical users</a:t>
          </a:r>
          <a:endParaRPr lang="en-US"/>
        </a:p>
      </dgm:t>
    </dgm:pt>
    <dgm:pt modelId="{A5466416-93FB-4477-A951-83C429473509}" type="parTrans" cxnId="{872EFB9E-0463-48B2-9A52-EA57F3D6C348}">
      <dgm:prSet/>
      <dgm:spPr/>
      <dgm:t>
        <a:bodyPr/>
        <a:lstStyle/>
        <a:p>
          <a:endParaRPr lang="en-US"/>
        </a:p>
      </dgm:t>
    </dgm:pt>
    <dgm:pt modelId="{3AA8E038-2ACB-4812-AA0C-E8B2CA0267E8}" type="sibTrans" cxnId="{872EFB9E-0463-48B2-9A52-EA57F3D6C34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8DD05F-62DB-4680-A3E0-8336AB40DA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Filter option to choose from skills or from Job title</a:t>
          </a:r>
          <a:endParaRPr lang="en-US"/>
        </a:p>
      </dgm:t>
    </dgm:pt>
    <dgm:pt modelId="{DA74C995-894D-43A2-98B7-54C467DEB165}" type="parTrans" cxnId="{258AE41A-C9B2-4E02-B245-AF17DA0208E9}">
      <dgm:prSet/>
      <dgm:spPr/>
      <dgm:t>
        <a:bodyPr/>
        <a:lstStyle/>
        <a:p>
          <a:endParaRPr lang="en-US"/>
        </a:p>
      </dgm:t>
    </dgm:pt>
    <dgm:pt modelId="{42737BFF-767E-4BE3-9D9C-19A9FAFBEAB4}" type="sibTrans" cxnId="{258AE41A-C9B2-4E02-B245-AF17DA0208E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D0E79F-8671-4829-8B53-689D05473C9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Provided instant feedback on skill match scores and missing skills</a:t>
          </a:r>
          <a:endParaRPr lang="en-US"/>
        </a:p>
      </dgm:t>
    </dgm:pt>
    <dgm:pt modelId="{D7EF5189-1385-48EC-A6C2-8C54840152AA}" type="parTrans" cxnId="{4AED3E58-CAFA-4815-A805-79474D1E9236}">
      <dgm:prSet/>
      <dgm:spPr/>
      <dgm:t>
        <a:bodyPr/>
        <a:lstStyle/>
        <a:p>
          <a:endParaRPr lang="en-US"/>
        </a:p>
      </dgm:t>
    </dgm:pt>
    <dgm:pt modelId="{FBD1D11C-7A69-45DF-9A6F-B02EE8ADE5CE}" type="sibTrans" cxnId="{4AED3E58-CAFA-4815-A805-79474D1E923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269A214-F989-4FF7-AAAF-5FE3D692ABE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Displayed parsed resume content in a clean, readable layout</a:t>
          </a:r>
          <a:endParaRPr lang="en-US"/>
        </a:p>
      </dgm:t>
    </dgm:pt>
    <dgm:pt modelId="{5F89060A-9BA7-4622-B788-5FB26AE2238A}" type="parTrans" cxnId="{064CF1B5-9E8A-4B4E-A6C3-24B13A72BBCD}">
      <dgm:prSet/>
      <dgm:spPr/>
      <dgm:t>
        <a:bodyPr/>
        <a:lstStyle/>
        <a:p>
          <a:endParaRPr lang="en-US"/>
        </a:p>
      </dgm:t>
    </dgm:pt>
    <dgm:pt modelId="{FC9B91A9-ACE5-414E-B166-235AC26AB745}" type="sibTrans" cxnId="{064CF1B5-9E8A-4B4E-A6C3-24B13A72BBC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876E801-4B0A-4277-B2FB-3E61B2A719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Designed with a responsive, minimal UI for fast performance and mobile accessibility</a:t>
          </a:r>
          <a:endParaRPr lang="en-US"/>
        </a:p>
      </dgm:t>
    </dgm:pt>
    <dgm:pt modelId="{34253C17-1C57-4A89-8D42-7E6D2E31E08F}" type="parTrans" cxnId="{13482574-F128-4ACE-9D9A-D1F320B67AE4}">
      <dgm:prSet/>
      <dgm:spPr/>
      <dgm:t>
        <a:bodyPr/>
        <a:lstStyle/>
        <a:p>
          <a:endParaRPr lang="en-US"/>
        </a:p>
      </dgm:t>
    </dgm:pt>
    <dgm:pt modelId="{1D74D389-7534-4909-B57F-55F152C89C43}" type="sibTrans" cxnId="{13482574-F128-4ACE-9D9A-D1F320B67AE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37CEF80-4BEE-4308-82A0-B3BA044C42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0" baseline="0"/>
            <a:t>Integrated with backend database to log and track uploads for audit and reporting</a:t>
          </a:r>
          <a:endParaRPr lang="en-US"/>
        </a:p>
      </dgm:t>
    </dgm:pt>
    <dgm:pt modelId="{2F7C472A-52F3-40E0-B28B-D3F52972153A}" type="parTrans" cxnId="{EECAD254-0696-4A2B-8E35-A241A56DE3FA}">
      <dgm:prSet/>
      <dgm:spPr/>
      <dgm:t>
        <a:bodyPr/>
        <a:lstStyle/>
        <a:p>
          <a:endParaRPr lang="en-US"/>
        </a:p>
      </dgm:t>
    </dgm:pt>
    <dgm:pt modelId="{9719C8EF-4702-4FD6-8729-3E6D780EABE3}" type="sibTrans" cxnId="{EECAD254-0696-4A2B-8E35-A241A56DE3FA}">
      <dgm:prSet/>
      <dgm:spPr/>
      <dgm:t>
        <a:bodyPr/>
        <a:lstStyle/>
        <a:p>
          <a:endParaRPr lang="en-US"/>
        </a:p>
      </dgm:t>
    </dgm:pt>
    <dgm:pt modelId="{EDB3CD25-C2C8-4AE8-897A-78246E785858}" type="pres">
      <dgm:prSet presAssocID="{7AB4D1E6-A7F9-424A-879F-C8A49000889E}" presName="root" presStyleCnt="0">
        <dgm:presLayoutVars>
          <dgm:dir/>
          <dgm:resizeHandles val="exact"/>
        </dgm:presLayoutVars>
      </dgm:prSet>
      <dgm:spPr/>
    </dgm:pt>
    <dgm:pt modelId="{128EA1EC-5A3C-4A8D-91DE-755F83549B5A}" type="pres">
      <dgm:prSet presAssocID="{B0C76454-7EE6-4E78-83AF-E67F42F61F2B}" presName="compNode" presStyleCnt="0"/>
      <dgm:spPr/>
    </dgm:pt>
    <dgm:pt modelId="{5E53C4BC-4AE5-42DF-AB8F-7DA15B0F3C0E}" type="pres">
      <dgm:prSet presAssocID="{B0C76454-7EE6-4E78-83AF-E67F42F61F2B}" presName="bgRect" presStyleLbl="bgShp" presStyleIdx="0" presStyleCnt="6"/>
      <dgm:spPr/>
    </dgm:pt>
    <dgm:pt modelId="{F333F998-E299-4059-AA9A-34A095E191F9}" type="pres">
      <dgm:prSet presAssocID="{B0C76454-7EE6-4E78-83AF-E67F42F61F2B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00228D01-14B9-4A13-89AA-4F6908C29B37}" type="pres">
      <dgm:prSet presAssocID="{B0C76454-7EE6-4E78-83AF-E67F42F61F2B}" presName="spaceRect" presStyleCnt="0"/>
      <dgm:spPr/>
    </dgm:pt>
    <dgm:pt modelId="{C17A992A-F5E6-448C-80F6-FC19EDB9028B}" type="pres">
      <dgm:prSet presAssocID="{B0C76454-7EE6-4E78-83AF-E67F42F61F2B}" presName="parTx" presStyleLbl="revTx" presStyleIdx="0" presStyleCnt="6">
        <dgm:presLayoutVars>
          <dgm:chMax val="0"/>
          <dgm:chPref val="0"/>
        </dgm:presLayoutVars>
      </dgm:prSet>
      <dgm:spPr/>
    </dgm:pt>
    <dgm:pt modelId="{87FDC128-36CA-4502-BAAD-7DCF604B01E8}" type="pres">
      <dgm:prSet presAssocID="{3AA8E038-2ACB-4812-AA0C-E8B2CA0267E8}" presName="sibTrans" presStyleCnt="0"/>
      <dgm:spPr/>
    </dgm:pt>
    <dgm:pt modelId="{8A2488D2-861B-421D-BE95-457F815CF925}" type="pres">
      <dgm:prSet presAssocID="{528DD05F-62DB-4680-A3E0-8336AB40DAD9}" presName="compNode" presStyleCnt="0"/>
      <dgm:spPr/>
    </dgm:pt>
    <dgm:pt modelId="{E3E9755F-F3B2-4323-8A39-5CACCFA17F73}" type="pres">
      <dgm:prSet presAssocID="{528DD05F-62DB-4680-A3E0-8336AB40DAD9}" presName="bgRect" presStyleLbl="bgShp" presStyleIdx="1" presStyleCnt="6" custLinFactNeighborY="1840"/>
      <dgm:spPr/>
    </dgm:pt>
    <dgm:pt modelId="{DCC0A41B-D5A6-4FF1-A76E-DB4ECF92B3BC}" type="pres">
      <dgm:prSet presAssocID="{528DD05F-62DB-4680-A3E0-8336AB40DAD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raser"/>
        </a:ext>
      </dgm:extLst>
    </dgm:pt>
    <dgm:pt modelId="{74AE32F7-EE63-4DD1-AFA7-ADDAB10325E7}" type="pres">
      <dgm:prSet presAssocID="{528DD05F-62DB-4680-A3E0-8336AB40DAD9}" presName="spaceRect" presStyleCnt="0"/>
      <dgm:spPr/>
    </dgm:pt>
    <dgm:pt modelId="{F2C56A50-ABC0-48A6-B7E8-5F24122B54DD}" type="pres">
      <dgm:prSet presAssocID="{528DD05F-62DB-4680-A3E0-8336AB40DAD9}" presName="parTx" presStyleLbl="revTx" presStyleIdx="1" presStyleCnt="6">
        <dgm:presLayoutVars>
          <dgm:chMax val="0"/>
          <dgm:chPref val="0"/>
        </dgm:presLayoutVars>
      </dgm:prSet>
      <dgm:spPr/>
    </dgm:pt>
    <dgm:pt modelId="{05880A34-AB62-4414-BF5E-47F7CD4A7E9C}" type="pres">
      <dgm:prSet presAssocID="{42737BFF-767E-4BE3-9D9C-19A9FAFBEAB4}" presName="sibTrans" presStyleCnt="0"/>
      <dgm:spPr/>
    </dgm:pt>
    <dgm:pt modelId="{D9260625-1E88-4D51-9D62-F5160FCE5279}" type="pres">
      <dgm:prSet presAssocID="{E2D0E79F-8671-4829-8B53-689D05473C96}" presName="compNode" presStyleCnt="0"/>
      <dgm:spPr/>
    </dgm:pt>
    <dgm:pt modelId="{95A1C717-FD86-481E-B58B-8CE248A27F33}" type="pres">
      <dgm:prSet presAssocID="{E2D0E79F-8671-4829-8B53-689D05473C96}" presName="bgRect" presStyleLbl="bgShp" presStyleIdx="2" presStyleCnt="6"/>
      <dgm:spPr/>
    </dgm:pt>
    <dgm:pt modelId="{1B77C35F-AD9E-4CE6-AE3A-D9CC91DB2375}" type="pres">
      <dgm:prSet presAssocID="{E2D0E79F-8671-4829-8B53-689D05473C9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EF28E29-05F9-4200-B102-CC085478130A}" type="pres">
      <dgm:prSet presAssocID="{E2D0E79F-8671-4829-8B53-689D05473C96}" presName="spaceRect" presStyleCnt="0"/>
      <dgm:spPr/>
    </dgm:pt>
    <dgm:pt modelId="{F8DC6B14-B57E-4B28-AC3D-28D91D532030}" type="pres">
      <dgm:prSet presAssocID="{E2D0E79F-8671-4829-8B53-689D05473C96}" presName="parTx" presStyleLbl="revTx" presStyleIdx="2" presStyleCnt="6">
        <dgm:presLayoutVars>
          <dgm:chMax val="0"/>
          <dgm:chPref val="0"/>
        </dgm:presLayoutVars>
      </dgm:prSet>
      <dgm:spPr/>
    </dgm:pt>
    <dgm:pt modelId="{D5BC9D58-0005-4057-82F4-6A7EE5774475}" type="pres">
      <dgm:prSet presAssocID="{FBD1D11C-7A69-45DF-9A6F-B02EE8ADE5CE}" presName="sibTrans" presStyleCnt="0"/>
      <dgm:spPr/>
    </dgm:pt>
    <dgm:pt modelId="{FDFD6F98-20F6-4B36-9E6D-A2C1FDD09FA6}" type="pres">
      <dgm:prSet presAssocID="{7269A214-F989-4FF7-AAAF-5FE3D692ABEC}" presName="compNode" presStyleCnt="0"/>
      <dgm:spPr/>
    </dgm:pt>
    <dgm:pt modelId="{F362C50C-203A-4C78-A0AB-60B25DDDF8EF}" type="pres">
      <dgm:prSet presAssocID="{7269A214-F989-4FF7-AAAF-5FE3D692ABEC}" presName="bgRect" presStyleLbl="bgShp" presStyleIdx="3" presStyleCnt="6"/>
      <dgm:spPr/>
    </dgm:pt>
    <dgm:pt modelId="{93F4F870-70A4-4BB1-8053-728ECD2B5DBC}" type="pres">
      <dgm:prSet presAssocID="{7269A214-F989-4FF7-AAAF-5FE3D692ABEC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0EE9A6F-A879-4B50-8BD4-E67A1A3946F4}" type="pres">
      <dgm:prSet presAssocID="{7269A214-F989-4FF7-AAAF-5FE3D692ABEC}" presName="spaceRect" presStyleCnt="0"/>
      <dgm:spPr/>
    </dgm:pt>
    <dgm:pt modelId="{574DE6D0-F3EA-4015-8655-935A98786EBC}" type="pres">
      <dgm:prSet presAssocID="{7269A214-F989-4FF7-AAAF-5FE3D692ABEC}" presName="parTx" presStyleLbl="revTx" presStyleIdx="3" presStyleCnt="6">
        <dgm:presLayoutVars>
          <dgm:chMax val="0"/>
          <dgm:chPref val="0"/>
        </dgm:presLayoutVars>
      </dgm:prSet>
      <dgm:spPr/>
    </dgm:pt>
    <dgm:pt modelId="{1C62FD80-9EE0-4DC0-B2FC-F91CD9FCE81C}" type="pres">
      <dgm:prSet presAssocID="{FC9B91A9-ACE5-414E-B166-235AC26AB745}" presName="sibTrans" presStyleCnt="0"/>
      <dgm:spPr/>
    </dgm:pt>
    <dgm:pt modelId="{9BE45CE0-D148-4EF6-9AA2-DCB07DD6B66A}" type="pres">
      <dgm:prSet presAssocID="{6876E801-4B0A-4277-B2FB-3E61B2A71971}" presName="compNode" presStyleCnt="0"/>
      <dgm:spPr/>
    </dgm:pt>
    <dgm:pt modelId="{8CED10F1-CD33-4B32-AED3-0545B499067F}" type="pres">
      <dgm:prSet presAssocID="{6876E801-4B0A-4277-B2FB-3E61B2A71971}" presName="bgRect" presStyleLbl="bgShp" presStyleIdx="4" presStyleCnt="6"/>
      <dgm:spPr/>
    </dgm:pt>
    <dgm:pt modelId="{851ED39E-CE96-4B3C-84CA-1D294D39EEF8}" type="pres">
      <dgm:prSet presAssocID="{6876E801-4B0A-4277-B2FB-3E61B2A71971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038A92D-D8E8-4D53-8EA8-F938D5F9C229}" type="pres">
      <dgm:prSet presAssocID="{6876E801-4B0A-4277-B2FB-3E61B2A71971}" presName="spaceRect" presStyleCnt="0"/>
      <dgm:spPr/>
    </dgm:pt>
    <dgm:pt modelId="{50C812AB-95E2-4410-8EA3-22A41D711705}" type="pres">
      <dgm:prSet presAssocID="{6876E801-4B0A-4277-B2FB-3E61B2A71971}" presName="parTx" presStyleLbl="revTx" presStyleIdx="4" presStyleCnt="6">
        <dgm:presLayoutVars>
          <dgm:chMax val="0"/>
          <dgm:chPref val="0"/>
        </dgm:presLayoutVars>
      </dgm:prSet>
      <dgm:spPr/>
    </dgm:pt>
    <dgm:pt modelId="{36BEDC83-10CD-496F-BF43-599F267DC0FC}" type="pres">
      <dgm:prSet presAssocID="{1D74D389-7534-4909-B57F-55F152C89C43}" presName="sibTrans" presStyleCnt="0"/>
      <dgm:spPr/>
    </dgm:pt>
    <dgm:pt modelId="{FF1D7034-DCD5-4374-A6F8-5D54F9874DFC}" type="pres">
      <dgm:prSet presAssocID="{537CEF80-4BEE-4308-82A0-B3BA044C4230}" presName="compNode" presStyleCnt="0"/>
      <dgm:spPr/>
    </dgm:pt>
    <dgm:pt modelId="{9F3D53D3-C000-4828-B520-1737C238CED6}" type="pres">
      <dgm:prSet presAssocID="{537CEF80-4BEE-4308-82A0-B3BA044C4230}" presName="bgRect" presStyleLbl="bgShp" presStyleIdx="5" presStyleCnt="6"/>
      <dgm:spPr/>
    </dgm:pt>
    <dgm:pt modelId="{84DB828B-76D9-4ED2-99D6-D2ABFA4A248F}" type="pres">
      <dgm:prSet presAssocID="{537CEF80-4BEE-4308-82A0-B3BA044C423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AC2398-5F00-4D27-B8C2-399E55C896C2}" type="pres">
      <dgm:prSet presAssocID="{537CEF80-4BEE-4308-82A0-B3BA044C4230}" presName="spaceRect" presStyleCnt="0"/>
      <dgm:spPr/>
    </dgm:pt>
    <dgm:pt modelId="{9F949E01-928B-4A42-BF66-419A61D0E3AF}" type="pres">
      <dgm:prSet presAssocID="{537CEF80-4BEE-4308-82A0-B3BA044C423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65574013-995D-4204-B21C-FF79B5F3F502}" type="presOf" srcId="{B0C76454-7EE6-4E78-83AF-E67F42F61F2B}" destId="{C17A992A-F5E6-448C-80F6-FC19EDB9028B}" srcOrd="0" destOrd="0" presId="urn:microsoft.com/office/officeart/2018/2/layout/IconVerticalSolidList"/>
    <dgm:cxn modelId="{258AE41A-C9B2-4E02-B245-AF17DA0208E9}" srcId="{7AB4D1E6-A7F9-424A-879F-C8A49000889E}" destId="{528DD05F-62DB-4680-A3E0-8336AB40DAD9}" srcOrd="1" destOrd="0" parTransId="{DA74C995-894D-43A2-98B7-54C467DEB165}" sibTransId="{42737BFF-767E-4BE3-9D9C-19A9FAFBEAB4}"/>
    <dgm:cxn modelId="{A9A43325-D3E7-4442-B73F-EEA44834A814}" type="presOf" srcId="{7269A214-F989-4FF7-AAAF-5FE3D692ABEC}" destId="{574DE6D0-F3EA-4015-8655-935A98786EBC}" srcOrd="0" destOrd="0" presId="urn:microsoft.com/office/officeart/2018/2/layout/IconVerticalSolidList"/>
    <dgm:cxn modelId="{13482574-F128-4ACE-9D9A-D1F320B67AE4}" srcId="{7AB4D1E6-A7F9-424A-879F-C8A49000889E}" destId="{6876E801-4B0A-4277-B2FB-3E61B2A71971}" srcOrd="4" destOrd="0" parTransId="{34253C17-1C57-4A89-8D42-7E6D2E31E08F}" sibTransId="{1D74D389-7534-4909-B57F-55F152C89C43}"/>
    <dgm:cxn modelId="{EECAD254-0696-4A2B-8E35-A241A56DE3FA}" srcId="{7AB4D1E6-A7F9-424A-879F-C8A49000889E}" destId="{537CEF80-4BEE-4308-82A0-B3BA044C4230}" srcOrd="5" destOrd="0" parTransId="{2F7C472A-52F3-40E0-B28B-D3F52972153A}" sibTransId="{9719C8EF-4702-4FD6-8729-3E6D780EABE3}"/>
    <dgm:cxn modelId="{4AED3E58-CAFA-4815-A805-79474D1E9236}" srcId="{7AB4D1E6-A7F9-424A-879F-C8A49000889E}" destId="{E2D0E79F-8671-4829-8B53-689D05473C96}" srcOrd="2" destOrd="0" parTransId="{D7EF5189-1385-48EC-A6C2-8C54840152AA}" sibTransId="{FBD1D11C-7A69-45DF-9A6F-B02EE8ADE5CE}"/>
    <dgm:cxn modelId="{872EFB9E-0463-48B2-9A52-EA57F3D6C348}" srcId="{7AB4D1E6-A7F9-424A-879F-C8A49000889E}" destId="{B0C76454-7EE6-4E78-83AF-E67F42F61F2B}" srcOrd="0" destOrd="0" parTransId="{A5466416-93FB-4477-A951-83C429473509}" sibTransId="{3AA8E038-2ACB-4812-AA0C-E8B2CA0267E8}"/>
    <dgm:cxn modelId="{BE275FAC-7EB4-47D3-8C80-ED64076C403A}" type="presOf" srcId="{7AB4D1E6-A7F9-424A-879F-C8A49000889E}" destId="{EDB3CD25-C2C8-4AE8-897A-78246E785858}" srcOrd="0" destOrd="0" presId="urn:microsoft.com/office/officeart/2018/2/layout/IconVerticalSolidList"/>
    <dgm:cxn modelId="{064CF1B5-9E8A-4B4E-A6C3-24B13A72BBCD}" srcId="{7AB4D1E6-A7F9-424A-879F-C8A49000889E}" destId="{7269A214-F989-4FF7-AAAF-5FE3D692ABEC}" srcOrd="3" destOrd="0" parTransId="{5F89060A-9BA7-4622-B788-5FB26AE2238A}" sibTransId="{FC9B91A9-ACE5-414E-B166-235AC26AB745}"/>
    <dgm:cxn modelId="{27A5AFBD-2A20-4C6F-980A-B20EA6CF06F1}" type="presOf" srcId="{E2D0E79F-8671-4829-8B53-689D05473C96}" destId="{F8DC6B14-B57E-4B28-AC3D-28D91D532030}" srcOrd="0" destOrd="0" presId="urn:microsoft.com/office/officeart/2018/2/layout/IconVerticalSolidList"/>
    <dgm:cxn modelId="{60E7F9D3-ACB4-401E-BED9-9FC2CFCD37BB}" type="presOf" srcId="{537CEF80-4BEE-4308-82A0-B3BA044C4230}" destId="{9F949E01-928B-4A42-BF66-419A61D0E3AF}" srcOrd="0" destOrd="0" presId="urn:microsoft.com/office/officeart/2018/2/layout/IconVerticalSolidList"/>
    <dgm:cxn modelId="{412FC9EF-B208-410C-ADA5-DEC37D1F7CEB}" type="presOf" srcId="{528DD05F-62DB-4680-A3E0-8336AB40DAD9}" destId="{F2C56A50-ABC0-48A6-B7E8-5F24122B54DD}" srcOrd="0" destOrd="0" presId="urn:microsoft.com/office/officeart/2018/2/layout/IconVerticalSolidList"/>
    <dgm:cxn modelId="{27C108FC-18D1-4C7E-9133-0D437FE8E3CA}" type="presOf" srcId="{6876E801-4B0A-4277-B2FB-3E61B2A71971}" destId="{50C812AB-95E2-4410-8EA3-22A41D711705}" srcOrd="0" destOrd="0" presId="urn:microsoft.com/office/officeart/2018/2/layout/IconVerticalSolidList"/>
    <dgm:cxn modelId="{18BA7B95-D124-4EEA-BA56-1D25C9BA094D}" type="presParOf" srcId="{EDB3CD25-C2C8-4AE8-897A-78246E785858}" destId="{128EA1EC-5A3C-4A8D-91DE-755F83549B5A}" srcOrd="0" destOrd="0" presId="urn:microsoft.com/office/officeart/2018/2/layout/IconVerticalSolidList"/>
    <dgm:cxn modelId="{CEF7ACED-E984-4BCA-A8C5-8CEA515720C0}" type="presParOf" srcId="{128EA1EC-5A3C-4A8D-91DE-755F83549B5A}" destId="{5E53C4BC-4AE5-42DF-AB8F-7DA15B0F3C0E}" srcOrd="0" destOrd="0" presId="urn:microsoft.com/office/officeart/2018/2/layout/IconVerticalSolidList"/>
    <dgm:cxn modelId="{8193AE27-55FF-4BA1-A713-225FD2C03FD8}" type="presParOf" srcId="{128EA1EC-5A3C-4A8D-91DE-755F83549B5A}" destId="{F333F998-E299-4059-AA9A-34A095E191F9}" srcOrd="1" destOrd="0" presId="urn:microsoft.com/office/officeart/2018/2/layout/IconVerticalSolidList"/>
    <dgm:cxn modelId="{92305664-C944-47B0-A86F-B38ECDFDF078}" type="presParOf" srcId="{128EA1EC-5A3C-4A8D-91DE-755F83549B5A}" destId="{00228D01-14B9-4A13-89AA-4F6908C29B37}" srcOrd="2" destOrd="0" presId="urn:microsoft.com/office/officeart/2018/2/layout/IconVerticalSolidList"/>
    <dgm:cxn modelId="{715FF648-1D77-41CC-9662-232FC7C0F7E7}" type="presParOf" srcId="{128EA1EC-5A3C-4A8D-91DE-755F83549B5A}" destId="{C17A992A-F5E6-448C-80F6-FC19EDB9028B}" srcOrd="3" destOrd="0" presId="urn:microsoft.com/office/officeart/2018/2/layout/IconVerticalSolidList"/>
    <dgm:cxn modelId="{90FC79E7-35F1-4341-ACF9-AFD27825E044}" type="presParOf" srcId="{EDB3CD25-C2C8-4AE8-897A-78246E785858}" destId="{87FDC128-36CA-4502-BAAD-7DCF604B01E8}" srcOrd="1" destOrd="0" presId="urn:microsoft.com/office/officeart/2018/2/layout/IconVerticalSolidList"/>
    <dgm:cxn modelId="{45E2126F-0A0F-4821-813D-AF2AD3FAC9F8}" type="presParOf" srcId="{EDB3CD25-C2C8-4AE8-897A-78246E785858}" destId="{8A2488D2-861B-421D-BE95-457F815CF925}" srcOrd="2" destOrd="0" presId="urn:microsoft.com/office/officeart/2018/2/layout/IconVerticalSolidList"/>
    <dgm:cxn modelId="{97FCC9A5-6D17-4097-8711-5D8298D976B1}" type="presParOf" srcId="{8A2488D2-861B-421D-BE95-457F815CF925}" destId="{E3E9755F-F3B2-4323-8A39-5CACCFA17F73}" srcOrd="0" destOrd="0" presId="urn:microsoft.com/office/officeart/2018/2/layout/IconVerticalSolidList"/>
    <dgm:cxn modelId="{84A39D63-ABBF-4C93-B7C8-6159D07C9B2D}" type="presParOf" srcId="{8A2488D2-861B-421D-BE95-457F815CF925}" destId="{DCC0A41B-D5A6-4FF1-A76E-DB4ECF92B3BC}" srcOrd="1" destOrd="0" presId="urn:microsoft.com/office/officeart/2018/2/layout/IconVerticalSolidList"/>
    <dgm:cxn modelId="{19B1B6DF-238F-417B-BE26-E01A2F9A2A10}" type="presParOf" srcId="{8A2488D2-861B-421D-BE95-457F815CF925}" destId="{74AE32F7-EE63-4DD1-AFA7-ADDAB10325E7}" srcOrd="2" destOrd="0" presId="urn:microsoft.com/office/officeart/2018/2/layout/IconVerticalSolidList"/>
    <dgm:cxn modelId="{A68AD5F3-FE2F-4CD7-AB44-C605E0307FCE}" type="presParOf" srcId="{8A2488D2-861B-421D-BE95-457F815CF925}" destId="{F2C56A50-ABC0-48A6-B7E8-5F24122B54DD}" srcOrd="3" destOrd="0" presId="urn:microsoft.com/office/officeart/2018/2/layout/IconVerticalSolidList"/>
    <dgm:cxn modelId="{D3F64979-5005-4CF6-81A5-22F040C4A483}" type="presParOf" srcId="{EDB3CD25-C2C8-4AE8-897A-78246E785858}" destId="{05880A34-AB62-4414-BF5E-47F7CD4A7E9C}" srcOrd="3" destOrd="0" presId="urn:microsoft.com/office/officeart/2018/2/layout/IconVerticalSolidList"/>
    <dgm:cxn modelId="{31B4B382-F972-43B9-A3B9-E36A65E003B4}" type="presParOf" srcId="{EDB3CD25-C2C8-4AE8-897A-78246E785858}" destId="{D9260625-1E88-4D51-9D62-F5160FCE5279}" srcOrd="4" destOrd="0" presId="urn:microsoft.com/office/officeart/2018/2/layout/IconVerticalSolidList"/>
    <dgm:cxn modelId="{48CC6648-6E6C-4633-81A2-5DE34B10AFAC}" type="presParOf" srcId="{D9260625-1E88-4D51-9D62-F5160FCE5279}" destId="{95A1C717-FD86-481E-B58B-8CE248A27F33}" srcOrd="0" destOrd="0" presId="urn:microsoft.com/office/officeart/2018/2/layout/IconVerticalSolidList"/>
    <dgm:cxn modelId="{DAE95366-8368-477F-8C29-DCFF4BAC0390}" type="presParOf" srcId="{D9260625-1E88-4D51-9D62-F5160FCE5279}" destId="{1B77C35F-AD9E-4CE6-AE3A-D9CC91DB2375}" srcOrd="1" destOrd="0" presId="urn:microsoft.com/office/officeart/2018/2/layout/IconVerticalSolidList"/>
    <dgm:cxn modelId="{963D6907-0AB8-4FC8-ABDD-2CE26EFC9D58}" type="presParOf" srcId="{D9260625-1E88-4D51-9D62-F5160FCE5279}" destId="{6EF28E29-05F9-4200-B102-CC085478130A}" srcOrd="2" destOrd="0" presId="urn:microsoft.com/office/officeart/2018/2/layout/IconVerticalSolidList"/>
    <dgm:cxn modelId="{CFE27800-6440-4CD9-913C-3A720E696633}" type="presParOf" srcId="{D9260625-1E88-4D51-9D62-F5160FCE5279}" destId="{F8DC6B14-B57E-4B28-AC3D-28D91D532030}" srcOrd="3" destOrd="0" presId="urn:microsoft.com/office/officeart/2018/2/layout/IconVerticalSolidList"/>
    <dgm:cxn modelId="{9FD86904-3CD0-4AC8-89D0-643669566625}" type="presParOf" srcId="{EDB3CD25-C2C8-4AE8-897A-78246E785858}" destId="{D5BC9D58-0005-4057-82F4-6A7EE5774475}" srcOrd="5" destOrd="0" presId="urn:microsoft.com/office/officeart/2018/2/layout/IconVerticalSolidList"/>
    <dgm:cxn modelId="{9883555D-B790-4E27-A757-B62B4FCC64A0}" type="presParOf" srcId="{EDB3CD25-C2C8-4AE8-897A-78246E785858}" destId="{FDFD6F98-20F6-4B36-9E6D-A2C1FDD09FA6}" srcOrd="6" destOrd="0" presId="urn:microsoft.com/office/officeart/2018/2/layout/IconVerticalSolidList"/>
    <dgm:cxn modelId="{B78D555D-3A3B-47BD-A258-098D31B38169}" type="presParOf" srcId="{FDFD6F98-20F6-4B36-9E6D-A2C1FDD09FA6}" destId="{F362C50C-203A-4C78-A0AB-60B25DDDF8EF}" srcOrd="0" destOrd="0" presId="urn:microsoft.com/office/officeart/2018/2/layout/IconVerticalSolidList"/>
    <dgm:cxn modelId="{4B9C3D84-4AEC-4CAD-B32D-E7D54F498654}" type="presParOf" srcId="{FDFD6F98-20F6-4B36-9E6D-A2C1FDD09FA6}" destId="{93F4F870-70A4-4BB1-8053-728ECD2B5DBC}" srcOrd="1" destOrd="0" presId="urn:microsoft.com/office/officeart/2018/2/layout/IconVerticalSolidList"/>
    <dgm:cxn modelId="{71FF5BA4-3BB9-4EBA-9B5C-444868C0354E}" type="presParOf" srcId="{FDFD6F98-20F6-4B36-9E6D-A2C1FDD09FA6}" destId="{80EE9A6F-A879-4B50-8BD4-E67A1A3946F4}" srcOrd="2" destOrd="0" presId="urn:microsoft.com/office/officeart/2018/2/layout/IconVerticalSolidList"/>
    <dgm:cxn modelId="{ECEAE885-DC81-4095-A3F4-9E3E536A5DD2}" type="presParOf" srcId="{FDFD6F98-20F6-4B36-9E6D-A2C1FDD09FA6}" destId="{574DE6D0-F3EA-4015-8655-935A98786EBC}" srcOrd="3" destOrd="0" presId="urn:microsoft.com/office/officeart/2018/2/layout/IconVerticalSolidList"/>
    <dgm:cxn modelId="{C66B6141-A86B-464E-947C-4665AF2E1AD7}" type="presParOf" srcId="{EDB3CD25-C2C8-4AE8-897A-78246E785858}" destId="{1C62FD80-9EE0-4DC0-B2FC-F91CD9FCE81C}" srcOrd="7" destOrd="0" presId="urn:microsoft.com/office/officeart/2018/2/layout/IconVerticalSolidList"/>
    <dgm:cxn modelId="{8CE372F3-35EB-41FB-9B74-66B1DD1D017D}" type="presParOf" srcId="{EDB3CD25-C2C8-4AE8-897A-78246E785858}" destId="{9BE45CE0-D148-4EF6-9AA2-DCB07DD6B66A}" srcOrd="8" destOrd="0" presId="urn:microsoft.com/office/officeart/2018/2/layout/IconVerticalSolidList"/>
    <dgm:cxn modelId="{7222C4F8-6381-4479-A71E-2A1A60B4BA97}" type="presParOf" srcId="{9BE45CE0-D148-4EF6-9AA2-DCB07DD6B66A}" destId="{8CED10F1-CD33-4B32-AED3-0545B499067F}" srcOrd="0" destOrd="0" presId="urn:microsoft.com/office/officeart/2018/2/layout/IconVerticalSolidList"/>
    <dgm:cxn modelId="{63AC3F2F-76F3-49D5-866B-9CE4DEB0FB4B}" type="presParOf" srcId="{9BE45CE0-D148-4EF6-9AA2-DCB07DD6B66A}" destId="{851ED39E-CE96-4B3C-84CA-1D294D39EEF8}" srcOrd="1" destOrd="0" presId="urn:microsoft.com/office/officeart/2018/2/layout/IconVerticalSolidList"/>
    <dgm:cxn modelId="{2CED0501-96F2-4EBB-A28A-1BB7E0C3A958}" type="presParOf" srcId="{9BE45CE0-D148-4EF6-9AA2-DCB07DD6B66A}" destId="{8038A92D-D8E8-4D53-8EA8-F938D5F9C229}" srcOrd="2" destOrd="0" presId="urn:microsoft.com/office/officeart/2018/2/layout/IconVerticalSolidList"/>
    <dgm:cxn modelId="{52F44A4B-4D5E-460F-88A9-04C5E4AF9C90}" type="presParOf" srcId="{9BE45CE0-D148-4EF6-9AA2-DCB07DD6B66A}" destId="{50C812AB-95E2-4410-8EA3-22A41D711705}" srcOrd="3" destOrd="0" presId="urn:microsoft.com/office/officeart/2018/2/layout/IconVerticalSolidList"/>
    <dgm:cxn modelId="{8F187327-39BF-4D93-9D63-318962E7BF91}" type="presParOf" srcId="{EDB3CD25-C2C8-4AE8-897A-78246E785858}" destId="{36BEDC83-10CD-496F-BF43-599F267DC0FC}" srcOrd="9" destOrd="0" presId="urn:microsoft.com/office/officeart/2018/2/layout/IconVerticalSolidList"/>
    <dgm:cxn modelId="{D38D1698-846D-4974-8D1B-C3F97751E273}" type="presParOf" srcId="{EDB3CD25-C2C8-4AE8-897A-78246E785858}" destId="{FF1D7034-DCD5-4374-A6F8-5D54F9874DFC}" srcOrd="10" destOrd="0" presId="urn:microsoft.com/office/officeart/2018/2/layout/IconVerticalSolidList"/>
    <dgm:cxn modelId="{B6553DBC-AAFD-475B-9A5E-BD1A964D7206}" type="presParOf" srcId="{FF1D7034-DCD5-4374-A6F8-5D54F9874DFC}" destId="{9F3D53D3-C000-4828-B520-1737C238CED6}" srcOrd="0" destOrd="0" presId="urn:microsoft.com/office/officeart/2018/2/layout/IconVerticalSolidList"/>
    <dgm:cxn modelId="{F7F5D300-78A6-48CA-81F1-848C4DA25BC5}" type="presParOf" srcId="{FF1D7034-DCD5-4374-A6F8-5D54F9874DFC}" destId="{84DB828B-76D9-4ED2-99D6-D2ABFA4A248F}" srcOrd="1" destOrd="0" presId="urn:microsoft.com/office/officeart/2018/2/layout/IconVerticalSolidList"/>
    <dgm:cxn modelId="{BC1BB8AC-CBE3-46B2-8E7D-366AFC70DF7F}" type="presParOf" srcId="{FF1D7034-DCD5-4374-A6F8-5D54F9874DFC}" destId="{C7AC2398-5F00-4D27-B8C2-399E55C896C2}" srcOrd="2" destOrd="0" presId="urn:microsoft.com/office/officeart/2018/2/layout/IconVerticalSolidList"/>
    <dgm:cxn modelId="{7962BFD7-5FC1-46FE-815D-437CC1E31AC7}" type="presParOf" srcId="{FF1D7034-DCD5-4374-A6F8-5D54F9874DFC}" destId="{9F949E01-928B-4A42-BF66-419A61D0E3A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8739A00-1AF3-46C5-ABEF-264D6EAF5B7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E9E56A41-CBCB-4604-94C0-E7E202752B5E}">
      <dgm:prSet custT="1"/>
      <dgm:spPr/>
      <dgm:t>
        <a:bodyPr/>
        <a:lstStyle/>
        <a:p>
          <a:r>
            <a:rPr lang="en-US" sz="1400" b="0" i="0" baseline="0">
              <a:latin typeface="Times New Roman"/>
              <a:cs typeface="Times New Roman"/>
            </a:rPr>
            <a:t>Used Python + Azure Translator API to translate key resume/job fields</a:t>
          </a:r>
          <a:endParaRPr lang="en-US" sz="1400" b="0">
            <a:latin typeface="Times New Roman"/>
            <a:cs typeface="Times New Roman"/>
          </a:endParaRPr>
        </a:p>
      </dgm:t>
    </dgm:pt>
    <dgm:pt modelId="{6585A6D1-1B1D-4644-9DF4-FEDC447943B1}" type="parTrans" cxnId="{D6A19937-E038-468C-84A9-59D272F29160}">
      <dgm:prSet/>
      <dgm:spPr/>
      <dgm:t>
        <a:bodyPr/>
        <a:lstStyle/>
        <a:p>
          <a:endParaRPr lang="en-US" sz="1400"/>
        </a:p>
      </dgm:t>
    </dgm:pt>
    <dgm:pt modelId="{09E1FEED-FF86-4C42-8F0C-D7D7D690FB13}" type="sibTrans" cxnId="{D6A19937-E038-468C-84A9-59D272F29160}">
      <dgm:prSet/>
      <dgm:spPr/>
      <dgm:t>
        <a:bodyPr/>
        <a:lstStyle/>
        <a:p>
          <a:endParaRPr lang="en-US" sz="1400"/>
        </a:p>
      </dgm:t>
    </dgm:pt>
    <dgm:pt modelId="{56C79D57-755C-4E5C-975A-A2996931F49A}">
      <dgm:prSet custT="1"/>
      <dgm:spPr/>
      <dgm:t>
        <a:bodyPr/>
        <a:lstStyle/>
        <a:p>
          <a:r>
            <a:rPr lang="en-US" sz="1400" b="0" i="0" baseline="0">
              <a:latin typeface="Times New Roman"/>
              <a:cs typeface="Times New Roman"/>
            </a:rPr>
            <a:t>Created dedicated columns (e.g., </a:t>
          </a:r>
          <a:r>
            <a:rPr lang="en-US" sz="1400" b="0" i="0" baseline="0" err="1">
              <a:latin typeface="Times New Roman"/>
              <a:cs typeface="Times New Roman"/>
            </a:rPr>
            <a:t>job_title_French</a:t>
          </a:r>
          <a:r>
            <a:rPr lang="en-US" sz="1400" b="0" i="0" baseline="0">
              <a:latin typeface="Times New Roman"/>
              <a:cs typeface="Times New Roman"/>
            </a:rPr>
            <a:t>, </a:t>
          </a:r>
          <a:r>
            <a:rPr lang="en-US" sz="1400" b="0" i="0" baseline="0" err="1">
              <a:latin typeface="Times New Roman"/>
              <a:cs typeface="Times New Roman"/>
            </a:rPr>
            <a:t>skills_French</a:t>
          </a:r>
          <a:r>
            <a:rPr lang="en-US" sz="1400" b="0" i="0" baseline="0">
              <a:latin typeface="Times New Roman"/>
              <a:cs typeface="Times New Roman"/>
            </a:rPr>
            <a:t>) in Azure SQL DB</a:t>
          </a:r>
          <a:endParaRPr lang="en-US" sz="1400" b="0">
            <a:latin typeface="Times New Roman"/>
            <a:cs typeface="Times New Roman"/>
          </a:endParaRPr>
        </a:p>
      </dgm:t>
    </dgm:pt>
    <dgm:pt modelId="{594ECE76-24C9-4F17-91D5-F8AF4E36BDC3}" type="parTrans" cxnId="{EE0C1DC8-587E-491B-A132-1BDF016970F3}">
      <dgm:prSet/>
      <dgm:spPr/>
      <dgm:t>
        <a:bodyPr/>
        <a:lstStyle/>
        <a:p>
          <a:endParaRPr lang="en-US" sz="1400"/>
        </a:p>
      </dgm:t>
    </dgm:pt>
    <dgm:pt modelId="{2C1C7354-261E-4FF8-897A-95E43375813D}" type="sibTrans" cxnId="{EE0C1DC8-587E-491B-A132-1BDF016970F3}">
      <dgm:prSet/>
      <dgm:spPr/>
      <dgm:t>
        <a:bodyPr/>
        <a:lstStyle/>
        <a:p>
          <a:endParaRPr lang="en-US" sz="1400"/>
        </a:p>
      </dgm:t>
    </dgm:pt>
    <dgm:pt modelId="{4C5D2E25-925B-426A-8E82-223661900794}">
      <dgm:prSet custT="1"/>
      <dgm:spPr/>
      <dgm:t>
        <a:bodyPr/>
        <a:lstStyle/>
        <a:p>
          <a:r>
            <a:rPr lang="en-US" sz="1400" b="0" i="0" baseline="0">
              <a:latin typeface="Times New Roman"/>
              <a:cs typeface="Times New Roman"/>
            </a:rPr>
            <a:t>Ensured Power BI reads from translated fields for localization</a:t>
          </a:r>
          <a:endParaRPr lang="en-US" sz="1400" b="0">
            <a:latin typeface="Times New Roman"/>
            <a:cs typeface="Times New Roman"/>
          </a:endParaRPr>
        </a:p>
      </dgm:t>
    </dgm:pt>
    <dgm:pt modelId="{A21CB303-C094-4B89-AA27-4D4E8F279B8E}" type="parTrans" cxnId="{055CCFC3-E1C8-4E92-925D-94B7CD45EFF0}">
      <dgm:prSet/>
      <dgm:spPr/>
      <dgm:t>
        <a:bodyPr/>
        <a:lstStyle/>
        <a:p>
          <a:endParaRPr lang="en-US" sz="1400"/>
        </a:p>
      </dgm:t>
    </dgm:pt>
    <dgm:pt modelId="{8DD37EA5-7232-45AF-88C0-6B111B5E9D5C}" type="sibTrans" cxnId="{055CCFC3-E1C8-4E92-925D-94B7CD45EFF0}">
      <dgm:prSet/>
      <dgm:spPr/>
      <dgm:t>
        <a:bodyPr/>
        <a:lstStyle/>
        <a:p>
          <a:endParaRPr lang="en-US" sz="1400"/>
        </a:p>
      </dgm:t>
    </dgm:pt>
    <dgm:pt modelId="{FD683639-E9FF-43E9-85AE-80466BC9FB9E}">
      <dgm:prSet custT="1"/>
      <dgm:spPr/>
      <dgm:t>
        <a:bodyPr/>
        <a:lstStyle/>
        <a:p>
          <a:r>
            <a:rPr lang="en-US" sz="1400" b="0" i="0" baseline="0">
              <a:latin typeface="Times New Roman"/>
              <a:cs typeface="Times New Roman"/>
            </a:rPr>
            <a:t>Enhanced recruiter accessibility for French-speaking users</a:t>
          </a:r>
          <a:endParaRPr lang="en-US" sz="1400" b="0">
            <a:latin typeface="Times New Roman"/>
            <a:cs typeface="Times New Roman"/>
          </a:endParaRPr>
        </a:p>
      </dgm:t>
    </dgm:pt>
    <dgm:pt modelId="{EAAD3214-1143-4DA4-985C-09C14006E2B1}" type="parTrans" cxnId="{ECD121F5-AFAF-4925-971C-AB059F0E2282}">
      <dgm:prSet/>
      <dgm:spPr/>
      <dgm:t>
        <a:bodyPr/>
        <a:lstStyle/>
        <a:p>
          <a:endParaRPr lang="en-US" sz="1400"/>
        </a:p>
      </dgm:t>
    </dgm:pt>
    <dgm:pt modelId="{98DBDB94-9C59-4AD6-BDAA-A765D428909E}" type="sibTrans" cxnId="{ECD121F5-AFAF-4925-971C-AB059F0E2282}">
      <dgm:prSet/>
      <dgm:spPr/>
      <dgm:t>
        <a:bodyPr/>
        <a:lstStyle/>
        <a:p>
          <a:endParaRPr lang="en-US" sz="1400"/>
        </a:p>
      </dgm:t>
    </dgm:pt>
    <dgm:pt modelId="{F8EEC85A-4299-4B78-86CD-21AEEE811D80}" type="pres">
      <dgm:prSet presAssocID="{08739A00-1AF3-46C5-ABEF-264D6EAF5B7C}" presName="vert0" presStyleCnt="0">
        <dgm:presLayoutVars>
          <dgm:dir/>
          <dgm:animOne val="branch"/>
          <dgm:animLvl val="lvl"/>
        </dgm:presLayoutVars>
      </dgm:prSet>
      <dgm:spPr/>
    </dgm:pt>
    <dgm:pt modelId="{971558F0-3BFF-4128-AA1F-A6A636465CDE}" type="pres">
      <dgm:prSet presAssocID="{E9E56A41-CBCB-4604-94C0-E7E202752B5E}" presName="thickLine" presStyleLbl="alignNode1" presStyleIdx="0" presStyleCnt="4"/>
      <dgm:spPr/>
    </dgm:pt>
    <dgm:pt modelId="{7D0B32B5-FFF1-4DD8-A592-E41D4FC1DC11}" type="pres">
      <dgm:prSet presAssocID="{E9E56A41-CBCB-4604-94C0-E7E202752B5E}" presName="horz1" presStyleCnt="0"/>
      <dgm:spPr/>
    </dgm:pt>
    <dgm:pt modelId="{BBD00F6F-75E9-4B4B-AA34-A5EA1E040BDC}" type="pres">
      <dgm:prSet presAssocID="{E9E56A41-CBCB-4604-94C0-E7E202752B5E}" presName="tx1" presStyleLbl="revTx" presStyleIdx="0" presStyleCnt="4"/>
      <dgm:spPr/>
    </dgm:pt>
    <dgm:pt modelId="{A5F5FC97-C5E5-4877-9B86-078A42C3C7E0}" type="pres">
      <dgm:prSet presAssocID="{E9E56A41-CBCB-4604-94C0-E7E202752B5E}" presName="vert1" presStyleCnt="0"/>
      <dgm:spPr/>
    </dgm:pt>
    <dgm:pt modelId="{10C19C37-C8C2-43F8-BA51-543D9D78FFFA}" type="pres">
      <dgm:prSet presAssocID="{56C79D57-755C-4E5C-975A-A2996931F49A}" presName="thickLine" presStyleLbl="alignNode1" presStyleIdx="1" presStyleCnt="4"/>
      <dgm:spPr/>
    </dgm:pt>
    <dgm:pt modelId="{422C087E-BFF6-404D-A0DD-A6CB14201824}" type="pres">
      <dgm:prSet presAssocID="{56C79D57-755C-4E5C-975A-A2996931F49A}" presName="horz1" presStyleCnt="0"/>
      <dgm:spPr/>
    </dgm:pt>
    <dgm:pt modelId="{166608D6-BA24-4049-B796-D63F6FC62DC3}" type="pres">
      <dgm:prSet presAssocID="{56C79D57-755C-4E5C-975A-A2996931F49A}" presName="tx1" presStyleLbl="revTx" presStyleIdx="1" presStyleCnt="4"/>
      <dgm:spPr/>
    </dgm:pt>
    <dgm:pt modelId="{74B36AA7-5F80-4AD6-9E11-0F71441CDA57}" type="pres">
      <dgm:prSet presAssocID="{56C79D57-755C-4E5C-975A-A2996931F49A}" presName="vert1" presStyleCnt="0"/>
      <dgm:spPr/>
    </dgm:pt>
    <dgm:pt modelId="{FB8AF1D2-4F70-4375-B920-F359AA34A41C}" type="pres">
      <dgm:prSet presAssocID="{4C5D2E25-925B-426A-8E82-223661900794}" presName="thickLine" presStyleLbl="alignNode1" presStyleIdx="2" presStyleCnt="4"/>
      <dgm:spPr/>
    </dgm:pt>
    <dgm:pt modelId="{54E2D8FE-C9F5-4EDE-A2DE-C574687354E7}" type="pres">
      <dgm:prSet presAssocID="{4C5D2E25-925B-426A-8E82-223661900794}" presName="horz1" presStyleCnt="0"/>
      <dgm:spPr/>
    </dgm:pt>
    <dgm:pt modelId="{8EC9DB2E-1E80-4D6C-B77D-BEA077C56107}" type="pres">
      <dgm:prSet presAssocID="{4C5D2E25-925B-426A-8E82-223661900794}" presName="tx1" presStyleLbl="revTx" presStyleIdx="2" presStyleCnt="4"/>
      <dgm:spPr/>
    </dgm:pt>
    <dgm:pt modelId="{081D09BA-4399-4F31-B4AF-DC9E13C57A5D}" type="pres">
      <dgm:prSet presAssocID="{4C5D2E25-925B-426A-8E82-223661900794}" presName="vert1" presStyleCnt="0"/>
      <dgm:spPr/>
    </dgm:pt>
    <dgm:pt modelId="{6597BB78-31F7-4F4F-A1C7-1EED26247FDB}" type="pres">
      <dgm:prSet presAssocID="{FD683639-E9FF-43E9-85AE-80466BC9FB9E}" presName="thickLine" presStyleLbl="alignNode1" presStyleIdx="3" presStyleCnt="4"/>
      <dgm:spPr/>
    </dgm:pt>
    <dgm:pt modelId="{0BC380AC-4EE7-4ABD-99DE-F79ACFDD7C8A}" type="pres">
      <dgm:prSet presAssocID="{FD683639-E9FF-43E9-85AE-80466BC9FB9E}" presName="horz1" presStyleCnt="0"/>
      <dgm:spPr/>
    </dgm:pt>
    <dgm:pt modelId="{E676E50F-9844-4287-B27B-414E9234B15D}" type="pres">
      <dgm:prSet presAssocID="{FD683639-E9FF-43E9-85AE-80466BC9FB9E}" presName="tx1" presStyleLbl="revTx" presStyleIdx="3" presStyleCnt="4"/>
      <dgm:spPr/>
    </dgm:pt>
    <dgm:pt modelId="{6A34F31A-1DEA-4BB8-8FFD-62E996DE96E3}" type="pres">
      <dgm:prSet presAssocID="{FD683639-E9FF-43E9-85AE-80466BC9FB9E}" presName="vert1" presStyleCnt="0"/>
      <dgm:spPr/>
    </dgm:pt>
  </dgm:ptLst>
  <dgm:cxnLst>
    <dgm:cxn modelId="{D6A19937-E038-468C-84A9-59D272F29160}" srcId="{08739A00-1AF3-46C5-ABEF-264D6EAF5B7C}" destId="{E9E56A41-CBCB-4604-94C0-E7E202752B5E}" srcOrd="0" destOrd="0" parTransId="{6585A6D1-1B1D-4644-9DF4-FEDC447943B1}" sibTransId="{09E1FEED-FF86-4C42-8F0C-D7D7D690FB13}"/>
    <dgm:cxn modelId="{ADCC4785-9B34-423E-9E0A-61694C3C4BDC}" type="presOf" srcId="{08739A00-1AF3-46C5-ABEF-264D6EAF5B7C}" destId="{F8EEC85A-4299-4B78-86CD-21AEEE811D80}" srcOrd="0" destOrd="0" presId="urn:microsoft.com/office/officeart/2008/layout/LinedList"/>
    <dgm:cxn modelId="{5710CCB5-C2DA-4EF1-A7C9-E35745AC1D2C}" type="presOf" srcId="{56C79D57-755C-4E5C-975A-A2996931F49A}" destId="{166608D6-BA24-4049-B796-D63F6FC62DC3}" srcOrd="0" destOrd="0" presId="urn:microsoft.com/office/officeart/2008/layout/LinedList"/>
    <dgm:cxn modelId="{055CCFC3-E1C8-4E92-925D-94B7CD45EFF0}" srcId="{08739A00-1AF3-46C5-ABEF-264D6EAF5B7C}" destId="{4C5D2E25-925B-426A-8E82-223661900794}" srcOrd="2" destOrd="0" parTransId="{A21CB303-C094-4B89-AA27-4D4E8F279B8E}" sibTransId="{8DD37EA5-7232-45AF-88C0-6B111B5E9D5C}"/>
    <dgm:cxn modelId="{D5763AC6-65F5-4C26-BD37-FD478EB0F697}" type="presOf" srcId="{4C5D2E25-925B-426A-8E82-223661900794}" destId="{8EC9DB2E-1E80-4D6C-B77D-BEA077C56107}" srcOrd="0" destOrd="0" presId="urn:microsoft.com/office/officeart/2008/layout/LinedList"/>
    <dgm:cxn modelId="{EE0C1DC8-587E-491B-A132-1BDF016970F3}" srcId="{08739A00-1AF3-46C5-ABEF-264D6EAF5B7C}" destId="{56C79D57-755C-4E5C-975A-A2996931F49A}" srcOrd="1" destOrd="0" parTransId="{594ECE76-24C9-4F17-91D5-F8AF4E36BDC3}" sibTransId="{2C1C7354-261E-4FF8-897A-95E43375813D}"/>
    <dgm:cxn modelId="{CF0F63DC-A5AD-44FE-9BB0-16D4F9A14CCC}" type="presOf" srcId="{FD683639-E9FF-43E9-85AE-80466BC9FB9E}" destId="{E676E50F-9844-4287-B27B-414E9234B15D}" srcOrd="0" destOrd="0" presId="urn:microsoft.com/office/officeart/2008/layout/LinedList"/>
    <dgm:cxn modelId="{2D1DF7E1-DAFA-4B84-9CDC-D6C444BDB486}" type="presOf" srcId="{E9E56A41-CBCB-4604-94C0-E7E202752B5E}" destId="{BBD00F6F-75E9-4B4B-AA34-A5EA1E040BDC}" srcOrd="0" destOrd="0" presId="urn:microsoft.com/office/officeart/2008/layout/LinedList"/>
    <dgm:cxn modelId="{ECD121F5-AFAF-4925-971C-AB059F0E2282}" srcId="{08739A00-1AF3-46C5-ABEF-264D6EAF5B7C}" destId="{FD683639-E9FF-43E9-85AE-80466BC9FB9E}" srcOrd="3" destOrd="0" parTransId="{EAAD3214-1143-4DA4-985C-09C14006E2B1}" sibTransId="{98DBDB94-9C59-4AD6-BDAA-A765D428909E}"/>
    <dgm:cxn modelId="{C4E06C37-2430-4AB4-A6B4-CDC5FFD401B6}" type="presParOf" srcId="{F8EEC85A-4299-4B78-86CD-21AEEE811D80}" destId="{971558F0-3BFF-4128-AA1F-A6A636465CDE}" srcOrd="0" destOrd="0" presId="urn:microsoft.com/office/officeart/2008/layout/LinedList"/>
    <dgm:cxn modelId="{2770FA45-C0E8-4BC3-912F-2FD94A8064BE}" type="presParOf" srcId="{F8EEC85A-4299-4B78-86CD-21AEEE811D80}" destId="{7D0B32B5-FFF1-4DD8-A592-E41D4FC1DC11}" srcOrd="1" destOrd="0" presId="urn:microsoft.com/office/officeart/2008/layout/LinedList"/>
    <dgm:cxn modelId="{6FDE2370-7A17-4500-AEB2-E1E825E27CC0}" type="presParOf" srcId="{7D0B32B5-FFF1-4DD8-A592-E41D4FC1DC11}" destId="{BBD00F6F-75E9-4B4B-AA34-A5EA1E040BDC}" srcOrd="0" destOrd="0" presId="urn:microsoft.com/office/officeart/2008/layout/LinedList"/>
    <dgm:cxn modelId="{4EC701FC-5AB4-4A1C-BE93-1A96DC7D575A}" type="presParOf" srcId="{7D0B32B5-FFF1-4DD8-A592-E41D4FC1DC11}" destId="{A5F5FC97-C5E5-4877-9B86-078A42C3C7E0}" srcOrd="1" destOrd="0" presId="urn:microsoft.com/office/officeart/2008/layout/LinedList"/>
    <dgm:cxn modelId="{235349CE-9635-489B-84FE-DA5C3CEB5906}" type="presParOf" srcId="{F8EEC85A-4299-4B78-86CD-21AEEE811D80}" destId="{10C19C37-C8C2-43F8-BA51-543D9D78FFFA}" srcOrd="2" destOrd="0" presId="urn:microsoft.com/office/officeart/2008/layout/LinedList"/>
    <dgm:cxn modelId="{6EB1CD46-18FA-4605-A07B-6501ED117761}" type="presParOf" srcId="{F8EEC85A-4299-4B78-86CD-21AEEE811D80}" destId="{422C087E-BFF6-404D-A0DD-A6CB14201824}" srcOrd="3" destOrd="0" presId="urn:microsoft.com/office/officeart/2008/layout/LinedList"/>
    <dgm:cxn modelId="{FF43E16D-DFDB-472C-80C7-8168302D4A63}" type="presParOf" srcId="{422C087E-BFF6-404D-A0DD-A6CB14201824}" destId="{166608D6-BA24-4049-B796-D63F6FC62DC3}" srcOrd="0" destOrd="0" presId="urn:microsoft.com/office/officeart/2008/layout/LinedList"/>
    <dgm:cxn modelId="{BF915116-A9ED-49AE-969B-A77822E1AE34}" type="presParOf" srcId="{422C087E-BFF6-404D-A0DD-A6CB14201824}" destId="{74B36AA7-5F80-4AD6-9E11-0F71441CDA57}" srcOrd="1" destOrd="0" presId="urn:microsoft.com/office/officeart/2008/layout/LinedList"/>
    <dgm:cxn modelId="{86B0E2C5-B04F-4F1F-90E4-3A6F4F616EAE}" type="presParOf" srcId="{F8EEC85A-4299-4B78-86CD-21AEEE811D80}" destId="{FB8AF1D2-4F70-4375-B920-F359AA34A41C}" srcOrd="4" destOrd="0" presId="urn:microsoft.com/office/officeart/2008/layout/LinedList"/>
    <dgm:cxn modelId="{322A323D-74A6-48BA-809E-419E6CBC0390}" type="presParOf" srcId="{F8EEC85A-4299-4B78-86CD-21AEEE811D80}" destId="{54E2D8FE-C9F5-4EDE-A2DE-C574687354E7}" srcOrd="5" destOrd="0" presId="urn:microsoft.com/office/officeart/2008/layout/LinedList"/>
    <dgm:cxn modelId="{568A0BAF-FC3F-4070-BF1D-694B4DC32915}" type="presParOf" srcId="{54E2D8FE-C9F5-4EDE-A2DE-C574687354E7}" destId="{8EC9DB2E-1E80-4D6C-B77D-BEA077C56107}" srcOrd="0" destOrd="0" presId="urn:microsoft.com/office/officeart/2008/layout/LinedList"/>
    <dgm:cxn modelId="{D3171A31-C132-409C-8AE0-0EB6FCB08479}" type="presParOf" srcId="{54E2D8FE-C9F5-4EDE-A2DE-C574687354E7}" destId="{081D09BA-4399-4F31-B4AF-DC9E13C57A5D}" srcOrd="1" destOrd="0" presId="urn:microsoft.com/office/officeart/2008/layout/LinedList"/>
    <dgm:cxn modelId="{5CAF8D35-E64E-489F-8522-B694C33854B8}" type="presParOf" srcId="{F8EEC85A-4299-4B78-86CD-21AEEE811D80}" destId="{6597BB78-31F7-4F4F-A1C7-1EED26247FDB}" srcOrd="6" destOrd="0" presId="urn:microsoft.com/office/officeart/2008/layout/LinedList"/>
    <dgm:cxn modelId="{FCDB9924-7B0F-4392-9849-10B083E73BFA}" type="presParOf" srcId="{F8EEC85A-4299-4B78-86CD-21AEEE811D80}" destId="{0BC380AC-4EE7-4ABD-99DE-F79ACFDD7C8A}" srcOrd="7" destOrd="0" presId="urn:microsoft.com/office/officeart/2008/layout/LinedList"/>
    <dgm:cxn modelId="{FBD029D9-6C8E-49FC-86A3-10018B3433ED}" type="presParOf" srcId="{0BC380AC-4EE7-4ABD-99DE-F79ACFDD7C8A}" destId="{E676E50F-9844-4287-B27B-414E9234B15D}" srcOrd="0" destOrd="0" presId="urn:microsoft.com/office/officeart/2008/layout/LinedList"/>
    <dgm:cxn modelId="{F67D5FC6-051D-497D-8E14-167DDFA03CE7}" type="presParOf" srcId="{0BC380AC-4EE7-4ABD-99DE-F79ACFDD7C8A}" destId="{6A34F31A-1DEA-4BB8-8FFD-62E996DE96E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3609D26-23D4-4905-8771-E6017D96CEAB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DF3A12-58E7-417B-8FDD-7575E5329B7E}">
      <dgm:prSet/>
      <dgm:spPr/>
      <dgm:t>
        <a:bodyPr/>
        <a:lstStyle/>
        <a:p>
          <a:r>
            <a:rPr lang="en-CA" b="1"/>
            <a:t>Challenge </a:t>
          </a:r>
          <a:endParaRPr lang="en-US"/>
        </a:p>
      </dgm:t>
    </dgm:pt>
    <dgm:pt modelId="{30602A41-19BB-4CAA-8FE6-550456655743}" type="parTrans" cxnId="{D097F860-D2E4-496F-A69E-AC58450D4110}">
      <dgm:prSet/>
      <dgm:spPr/>
      <dgm:t>
        <a:bodyPr/>
        <a:lstStyle/>
        <a:p>
          <a:endParaRPr lang="en-US"/>
        </a:p>
      </dgm:t>
    </dgm:pt>
    <dgm:pt modelId="{06CE0C88-D824-414F-B510-A9BB24A91355}" type="sibTrans" cxnId="{D097F860-D2E4-496F-A69E-AC58450D4110}">
      <dgm:prSet/>
      <dgm:spPr/>
      <dgm:t>
        <a:bodyPr/>
        <a:lstStyle/>
        <a:p>
          <a:endParaRPr lang="en-US"/>
        </a:p>
      </dgm:t>
    </dgm:pt>
    <dgm:pt modelId="{AD0E27B2-3DF2-44F8-98C4-B4E8A8F5D24D}">
      <dgm:prSet/>
      <dgm:spPr/>
      <dgm:t>
        <a:bodyPr/>
        <a:lstStyle/>
        <a:p>
          <a:r>
            <a:rPr lang="en-CA"/>
            <a:t>Inconsistent resume structures</a:t>
          </a:r>
          <a:endParaRPr lang="en-US"/>
        </a:p>
      </dgm:t>
    </dgm:pt>
    <dgm:pt modelId="{22778503-EA0B-4298-8B7D-96918EABC63C}" type="parTrans" cxnId="{D163E4B6-E711-43F9-820C-4B9B078B6A80}">
      <dgm:prSet/>
      <dgm:spPr/>
      <dgm:t>
        <a:bodyPr/>
        <a:lstStyle/>
        <a:p>
          <a:endParaRPr lang="en-US"/>
        </a:p>
      </dgm:t>
    </dgm:pt>
    <dgm:pt modelId="{180841E4-E1A0-45DC-A0D2-6E3A9FE3BD1E}" type="sibTrans" cxnId="{D163E4B6-E711-43F9-820C-4B9B078B6A80}">
      <dgm:prSet/>
      <dgm:spPr/>
      <dgm:t>
        <a:bodyPr/>
        <a:lstStyle/>
        <a:p>
          <a:endParaRPr lang="en-US"/>
        </a:p>
      </dgm:t>
    </dgm:pt>
    <dgm:pt modelId="{AFE1A119-A156-4868-ABFD-4728350B318B}">
      <dgm:prSet/>
      <dgm:spPr/>
      <dgm:t>
        <a:bodyPr/>
        <a:lstStyle/>
        <a:p>
          <a:r>
            <a:rPr lang="en-CA"/>
            <a:t>Skill keyword variations</a:t>
          </a:r>
          <a:endParaRPr lang="en-US"/>
        </a:p>
      </dgm:t>
    </dgm:pt>
    <dgm:pt modelId="{417C808C-005F-412F-80EA-7344BABC94DC}" type="parTrans" cxnId="{BEBE7DBE-960B-411C-8EFD-0A45D74D5C04}">
      <dgm:prSet/>
      <dgm:spPr/>
      <dgm:t>
        <a:bodyPr/>
        <a:lstStyle/>
        <a:p>
          <a:endParaRPr lang="en-US"/>
        </a:p>
      </dgm:t>
    </dgm:pt>
    <dgm:pt modelId="{32C79206-1A41-4177-B133-DFF0DF305B0B}" type="sibTrans" cxnId="{BEBE7DBE-960B-411C-8EFD-0A45D74D5C04}">
      <dgm:prSet/>
      <dgm:spPr/>
      <dgm:t>
        <a:bodyPr/>
        <a:lstStyle/>
        <a:p>
          <a:endParaRPr lang="en-US"/>
        </a:p>
      </dgm:t>
    </dgm:pt>
    <dgm:pt modelId="{6CB8E6A8-9F89-4BE9-B443-54856956C9CC}">
      <dgm:prSet/>
      <dgm:spPr/>
      <dgm:t>
        <a:bodyPr/>
        <a:lstStyle/>
        <a:p>
          <a:r>
            <a:rPr lang="en-CA"/>
            <a:t>Azure quota limitations</a:t>
          </a:r>
          <a:endParaRPr lang="en-US"/>
        </a:p>
      </dgm:t>
    </dgm:pt>
    <dgm:pt modelId="{9D4BD233-FFB9-4515-9892-394337A11498}" type="parTrans" cxnId="{5A6FD0FD-DDF1-40A6-AC5D-D7B06CB580D9}">
      <dgm:prSet/>
      <dgm:spPr/>
      <dgm:t>
        <a:bodyPr/>
        <a:lstStyle/>
        <a:p>
          <a:endParaRPr lang="en-US"/>
        </a:p>
      </dgm:t>
    </dgm:pt>
    <dgm:pt modelId="{44566966-E362-4417-9D73-1D715CC6C7CF}" type="sibTrans" cxnId="{5A6FD0FD-DDF1-40A6-AC5D-D7B06CB580D9}">
      <dgm:prSet/>
      <dgm:spPr/>
      <dgm:t>
        <a:bodyPr/>
        <a:lstStyle/>
        <a:p>
          <a:endParaRPr lang="en-US"/>
        </a:p>
      </dgm:t>
    </dgm:pt>
    <dgm:pt modelId="{1EBA2E31-04A0-49EE-89AA-929CA9A9213C}">
      <dgm:prSet/>
      <dgm:spPr/>
      <dgm:t>
        <a:bodyPr/>
        <a:lstStyle/>
        <a:p>
          <a:r>
            <a:rPr lang="en-US"/>
            <a:t>Job selection filtering in UI</a:t>
          </a:r>
        </a:p>
      </dgm:t>
    </dgm:pt>
    <dgm:pt modelId="{17C2B7BE-D48C-47BF-A41A-9336EEBFB597}" type="parTrans" cxnId="{D83ADFE0-17A6-45D0-BB85-9ECA4752323D}">
      <dgm:prSet/>
      <dgm:spPr/>
      <dgm:t>
        <a:bodyPr/>
        <a:lstStyle/>
        <a:p>
          <a:endParaRPr lang="en-US"/>
        </a:p>
      </dgm:t>
    </dgm:pt>
    <dgm:pt modelId="{91B84201-8EB6-4A5A-8B5D-4DC4CC1F8D34}" type="sibTrans" cxnId="{D83ADFE0-17A6-45D0-BB85-9ECA4752323D}">
      <dgm:prSet/>
      <dgm:spPr/>
      <dgm:t>
        <a:bodyPr/>
        <a:lstStyle/>
        <a:p>
          <a:endParaRPr lang="en-US"/>
        </a:p>
      </dgm:t>
    </dgm:pt>
    <dgm:pt modelId="{9A93C04E-1FF8-40C5-A22E-009D5B5F6EB1}">
      <dgm:prSet/>
      <dgm:spPr/>
      <dgm:t>
        <a:bodyPr/>
        <a:lstStyle/>
        <a:p>
          <a:r>
            <a:rPr lang="en-US" b="1"/>
            <a:t>Solutions</a:t>
          </a:r>
        </a:p>
      </dgm:t>
    </dgm:pt>
    <dgm:pt modelId="{66C3ECD4-86B9-43BA-A226-A3DE62DAE355}" type="parTrans" cxnId="{AC0276AA-6598-4B5A-BCEA-298524D34634}">
      <dgm:prSet/>
      <dgm:spPr/>
      <dgm:t>
        <a:bodyPr/>
        <a:lstStyle/>
        <a:p>
          <a:endParaRPr lang="en-US"/>
        </a:p>
      </dgm:t>
    </dgm:pt>
    <dgm:pt modelId="{79736CE1-8DF9-479C-B221-0A73F86A76EF}" type="sibTrans" cxnId="{AC0276AA-6598-4B5A-BCEA-298524D34634}">
      <dgm:prSet/>
      <dgm:spPr/>
      <dgm:t>
        <a:bodyPr/>
        <a:lstStyle/>
        <a:p>
          <a:endParaRPr lang="en-US"/>
        </a:p>
      </dgm:t>
    </dgm:pt>
    <dgm:pt modelId="{4D286396-8AAF-4922-A7DB-5A20FD859EB6}">
      <dgm:prSet/>
      <dgm:spPr/>
      <dgm:t>
        <a:bodyPr/>
        <a:lstStyle/>
        <a:p>
          <a:r>
            <a:rPr lang="en-CA"/>
            <a:t>Utilized regex and NLP techniques for adaptable data extraction</a:t>
          </a:r>
          <a:endParaRPr lang="en-US"/>
        </a:p>
      </dgm:t>
    </dgm:pt>
    <dgm:pt modelId="{E900CD65-F907-485D-9C34-FBDB3664A3B9}" type="parTrans" cxnId="{71FAB9A9-7409-4D5C-B801-F24A978553CB}">
      <dgm:prSet/>
      <dgm:spPr/>
      <dgm:t>
        <a:bodyPr/>
        <a:lstStyle/>
        <a:p>
          <a:endParaRPr lang="en-US"/>
        </a:p>
      </dgm:t>
    </dgm:pt>
    <dgm:pt modelId="{05C80027-F2C8-4C56-9471-1688ECA8CF04}" type="sibTrans" cxnId="{71FAB9A9-7409-4D5C-B801-F24A978553CB}">
      <dgm:prSet/>
      <dgm:spPr/>
      <dgm:t>
        <a:bodyPr/>
        <a:lstStyle/>
        <a:p>
          <a:endParaRPr lang="en-US"/>
        </a:p>
      </dgm:t>
    </dgm:pt>
    <dgm:pt modelId="{0D864813-02D0-44A4-BA04-B67BF440AA94}">
      <dgm:prSet/>
      <dgm:spPr/>
      <dgm:t>
        <a:bodyPr/>
        <a:lstStyle/>
        <a:p>
          <a:r>
            <a:rPr lang="en-US"/>
            <a:t>Employed fuzzy matching algorithms to align similar skill terms</a:t>
          </a:r>
        </a:p>
      </dgm:t>
    </dgm:pt>
    <dgm:pt modelId="{6CC624CA-070B-49E1-91C5-DC261DD3F862}" type="parTrans" cxnId="{BB098889-F3EE-45FE-B832-96C08B41F1A2}">
      <dgm:prSet/>
      <dgm:spPr/>
      <dgm:t>
        <a:bodyPr/>
        <a:lstStyle/>
        <a:p>
          <a:endParaRPr lang="en-US"/>
        </a:p>
      </dgm:t>
    </dgm:pt>
    <dgm:pt modelId="{8649A556-7742-4E2E-BACF-F71D1C00C1A4}" type="sibTrans" cxnId="{BB098889-F3EE-45FE-B832-96C08B41F1A2}">
      <dgm:prSet/>
      <dgm:spPr/>
      <dgm:t>
        <a:bodyPr/>
        <a:lstStyle/>
        <a:p>
          <a:endParaRPr lang="en-US"/>
        </a:p>
      </dgm:t>
    </dgm:pt>
    <dgm:pt modelId="{C799CE4B-8D4A-4224-82C5-ABD1F6372E85}">
      <dgm:prSet/>
      <dgm:spPr/>
      <dgm:t>
        <a:bodyPr/>
        <a:lstStyle/>
        <a:p>
          <a:r>
            <a:rPr lang="en-US"/>
            <a:t>Optimized </a:t>
          </a:r>
          <a:r>
            <a:rPr lang="en-US" err="1"/>
            <a:t>vCore</a:t>
          </a:r>
          <a:r>
            <a:rPr lang="en-US"/>
            <a:t> settings and configured budget usage alerts</a:t>
          </a:r>
        </a:p>
      </dgm:t>
    </dgm:pt>
    <dgm:pt modelId="{29A98896-707F-40C1-8815-A6D74D5CEC05}" type="parTrans" cxnId="{D90BA978-586C-4F16-9D49-A304655B74DE}">
      <dgm:prSet/>
      <dgm:spPr/>
      <dgm:t>
        <a:bodyPr/>
        <a:lstStyle/>
        <a:p>
          <a:endParaRPr lang="en-US"/>
        </a:p>
      </dgm:t>
    </dgm:pt>
    <dgm:pt modelId="{AA3B7D61-718D-4204-AE8C-2973EA90E2ED}" type="sibTrans" cxnId="{D90BA978-586C-4F16-9D49-A304655B74DE}">
      <dgm:prSet/>
      <dgm:spPr/>
      <dgm:t>
        <a:bodyPr/>
        <a:lstStyle/>
        <a:p>
          <a:endParaRPr lang="en-US"/>
        </a:p>
      </dgm:t>
    </dgm:pt>
    <dgm:pt modelId="{A6F472FE-9F62-4FD7-991B-DD4EDFFFE665}">
      <dgm:prSet/>
      <dgm:spPr/>
      <dgm:t>
        <a:bodyPr/>
        <a:lstStyle/>
        <a:p>
          <a:r>
            <a:rPr lang="en-US"/>
            <a:t>Integrated dynamic dropdown filters using Stream lit for better </a:t>
          </a:r>
          <a:r>
            <a:rPr lang="en-US">
              <a:latin typeface="Neue Haas Grotesk Text Pro"/>
            </a:rPr>
            <a:t>UI</a:t>
          </a:r>
          <a:endParaRPr lang="en-US"/>
        </a:p>
      </dgm:t>
    </dgm:pt>
    <dgm:pt modelId="{C7BA9167-34D4-497A-96E6-59AA6E65E4EA}" type="parTrans" cxnId="{3659CC9B-7285-4E2D-8CF5-A84D4F56CB84}">
      <dgm:prSet/>
      <dgm:spPr/>
      <dgm:t>
        <a:bodyPr/>
        <a:lstStyle/>
        <a:p>
          <a:endParaRPr lang="en-US"/>
        </a:p>
      </dgm:t>
    </dgm:pt>
    <dgm:pt modelId="{2FE3FC08-A798-49A2-99FC-C2CB5F73DE82}" type="sibTrans" cxnId="{3659CC9B-7285-4E2D-8CF5-A84D4F56CB84}">
      <dgm:prSet/>
      <dgm:spPr/>
      <dgm:t>
        <a:bodyPr/>
        <a:lstStyle/>
        <a:p>
          <a:endParaRPr lang="en-US"/>
        </a:p>
      </dgm:t>
    </dgm:pt>
    <dgm:pt modelId="{B7DB7640-61F2-43BD-8B18-DE39EBE4C569}">
      <dgm:prSet phldr="0"/>
      <dgm:spPr/>
      <dgm:t>
        <a:bodyPr/>
        <a:lstStyle/>
        <a:p>
          <a:pPr rtl="0"/>
          <a:r>
            <a:rPr lang="en-US" sz="1100" b="0">
              <a:latin typeface="Roboto"/>
              <a:ea typeface="Roboto"/>
              <a:cs typeface="Roboto"/>
            </a:rPr>
            <a:t>Inconsistent</a:t>
          </a:r>
          <a:r>
            <a:rPr lang="en-US" b="0">
              <a:latin typeface="Neue Haas Grotesk Text Pro"/>
            </a:rPr>
            <a:t> word extraction</a:t>
          </a:r>
        </a:p>
      </dgm:t>
    </dgm:pt>
    <dgm:pt modelId="{DFA57408-D797-4A61-971A-D83E34685381}" type="parTrans" cxnId="{458C1F90-AF4C-44FD-AFD7-DBAC0B56463C}">
      <dgm:prSet/>
      <dgm:spPr/>
    </dgm:pt>
    <dgm:pt modelId="{4FA3AB5C-3C09-438C-B3B2-1D7B56DC9DCC}" type="sibTrans" cxnId="{458C1F90-AF4C-44FD-AFD7-DBAC0B56463C}">
      <dgm:prSet/>
      <dgm:spPr/>
    </dgm:pt>
    <dgm:pt modelId="{09D2B113-21BC-453E-BD20-9CD66E31CFD1}">
      <dgm:prSet phldr="0"/>
      <dgm:spPr/>
      <dgm:t>
        <a:bodyPr/>
        <a:lstStyle/>
        <a:p>
          <a:pPr rtl="0"/>
          <a:r>
            <a:rPr lang="en-US">
              <a:latin typeface="Neue Haas Grotesk Text Pro"/>
            </a:rPr>
            <a:t>Created Master File to extract word consistenly </a:t>
          </a:r>
        </a:p>
      </dgm:t>
    </dgm:pt>
    <dgm:pt modelId="{31922419-5B5E-425F-B328-7B395AB2FC46}" type="parTrans" cxnId="{CAD65C6C-D213-4394-B0CC-4ECD9A1ABD70}">
      <dgm:prSet/>
      <dgm:spPr/>
    </dgm:pt>
    <dgm:pt modelId="{22E765AB-B6F6-47A3-953C-90A1D5AA1607}" type="sibTrans" cxnId="{CAD65C6C-D213-4394-B0CC-4ECD9A1ABD70}">
      <dgm:prSet/>
      <dgm:spPr/>
    </dgm:pt>
    <dgm:pt modelId="{2B69C31F-1514-49E8-AF5C-E159AACF5098}" type="pres">
      <dgm:prSet presAssocID="{93609D26-23D4-4905-8771-E6017D96CEAB}" presName="linear" presStyleCnt="0">
        <dgm:presLayoutVars>
          <dgm:dir/>
          <dgm:animLvl val="lvl"/>
          <dgm:resizeHandles val="exact"/>
        </dgm:presLayoutVars>
      </dgm:prSet>
      <dgm:spPr/>
    </dgm:pt>
    <dgm:pt modelId="{318E79F5-9E42-4C68-B105-0BF1DE802CDF}" type="pres">
      <dgm:prSet presAssocID="{81DF3A12-58E7-417B-8FDD-7575E5329B7E}" presName="parentLin" presStyleCnt="0"/>
      <dgm:spPr/>
    </dgm:pt>
    <dgm:pt modelId="{A6A102F7-A660-4C36-B813-98980095EAAE}" type="pres">
      <dgm:prSet presAssocID="{81DF3A12-58E7-417B-8FDD-7575E5329B7E}" presName="parentLeftMargin" presStyleLbl="node1" presStyleIdx="0" presStyleCnt="2"/>
      <dgm:spPr/>
    </dgm:pt>
    <dgm:pt modelId="{A93126D5-C6D6-409C-8A04-FF1387A69789}" type="pres">
      <dgm:prSet presAssocID="{81DF3A12-58E7-417B-8FDD-7575E5329B7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78AFE2D-903B-4AE5-A4FF-EC57B297AB2F}" type="pres">
      <dgm:prSet presAssocID="{81DF3A12-58E7-417B-8FDD-7575E5329B7E}" presName="negativeSpace" presStyleCnt="0"/>
      <dgm:spPr/>
    </dgm:pt>
    <dgm:pt modelId="{404FB657-15E2-4034-85B9-BC6854AD224D}" type="pres">
      <dgm:prSet presAssocID="{81DF3A12-58E7-417B-8FDD-7575E5329B7E}" presName="childText" presStyleLbl="conFgAcc1" presStyleIdx="0" presStyleCnt="2">
        <dgm:presLayoutVars>
          <dgm:bulletEnabled val="1"/>
        </dgm:presLayoutVars>
      </dgm:prSet>
      <dgm:spPr/>
    </dgm:pt>
    <dgm:pt modelId="{17C3C25F-AE69-4232-B730-81DDEED6DE70}" type="pres">
      <dgm:prSet presAssocID="{06CE0C88-D824-414F-B510-A9BB24A91355}" presName="spaceBetweenRectangles" presStyleCnt="0"/>
      <dgm:spPr/>
    </dgm:pt>
    <dgm:pt modelId="{22BA8DF7-C175-46EC-8A74-000E6DE07D89}" type="pres">
      <dgm:prSet presAssocID="{9A93C04E-1FF8-40C5-A22E-009D5B5F6EB1}" presName="parentLin" presStyleCnt="0"/>
      <dgm:spPr/>
    </dgm:pt>
    <dgm:pt modelId="{C01FCE3D-C2E9-40B6-B95C-748E429A4501}" type="pres">
      <dgm:prSet presAssocID="{9A93C04E-1FF8-40C5-A22E-009D5B5F6EB1}" presName="parentLeftMargin" presStyleLbl="node1" presStyleIdx="0" presStyleCnt="2"/>
      <dgm:spPr/>
    </dgm:pt>
    <dgm:pt modelId="{A3FE3F8B-AEE6-43E8-BB8C-DF22C45B3BEF}" type="pres">
      <dgm:prSet presAssocID="{9A93C04E-1FF8-40C5-A22E-009D5B5F6EB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7313C1C-DFBA-4D33-B853-F770823A9390}" type="pres">
      <dgm:prSet presAssocID="{9A93C04E-1FF8-40C5-A22E-009D5B5F6EB1}" presName="negativeSpace" presStyleCnt="0"/>
      <dgm:spPr/>
    </dgm:pt>
    <dgm:pt modelId="{BBF6B87B-38B3-493E-9BDF-E4DDCC4070AC}" type="pres">
      <dgm:prSet presAssocID="{9A93C04E-1FF8-40C5-A22E-009D5B5F6EB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6BB76E11-FEA8-439B-A360-720A927F3203}" type="presOf" srcId="{4D286396-8AAF-4922-A7DB-5A20FD859EB6}" destId="{BBF6B87B-38B3-493E-9BDF-E4DDCC4070AC}" srcOrd="0" destOrd="0" presId="urn:microsoft.com/office/officeart/2005/8/layout/list1"/>
    <dgm:cxn modelId="{EF318A23-3024-4F11-9640-D18D2EAAF5A0}" type="presOf" srcId="{A6F472FE-9F62-4FD7-991B-DD4EDFFFE665}" destId="{BBF6B87B-38B3-493E-9BDF-E4DDCC4070AC}" srcOrd="0" destOrd="3" presId="urn:microsoft.com/office/officeart/2005/8/layout/list1"/>
    <dgm:cxn modelId="{51BC5B28-015D-4BCA-BB37-00F7BD5815AF}" type="presOf" srcId="{09D2B113-21BC-453E-BD20-9CD66E31CFD1}" destId="{BBF6B87B-38B3-493E-9BDF-E4DDCC4070AC}" srcOrd="0" destOrd="4" presId="urn:microsoft.com/office/officeart/2005/8/layout/list1"/>
    <dgm:cxn modelId="{CE6D4E2F-5967-4777-9CAC-A856295D542A}" type="presOf" srcId="{81DF3A12-58E7-417B-8FDD-7575E5329B7E}" destId="{A6A102F7-A660-4C36-B813-98980095EAAE}" srcOrd="0" destOrd="0" presId="urn:microsoft.com/office/officeart/2005/8/layout/list1"/>
    <dgm:cxn modelId="{F0A9CF32-FD6A-4C1E-90A4-5FBC7E1A8DC3}" type="presOf" srcId="{9A93C04E-1FF8-40C5-A22E-009D5B5F6EB1}" destId="{C01FCE3D-C2E9-40B6-B95C-748E429A4501}" srcOrd="0" destOrd="0" presId="urn:microsoft.com/office/officeart/2005/8/layout/list1"/>
    <dgm:cxn modelId="{0F8CC13D-F5E0-47DE-8F2B-AA375FB97C72}" type="presOf" srcId="{81DF3A12-58E7-417B-8FDD-7575E5329B7E}" destId="{A93126D5-C6D6-409C-8A04-FF1387A69789}" srcOrd="1" destOrd="0" presId="urn:microsoft.com/office/officeart/2005/8/layout/list1"/>
    <dgm:cxn modelId="{D097F860-D2E4-496F-A69E-AC58450D4110}" srcId="{93609D26-23D4-4905-8771-E6017D96CEAB}" destId="{81DF3A12-58E7-417B-8FDD-7575E5329B7E}" srcOrd="0" destOrd="0" parTransId="{30602A41-19BB-4CAA-8FE6-550456655743}" sibTransId="{06CE0C88-D824-414F-B510-A9BB24A91355}"/>
    <dgm:cxn modelId="{CAD65C6C-D213-4394-B0CC-4ECD9A1ABD70}" srcId="{9A93C04E-1FF8-40C5-A22E-009D5B5F6EB1}" destId="{09D2B113-21BC-453E-BD20-9CD66E31CFD1}" srcOrd="4" destOrd="0" parTransId="{31922419-5B5E-425F-B328-7B395AB2FC46}" sibTransId="{22E765AB-B6F6-47A3-953C-90A1D5AA1607}"/>
    <dgm:cxn modelId="{7C7F8C4D-1447-425A-9B07-CF51AE3017D0}" type="presOf" srcId="{6CB8E6A8-9F89-4BE9-B443-54856956C9CC}" destId="{404FB657-15E2-4034-85B9-BC6854AD224D}" srcOrd="0" destOrd="2" presId="urn:microsoft.com/office/officeart/2005/8/layout/list1"/>
    <dgm:cxn modelId="{09262A78-C9ED-4E47-8F33-AE833518B162}" type="presOf" srcId="{1EBA2E31-04A0-49EE-89AA-929CA9A9213C}" destId="{404FB657-15E2-4034-85B9-BC6854AD224D}" srcOrd="0" destOrd="3" presId="urn:microsoft.com/office/officeart/2005/8/layout/list1"/>
    <dgm:cxn modelId="{E0E53178-EDAD-41D6-AEA4-6593215FFCF8}" type="presOf" srcId="{B7DB7640-61F2-43BD-8B18-DE39EBE4C569}" destId="{404FB657-15E2-4034-85B9-BC6854AD224D}" srcOrd="0" destOrd="4" presId="urn:microsoft.com/office/officeart/2005/8/layout/list1"/>
    <dgm:cxn modelId="{D90BA978-586C-4F16-9D49-A304655B74DE}" srcId="{9A93C04E-1FF8-40C5-A22E-009D5B5F6EB1}" destId="{C799CE4B-8D4A-4224-82C5-ABD1F6372E85}" srcOrd="2" destOrd="0" parTransId="{29A98896-707F-40C1-8815-A6D74D5CEC05}" sibTransId="{AA3B7D61-718D-4204-AE8C-2973EA90E2ED}"/>
    <dgm:cxn modelId="{98E8C985-3DE9-4F06-85D1-2C5D2AF5678B}" type="presOf" srcId="{AFE1A119-A156-4868-ABFD-4728350B318B}" destId="{404FB657-15E2-4034-85B9-BC6854AD224D}" srcOrd="0" destOrd="1" presId="urn:microsoft.com/office/officeart/2005/8/layout/list1"/>
    <dgm:cxn modelId="{BB098889-F3EE-45FE-B832-96C08B41F1A2}" srcId="{9A93C04E-1FF8-40C5-A22E-009D5B5F6EB1}" destId="{0D864813-02D0-44A4-BA04-B67BF440AA94}" srcOrd="1" destOrd="0" parTransId="{6CC624CA-070B-49E1-91C5-DC261DD3F862}" sibTransId="{8649A556-7742-4E2E-BACF-F71D1C00C1A4}"/>
    <dgm:cxn modelId="{458C1F90-AF4C-44FD-AFD7-DBAC0B56463C}" srcId="{81DF3A12-58E7-417B-8FDD-7575E5329B7E}" destId="{B7DB7640-61F2-43BD-8B18-DE39EBE4C569}" srcOrd="4" destOrd="0" parTransId="{DFA57408-D797-4A61-971A-D83E34685381}" sibTransId="{4FA3AB5C-3C09-438C-B3B2-1D7B56DC9DCC}"/>
    <dgm:cxn modelId="{E03FBA9B-1EC8-472A-A96A-2D276362B29A}" type="presOf" srcId="{0D864813-02D0-44A4-BA04-B67BF440AA94}" destId="{BBF6B87B-38B3-493E-9BDF-E4DDCC4070AC}" srcOrd="0" destOrd="1" presId="urn:microsoft.com/office/officeart/2005/8/layout/list1"/>
    <dgm:cxn modelId="{3659CC9B-7285-4E2D-8CF5-A84D4F56CB84}" srcId="{9A93C04E-1FF8-40C5-A22E-009D5B5F6EB1}" destId="{A6F472FE-9F62-4FD7-991B-DD4EDFFFE665}" srcOrd="3" destOrd="0" parTransId="{C7BA9167-34D4-497A-96E6-59AA6E65E4EA}" sibTransId="{2FE3FC08-A798-49A2-99FC-C2CB5F73DE82}"/>
    <dgm:cxn modelId="{71FAB9A9-7409-4D5C-B801-F24A978553CB}" srcId="{9A93C04E-1FF8-40C5-A22E-009D5B5F6EB1}" destId="{4D286396-8AAF-4922-A7DB-5A20FD859EB6}" srcOrd="0" destOrd="0" parTransId="{E900CD65-F907-485D-9C34-FBDB3664A3B9}" sibTransId="{05C80027-F2C8-4C56-9471-1688ECA8CF04}"/>
    <dgm:cxn modelId="{AC0276AA-6598-4B5A-BCEA-298524D34634}" srcId="{93609D26-23D4-4905-8771-E6017D96CEAB}" destId="{9A93C04E-1FF8-40C5-A22E-009D5B5F6EB1}" srcOrd="1" destOrd="0" parTransId="{66C3ECD4-86B9-43BA-A226-A3DE62DAE355}" sibTransId="{79736CE1-8DF9-479C-B221-0A73F86A76EF}"/>
    <dgm:cxn modelId="{D163E4B6-E711-43F9-820C-4B9B078B6A80}" srcId="{81DF3A12-58E7-417B-8FDD-7575E5329B7E}" destId="{AD0E27B2-3DF2-44F8-98C4-B4E8A8F5D24D}" srcOrd="0" destOrd="0" parTransId="{22778503-EA0B-4298-8B7D-96918EABC63C}" sibTransId="{180841E4-E1A0-45DC-A0D2-6E3A9FE3BD1E}"/>
    <dgm:cxn modelId="{BEBE7DBE-960B-411C-8EFD-0A45D74D5C04}" srcId="{81DF3A12-58E7-417B-8FDD-7575E5329B7E}" destId="{AFE1A119-A156-4868-ABFD-4728350B318B}" srcOrd="1" destOrd="0" parTransId="{417C808C-005F-412F-80EA-7344BABC94DC}" sibTransId="{32C79206-1A41-4177-B133-DFF0DF305B0B}"/>
    <dgm:cxn modelId="{EFC521C9-2202-4687-A658-9E5BB1C9B9B6}" type="presOf" srcId="{C799CE4B-8D4A-4224-82C5-ABD1F6372E85}" destId="{BBF6B87B-38B3-493E-9BDF-E4DDCC4070AC}" srcOrd="0" destOrd="2" presId="urn:microsoft.com/office/officeart/2005/8/layout/list1"/>
    <dgm:cxn modelId="{4C03C0CD-6574-4418-BE3E-C714D387971C}" type="presOf" srcId="{93609D26-23D4-4905-8771-E6017D96CEAB}" destId="{2B69C31F-1514-49E8-AF5C-E159AACF5098}" srcOrd="0" destOrd="0" presId="urn:microsoft.com/office/officeart/2005/8/layout/list1"/>
    <dgm:cxn modelId="{D83ADFE0-17A6-45D0-BB85-9ECA4752323D}" srcId="{81DF3A12-58E7-417B-8FDD-7575E5329B7E}" destId="{1EBA2E31-04A0-49EE-89AA-929CA9A9213C}" srcOrd="3" destOrd="0" parTransId="{17C2B7BE-D48C-47BF-A41A-9336EEBFB597}" sibTransId="{91B84201-8EB6-4A5A-8B5D-4DC4CC1F8D34}"/>
    <dgm:cxn modelId="{FA5360EB-9E67-4201-8B1E-529369516B2D}" type="presOf" srcId="{9A93C04E-1FF8-40C5-A22E-009D5B5F6EB1}" destId="{A3FE3F8B-AEE6-43E8-BB8C-DF22C45B3BEF}" srcOrd="1" destOrd="0" presId="urn:microsoft.com/office/officeart/2005/8/layout/list1"/>
    <dgm:cxn modelId="{D565BFED-0801-42F4-B870-9E4AED3DA82A}" type="presOf" srcId="{AD0E27B2-3DF2-44F8-98C4-B4E8A8F5D24D}" destId="{404FB657-15E2-4034-85B9-BC6854AD224D}" srcOrd="0" destOrd="0" presId="urn:microsoft.com/office/officeart/2005/8/layout/list1"/>
    <dgm:cxn modelId="{5A6FD0FD-DDF1-40A6-AC5D-D7B06CB580D9}" srcId="{81DF3A12-58E7-417B-8FDD-7575E5329B7E}" destId="{6CB8E6A8-9F89-4BE9-B443-54856956C9CC}" srcOrd="2" destOrd="0" parTransId="{9D4BD233-FFB9-4515-9892-394337A11498}" sibTransId="{44566966-E362-4417-9D73-1D715CC6C7CF}"/>
    <dgm:cxn modelId="{76ACF67D-C633-4542-8B0B-02CF17F97E94}" type="presParOf" srcId="{2B69C31F-1514-49E8-AF5C-E159AACF5098}" destId="{318E79F5-9E42-4C68-B105-0BF1DE802CDF}" srcOrd="0" destOrd="0" presId="urn:microsoft.com/office/officeart/2005/8/layout/list1"/>
    <dgm:cxn modelId="{54F1EF69-9792-465B-A0DA-8BC5F009D589}" type="presParOf" srcId="{318E79F5-9E42-4C68-B105-0BF1DE802CDF}" destId="{A6A102F7-A660-4C36-B813-98980095EAAE}" srcOrd="0" destOrd="0" presId="urn:microsoft.com/office/officeart/2005/8/layout/list1"/>
    <dgm:cxn modelId="{3EF44706-9AE7-4D4A-B82F-493A5DE6DA00}" type="presParOf" srcId="{318E79F5-9E42-4C68-B105-0BF1DE802CDF}" destId="{A93126D5-C6D6-409C-8A04-FF1387A69789}" srcOrd="1" destOrd="0" presId="urn:microsoft.com/office/officeart/2005/8/layout/list1"/>
    <dgm:cxn modelId="{5076E6E2-0F56-4C85-A57D-5B2B85BC6A6C}" type="presParOf" srcId="{2B69C31F-1514-49E8-AF5C-E159AACF5098}" destId="{378AFE2D-903B-4AE5-A4FF-EC57B297AB2F}" srcOrd="1" destOrd="0" presId="urn:microsoft.com/office/officeart/2005/8/layout/list1"/>
    <dgm:cxn modelId="{B9A693AE-DED7-4799-93EE-571BBECBA4B1}" type="presParOf" srcId="{2B69C31F-1514-49E8-AF5C-E159AACF5098}" destId="{404FB657-15E2-4034-85B9-BC6854AD224D}" srcOrd="2" destOrd="0" presId="urn:microsoft.com/office/officeart/2005/8/layout/list1"/>
    <dgm:cxn modelId="{1330F94A-431B-4541-B734-D5DD88C6C617}" type="presParOf" srcId="{2B69C31F-1514-49E8-AF5C-E159AACF5098}" destId="{17C3C25F-AE69-4232-B730-81DDEED6DE70}" srcOrd="3" destOrd="0" presId="urn:microsoft.com/office/officeart/2005/8/layout/list1"/>
    <dgm:cxn modelId="{8FE2850B-1CDF-47ED-BFF1-9BE1F8779DD5}" type="presParOf" srcId="{2B69C31F-1514-49E8-AF5C-E159AACF5098}" destId="{22BA8DF7-C175-46EC-8A74-000E6DE07D89}" srcOrd="4" destOrd="0" presId="urn:microsoft.com/office/officeart/2005/8/layout/list1"/>
    <dgm:cxn modelId="{D9B2CF1D-1B47-4727-A87B-8D97BCFF2BD2}" type="presParOf" srcId="{22BA8DF7-C175-46EC-8A74-000E6DE07D89}" destId="{C01FCE3D-C2E9-40B6-B95C-748E429A4501}" srcOrd="0" destOrd="0" presId="urn:microsoft.com/office/officeart/2005/8/layout/list1"/>
    <dgm:cxn modelId="{A3D36FF9-506D-499F-81D0-E8086496D51F}" type="presParOf" srcId="{22BA8DF7-C175-46EC-8A74-000E6DE07D89}" destId="{A3FE3F8B-AEE6-43E8-BB8C-DF22C45B3BEF}" srcOrd="1" destOrd="0" presId="urn:microsoft.com/office/officeart/2005/8/layout/list1"/>
    <dgm:cxn modelId="{CEB810B0-75CF-4444-87C8-B6E26B1726DD}" type="presParOf" srcId="{2B69C31F-1514-49E8-AF5C-E159AACF5098}" destId="{D7313C1C-DFBA-4D33-B853-F770823A9390}" srcOrd="5" destOrd="0" presId="urn:microsoft.com/office/officeart/2005/8/layout/list1"/>
    <dgm:cxn modelId="{96A38AB4-1AAA-4EFC-A03C-D4D1D5E6656C}" type="presParOf" srcId="{2B69C31F-1514-49E8-AF5C-E159AACF5098}" destId="{BBF6B87B-38B3-493E-9BDF-E4DDCC4070A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01E8F-B889-4AC3-8C57-72A6B5F54B60}">
      <dsp:nvSpPr>
        <dsp:cNvPr id="0" name=""/>
        <dsp:cNvSpPr/>
      </dsp:nvSpPr>
      <dsp:spPr>
        <a:xfrm>
          <a:off x="0" y="375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B885A3-55CE-44B2-AA54-DD5BBB3D91E7}">
      <dsp:nvSpPr>
        <dsp:cNvPr id="0" name=""/>
        <dsp:cNvSpPr/>
      </dsp:nvSpPr>
      <dsp:spPr>
        <a:xfrm>
          <a:off x="156508" y="116787"/>
          <a:ext cx="284560" cy="284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155593-E7D1-43EE-8FB1-92B9F1054C33}">
      <dsp:nvSpPr>
        <dsp:cNvPr id="0" name=""/>
        <dsp:cNvSpPr/>
      </dsp:nvSpPr>
      <dsp:spPr>
        <a:xfrm>
          <a:off x="597577" y="375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Programming Language: Python</a:t>
          </a:r>
          <a:endParaRPr lang="en-US" sz="1600" kern="1200"/>
        </a:p>
      </dsp:txBody>
      <dsp:txXfrm>
        <a:off x="597577" y="375"/>
        <a:ext cx="9568021" cy="517382"/>
      </dsp:txXfrm>
    </dsp:sp>
    <dsp:sp modelId="{85F25053-3774-499A-BD9D-5F936A40C363}">
      <dsp:nvSpPr>
        <dsp:cNvPr id="0" name=""/>
        <dsp:cNvSpPr/>
      </dsp:nvSpPr>
      <dsp:spPr>
        <a:xfrm>
          <a:off x="0" y="647104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71BE3A-E994-4B83-B44C-2C52D68628B3}">
      <dsp:nvSpPr>
        <dsp:cNvPr id="0" name=""/>
        <dsp:cNvSpPr/>
      </dsp:nvSpPr>
      <dsp:spPr>
        <a:xfrm>
          <a:off x="156508" y="763515"/>
          <a:ext cx="284560" cy="284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05C025-84E5-40F8-B760-62EEB1816C05}">
      <dsp:nvSpPr>
        <dsp:cNvPr id="0" name=""/>
        <dsp:cNvSpPr/>
      </dsp:nvSpPr>
      <dsp:spPr>
        <a:xfrm>
          <a:off x="597577" y="647104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Database: Azure SQL Server</a:t>
          </a:r>
          <a:endParaRPr lang="en-US" sz="1600" kern="1200"/>
        </a:p>
      </dsp:txBody>
      <dsp:txXfrm>
        <a:off x="597577" y="647104"/>
        <a:ext cx="9568021" cy="517382"/>
      </dsp:txXfrm>
    </dsp:sp>
    <dsp:sp modelId="{EBD99269-BA4F-4227-9E60-02FFCF37DC26}">
      <dsp:nvSpPr>
        <dsp:cNvPr id="0" name=""/>
        <dsp:cNvSpPr/>
      </dsp:nvSpPr>
      <dsp:spPr>
        <a:xfrm>
          <a:off x="0" y="1293833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831410-E82F-4DC5-B331-5844AD666DA7}">
      <dsp:nvSpPr>
        <dsp:cNvPr id="0" name=""/>
        <dsp:cNvSpPr/>
      </dsp:nvSpPr>
      <dsp:spPr>
        <a:xfrm>
          <a:off x="156508" y="1410244"/>
          <a:ext cx="284560" cy="2845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D0498C-7DB5-4B19-A27A-BAD088B0A5AC}">
      <dsp:nvSpPr>
        <dsp:cNvPr id="0" name=""/>
        <dsp:cNvSpPr/>
      </dsp:nvSpPr>
      <dsp:spPr>
        <a:xfrm>
          <a:off x="597577" y="1293833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IDE: Visual Studio Code</a:t>
          </a:r>
          <a:endParaRPr lang="en-US" sz="1600" kern="1200"/>
        </a:p>
      </dsp:txBody>
      <dsp:txXfrm>
        <a:off x="597577" y="1293833"/>
        <a:ext cx="9568021" cy="517382"/>
      </dsp:txXfrm>
    </dsp:sp>
    <dsp:sp modelId="{EA396219-5695-4513-9DCF-935192B92F4C}">
      <dsp:nvSpPr>
        <dsp:cNvPr id="0" name=""/>
        <dsp:cNvSpPr/>
      </dsp:nvSpPr>
      <dsp:spPr>
        <a:xfrm>
          <a:off x="0" y="1940562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87A690-48FE-4818-A294-8D8D3D15F472}">
      <dsp:nvSpPr>
        <dsp:cNvPr id="0" name=""/>
        <dsp:cNvSpPr/>
      </dsp:nvSpPr>
      <dsp:spPr>
        <a:xfrm>
          <a:off x="156508" y="2056973"/>
          <a:ext cx="284560" cy="2845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CD8BAF-CFB2-4F39-BA49-59E2038144EF}">
      <dsp:nvSpPr>
        <dsp:cNvPr id="0" name=""/>
        <dsp:cNvSpPr/>
      </dsp:nvSpPr>
      <dsp:spPr>
        <a:xfrm>
          <a:off x="597577" y="1940562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Deployment Platform: Streamlit Cloud / Localhost</a:t>
          </a:r>
          <a:endParaRPr lang="en-US" sz="1600" kern="1200"/>
        </a:p>
      </dsp:txBody>
      <dsp:txXfrm>
        <a:off x="597577" y="1940562"/>
        <a:ext cx="9568021" cy="517382"/>
      </dsp:txXfrm>
    </dsp:sp>
    <dsp:sp modelId="{FD891D54-D234-4B19-BA04-4CCABE7F73C3}">
      <dsp:nvSpPr>
        <dsp:cNvPr id="0" name=""/>
        <dsp:cNvSpPr/>
      </dsp:nvSpPr>
      <dsp:spPr>
        <a:xfrm>
          <a:off x="0" y="2587290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D5140D-CEB4-4C87-B4B1-BE990B1461A8}">
      <dsp:nvSpPr>
        <dsp:cNvPr id="0" name=""/>
        <dsp:cNvSpPr/>
      </dsp:nvSpPr>
      <dsp:spPr>
        <a:xfrm>
          <a:off x="156508" y="2703701"/>
          <a:ext cx="284560" cy="2845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B4567-55BA-4F93-9ABA-A6B85DE06239}">
      <dsp:nvSpPr>
        <dsp:cNvPr id="0" name=""/>
        <dsp:cNvSpPr/>
      </dsp:nvSpPr>
      <dsp:spPr>
        <a:xfrm>
          <a:off x="597577" y="2587290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600" kern="1200"/>
            <a:t>Version Control System: GitHub</a:t>
          </a:r>
          <a:endParaRPr lang="en-US" sz="1600" kern="1200"/>
        </a:p>
      </dsp:txBody>
      <dsp:txXfrm>
        <a:off x="597577" y="2587290"/>
        <a:ext cx="9568021" cy="517382"/>
      </dsp:txXfrm>
    </dsp:sp>
    <dsp:sp modelId="{FC367D29-8F56-4AA3-9460-8818F0A6E2AE}">
      <dsp:nvSpPr>
        <dsp:cNvPr id="0" name=""/>
        <dsp:cNvSpPr/>
      </dsp:nvSpPr>
      <dsp:spPr>
        <a:xfrm>
          <a:off x="0" y="3234019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70057-C7F0-4171-9E36-E018E583A215}">
      <dsp:nvSpPr>
        <dsp:cNvPr id="0" name=""/>
        <dsp:cNvSpPr/>
      </dsp:nvSpPr>
      <dsp:spPr>
        <a:xfrm>
          <a:off x="156508" y="3350430"/>
          <a:ext cx="284560" cy="28456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D6A959-676F-4412-AA77-B0122ACD126E}">
      <dsp:nvSpPr>
        <dsp:cNvPr id="0" name=""/>
        <dsp:cNvSpPr/>
      </dsp:nvSpPr>
      <dsp:spPr>
        <a:xfrm>
          <a:off x="597577" y="3234019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Translator: Azure Translator API, Translation Builder</a:t>
          </a:r>
        </a:p>
      </dsp:txBody>
      <dsp:txXfrm>
        <a:off x="597577" y="3234019"/>
        <a:ext cx="9568021" cy="517382"/>
      </dsp:txXfrm>
    </dsp:sp>
    <dsp:sp modelId="{3208C3FD-AAC4-4986-874A-1B75D1BF6327}">
      <dsp:nvSpPr>
        <dsp:cNvPr id="0" name=""/>
        <dsp:cNvSpPr/>
      </dsp:nvSpPr>
      <dsp:spPr>
        <a:xfrm>
          <a:off x="0" y="3880748"/>
          <a:ext cx="10165599" cy="5173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89C810-9230-49AF-8735-CCC3FBD110DC}">
      <dsp:nvSpPr>
        <dsp:cNvPr id="0" name=""/>
        <dsp:cNvSpPr/>
      </dsp:nvSpPr>
      <dsp:spPr>
        <a:xfrm>
          <a:off x="156508" y="3997159"/>
          <a:ext cx="284560" cy="284560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209270-4E1C-4EED-AD15-E771CA3ADAAD}">
      <dsp:nvSpPr>
        <dsp:cNvPr id="0" name=""/>
        <dsp:cNvSpPr/>
      </dsp:nvSpPr>
      <dsp:spPr>
        <a:xfrm>
          <a:off x="597577" y="3880748"/>
          <a:ext cx="9568021" cy="5173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56" tIns="54756" rIns="54756" bIns="54756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Visualization: Power BI</a:t>
          </a:r>
        </a:p>
      </dsp:txBody>
      <dsp:txXfrm>
        <a:off x="597577" y="3880748"/>
        <a:ext cx="9568021" cy="51738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A0DB2E-CBAC-4516-B17B-2CB2B8782309}">
      <dsp:nvSpPr>
        <dsp:cNvPr id="0" name=""/>
        <dsp:cNvSpPr/>
      </dsp:nvSpPr>
      <dsp:spPr>
        <a:xfrm>
          <a:off x="457868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A79FAD-6266-4A59-904B-29D85FDA3706}">
      <dsp:nvSpPr>
        <dsp:cNvPr id="0" name=""/>
        <dsp:cNvSpPr/>
      </dsp:nvSpPr>
      <dsp:spPr>
        <a:xfrm>
          <a:off x="1056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Gathered resumes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6" y="2185417"/>
        <a:ext cx="1661132" cy="664453"/>
      </dsp:txXfrm>
    </dsp:sp>
    <dsp:sp modelId="{C861F1DC-45F8-4950-A595-364E6A468064}">
      <dsp:nvSpPr>
        <dsp:cNvPr id="0" name=""/>
        <dsp:cNvSpPr/>
      </dsp:nvSpPr>
      <dsp:spPr>
        <a:xfrm>
          <a:off x="2409699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8EB753-74F9-469F-9F89-5E3C8584E730}">
      <dsp:nvSpPr>
        <dsp:cNvPr id="0" name=""/>
        <dsp:cNvSpPr/>
      </dsp:nvSpPr>
      <dsp:spPr>
        <a:xfrm>
          <a:off x="1952888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Collected job </a:t>
          </a:r>
          <a:r>
            <a:rPr lang="en-US" sz="1800" i="0" kern="1200" baseline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rPr>
            <a:t>descriptions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52888" y="2185417"/>
        <a:ext cx="1661132" cy="664453"/>
      </dsp:txXfrm>
    </dsp:sp>
    <dsp:sp modelId="{6021F16B-44E8-4D4D-9521-B60C7C34DE49}">
      <dsp:nvSpPr>
        <dsp:cNvPr id="0" name=""/>
        <dsp:cNvSpPr/>
      </dsp:nvSpPr>
      <dsp:spPr>
        <a:xfrm>
          <a:off x="4361530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E3640B-2FE8-400B-9C0D-394941BFAD25}">
      <dsp:nvSpPr>
        <dsp:cNvPr id="0" name=""/>
        <dsp:cNvSpPr/>
      </dsp:nvSpPr>
      <dsp:spPr>
        <a:xfrm>
          <a:off x="3904719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Converted unstructured files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904719" y="2185417"/>
        <a:ext cx="1661132" cy="664453"/>
      </dsp:txXfrm>
    </dsp:sp>
    <dsp:sp modelId="{057CFDE6-CCB6-4DC3-9266-13E6265AA8DC}">
      <dsp:nvSpPr>
        <dsp:cNvPr id="0" name=""/>
        <dsp:cNvSpPr/>
      </dsp:nvSpPr>
      <dsp:spPr>
        <a:xfrm>
          <a:off x="6313361" y="1188729"/>
          <a:ext cx="747509" cy="7475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2F6F1-A6E7-464B-9102-F34388CC0297}">
      <dsp:nvSpPr>
        <dsp:cNvPr id="0" name=""/>
        <dsp:cNvSpPr/>
      </dsp:nvSpPr>
      <dsp:spPr>
        <a:xfrm>
          <a:off x="5856550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Ensured dataset diversity</a:t>
          </a:r>
          <a:endParaRPr lang="en-US" sz="1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56550" y="2185417"/>
        <a:ext cx="1661132" cy="664453"/>
      </dsp:txXfrm>
    </dsp:sp>
    <dsp:sp modelId="{96ED6900-CD7D-40FB-B6D7-A2AFE88EDDB4}">
      <dsp:nvSpPr>
        <dsp:cNvPr id="0" name=""/>
        <dsp:cNvSpPr/>
      </dsp:nvSpPr>
      <dsp:spPr>
        <a:xfrm>
          <a:off x="8253636" y="1188729"/>
          <a:ext cx="770622" cy="7475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FEA401-866D-4EEA-9501-528D1A1784F2}">
      <dsp:nvSpPr>
        <dsp:cNvPr id="0" name=""/>
        <dsp:cNvSpPr/>
      </dsp:nvSpPr>
      <dsp:spPr>
        <a:xfrm>
          <a:off x="7808381" y="2185417"/>
          <a:ext cx="1661132" cy="6644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0" kern="1200" baseline="0">
              <a:latin typeface="Times New Roman" panose="02020603050405020304" pitchFamily="18" charset="0"/>
              <a:cs typeface="Times New Roman" panose="02020603050405020304" pitchFamily="18" charset="0"/>
            </a:rPr>
            <a:t>Stored all raw files</a:t>
          </a:r>
          <a:endParaRPr lang="en-US" sz="1800" kern="1200"/>
        </a:p>
      </dsp:txBody>
      <dsp:txXfrm>
        <a:off x="7808381" y="2185417"/>
        <a:ext cx="1661132" cy="66445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53C4BC-4AE5-42DF-AB8F-7DA15B0F3C0E}">
      <dsp:nvSpPr>
        <dsp:cNvPr id="0" name=""/>
        <dsp:cNvSpPr/>
      </dsp:nvSpPr>
      <dsp:spPr>
        <a:xfrm>
          <a:off x="0" y="1214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33F998-E299-4059-AA9A-34A095E191F9}">
      <dsp:nvSpPr>
        <dsp:cNvPr id="0" name=""/>
        <dsp:cNvSpPr/>
      </dsp:nvSpPr>
      <dsp:spPr>
        <a:xfrm>
          <a:off x="156568" y="117670"/>
          <a:ext cx="284670" cy="2846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7A992A-F5E6-448C-80F6-FC19EDB9028B}">
      <dsp:nvSpPr>
        <dsp:cNvPr id="0" name=""/>
        <dsp:cNvSpPr/>
      </dsp:nvSpPr>
      <dsp:spPr>
        <a:xfrm>
          <a:off x="597807" y="1214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Built a Streamlit web app to make resume uploading and skill matching easy for non-technical users</a:t>
          </a:r>
          <a:endParaRPr lang="en-US" sz="1400" kern="1200"/>
        </a:p>
      </dsp:txBody>
      <dsp:txXfrm>
        <a:off x="597807" y="1214"/>
        <a:ext cx="8434287" cy="517582"/>
      </dsp:txXfrm>
    </dsp:sp>
    <dsp:sp modelId="{E3E9755F-F3B2-4323-8A39-5CACCFA17F73}">
      <dsp:nvSpPr>
        <dsp:cNvPr id="0" name=""/>
        <dsp:cNvSpPr/>
      </dsp:nvSpPr>
      <dsp:spPr>
        <a:xfrm>
          <a:off x="0" y="657716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0A41B-D5A6-4FF1-A76E-DB4ECF92B3BC}">
      <dsp:nvSpPr>
        <dsp:cNvPr id="0" name=""/>
        <dsp:cNvSpPr/>
      </dsp:nvSpPr>
      <dsp:spPr>
        <a:xfrm>
          <a:off x="156568" y="764648"/>
          <a:ext cx="284670" cy="2846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C56A50-ABC0-48A6-B7E8-5F24122B54DD}">
      <dsp:nvSpPr>
        <dsp:cNvPr id="0" name=""/>
        <dsp:cNvSpPr/>
      </dsp:nvSpPr>
      <dsp:spPr>
        <a:xfrm>
          <a:off x="597807" y="648192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Filter option to choose from skills or from Job title</a:t>
          </a:r>
          <a:endParaRPr lang="en-US" sz="1400" kern="1200"/>
        </a:p>
      </dsp:txBody>
      <dsp:txXfrm>
        <a:off x="597807" y="648192"/>
        <a:ext cx="8434287" cy="517582"/>
      </dsp:txXfrm>
    </dsp:sp>
    <dsp:sp modelId="{95A1C717-FD86-481E-B58B-8CE248A27F33}">
      <dsp:nvSpPr>
        <dsp:cNvPr id="0" name=""/>
        <dsp:cNvSpPr/>
      </dsp:nvSpPr>
      <dsp:spPr>
        <a:xfrm>
          <a:off x="0" y="1295170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77C35F-AD9E-4CE6-AE3A-D9CC91DB2375}">
      <dsp:nvSpPr>
        <dsp:cNvPr id="0" name=""/>
        <dsp:cNvSpPr/>
      </dsp:nvSpPr>
      <dsp:spPr>
        <a:xfrm>
          <a:off x="156568" y="1411626"/>
          <a:ext cx="284670" cy="2846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C6B14-B57E-4B28-AC3D-28D91D532030}">
      <dsp:nvSpPr>
        <dsp:cNvPr id="0" name=""/>
        <dsp:cNvSpPr/>
      </dsp:nvSpPr>
      <dsp:spPr>
        <a:xfrm>
          <a:off x="597807" y="1295170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Provided instant feedback on skill match scores and missing skills</a:t>
          </a:r>
          <a:endParaRPr lang="en-US" sz="1400" kern="1200"/>
        </a:p>
      </dsp:txBody>
      <dsp:txXfrm>
        <a:off x="597807" y="1295170"/>
        <a:ext cx="8434287" cy="517582"/>
      </dsp:txXfrm>
    </dsp:sp>
    <dsp:sp modelId="{F362C50C-203A-4C78-A0AB-60B25DDDF8EF}">
      <dsp:nvSpPr>
        <dsp:cNvPr id="0" name=""/>
        <dsp:cNvSpPr/>
      </dsp:nvSpPr>
      <dsp:spPr>
        <a:xfrm>
          <a:off x="0" y="1942148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F4F870-70A4-4BB1-8053-728ECD2B5DBC}">
      <dsp:nvSpPr>
        <dsp:cNvPr id="0" name=""/>
        <dsp:cNvSpPr/>
      </dsp:nvSpPr>
      <dsp:spPr>
        <a:xfrm>
          <a:off x="156568" y="2058604"/>
          <a:ext cx="284670" cy="2846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4DE6D0-F3EA-4015-8655-935A98786EBC}">
      <dsp:nvSpPr>
        <dsp:cNvPr id="0" name=""/>
        <dsp:cNvSpPr/>
      </dsp:nvSpPr>
      <dsp:spPr>
        <a:xfrm>
          <a:off x="597807" y="1942148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Displayed parsed resume content in a clean, readable layout</a:t>
          </a:r>
          <a:endParaRPr lang="en-US" sz="1400" kern="1200"/>
        </a:p>
      </dsp:txBody>
      <dsp:txXfrm>
        <a:off x="597807" y="1942148"/>
        <a:ext cx="8434287" cy="517582"/>
      </dsp:txXfrm>
    </dsp:sp>
    <dsp:sp modelId="{8CED10F1-CD33-4B32-AED3-0545B499067F}">
      <dsp:nvSpPr>
        <dsp:cNvPr id="0" name=""/>
        <dsp:cNvSpPr/>
      </dsp:nvSpPr>
      <dsp:spPr>
        <a:xfrm>
          <a:off x="0" y="2589126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1ED39E-CE96-4B3C-84CA-1D294D39EEF8}">
      <dsp:nvSpPr>
        <dsp:cNvPr id="0" name=""/>
        <dsp:cNvSpPr/>
      </dsp:nvSpPr>
      <dsp:spPr>
        <a:xfrm>
          <a:off x="156568" y="2705582"/>
          <a:ext cx="284670" cy="2846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812AB-95E2-4410-8EA3-22A41D711705}">
      <dsp:nvSpPr>
        <dsp:cNvPr id="0" name=""/>
        <dsp:cNvSpPr/>
      </dsp:nvSpPr>
      <dsp:spPr>
        <a:xfrm>
          <a:off x="597807" y="2589126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Designed with a responsive, minimal UI for fast performance and mobile accessibility</a:t>
          </a:r>
          <a:endParaRPr lang="en-US" sz="1400" kern="1200"/>
        </a:p>
      </dsp:txBody>
      <dsp:txXfrm>
        <a:off x="597807" y="2589126"/>
        <a:ext cx="8434287" cy="517582"/>
      </dsp:txXfrm>
    </dsp:sp>
    <dsp:sp modelId="{9F3D53D3-C000-4828-B520-1737C238CED6}">
      <dsp:nvSpPr>
        <dsp:cNvPr id="0" name=""/>
        <dsp:cNvSpPr/>
      </dsp:nvSpPr>
      <dsp:spPr>
        <a:xfrm>
          <a:off x="0" y="3236104"/>
          <a:ext cx="9032095" cy="517582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B828B-76D9-4ED2-99D6-D2ABFA4A248F}">
      <dsp:nvSpPr>
        <dsp:cNvPr id="0" name=""/>
        <dsp:cNvSpPr/>
      </dsp:nvSpPr>
      <dsp:spPr>
        <a:xfrm>
          <a:off x="156568" y="3352560"/>
          <a:ext cx="284670" cy="28467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949E01-928B-4A42-BF66-419A61D0E3AF}">
      <dsp:nvSpPr>
        <dsp:cNvPr id="0" name=""/>
        <dsp:cNvSpPr/>
      </dsp:nvSpPr>
      <dsp:spPr>
        <a:xfrm>
          <a:off x="597807" y="3236104"/>
          <a:ext cx="8434287" cy="5175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777" tIns="54777" rIns="54777" bIns="5477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i="0" kern="1200" baseline="0"/>
            <a:t>Integrated with backend database to log and track uploads for audit and reporting</a:t>
          </a:r>
          <a:endParaRPr lang="en-US" sz="1400" kern="1200"/>
        </a:p>
      </dsp:txBody>
      <dsp:txXfrm>
        <a:off x="597807" y="3236104"/>
        <a:ext cx="8434287" cy="51758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558F0-3BFF-4128-AA1F-A6A636465CDE}">
      <dsp:nvSpPr>
        <dsp:cNvPr id="0" name=""/>
        <dsp:cNvSpPr/>
      </dsp:nvSpPr>
      <dsp:spPr>
        <a:xfrm>
          <a:off x="0" y="0"/>
          <a:ext cx="49530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00F6F-75E9-4B4B-AA34-A5EA1E040BDC}">
      <dsp:nvSpPr>
        <dsp:cNvPr id="0" name=""/>
        <dsp:cNvSpPr/>
      </dsp:nvSpPr>
      <dsp:spPr>
        <a:xfrm>
          <a:off x="0" y="0"/>
          <a:ext cx="4953000" cy="1185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/>
              <a:cs typeface="Times New Roman"/>
            </a:rPr>
            <a:t>Used Python + Azure Translator API to translate key resume/job fields</a:t>
          </a:r>
          <a:endParaRPr lang="en-US" sz="1400" b="0" kern="1200">
            <a:latin typeface="Times New Roman"/>
            <a:cs typeface="Times New Roman"/>
          </a:endParaRPr>
        </a:p>
      </dsp:txBody>
      <dsp:txXfrm>
        <a:off x="0" y="0"/>
        <a:ext cx="4953000" cy="1185465"/>
      </dsp:txXfrm>
    </dsp:sp>
    <dsp:sp modelId="{10C19C37-C8C2-43F8-BA51-543D9D78FFFA}">
      <dsp:nvSpPr>
        <dsp:cNvPr id="0" name=""/>
        <dsp:cNvSpPr/>
      </dsp:nvSpPr>
      <dsp:spPr>
        <a:xfrm>
          <a:off x="0" y="1185465"/>
          <a:ext cx="4953000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6608D6-BA24-4049-B796-D63F6FC62DC3}">
      <dsp:nvSpPr>
        <dsp:cNvPr id="0" name=""/>
        <dsp:cNvSpPr/>
      </dsp:nvSpPr>
      <dsp:spPr>
        <a:xfrm>
          <a:off x="0" y="1185465"/>
          <a:ext cx="4953000" cy="1185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/>
              <a:cs typeface="Times New Roman"/>
            </a:rPr>
            <a:t>Created dedicated columns (e.g., </a:t>
          </a:r>
          <a:r>
            <a:rPr lang="en-US" sz="1400" b="0" i="0" kern="1200" baseline="0" err="1">
              <a:latin typeface="Times New Roman"/>
              <a:cs typeface="Times New Roman"/>
            </a:rPr>
            <a:t>job_title_French</a:t>
          </a:r>
          <a:r>
            <a:rPr lang="en-US" sz="1400" b="0" i="0" kern="1200" baseline="0">
              <a:latin typeface="Times New Roman"/>
              <a:cs typeface="Times New Roman"/>
            </a:rPr>
            <a:t>, </a:t>
          </a:r>
          <a:r>
            <a:rPr lang="en-US" sz="1400" b="0" i="0" kern="1200" baseline="0" err="1">
              <a:latin typeface="Times New Roman"/>
              <a:cs typeface="Times New Roman"/>
            </a:rPr>
            <a:t>skills_French</a:t>
          </a:r>
          <a:r>
            <a:rPr lang="en-US" sz="1400" b="0" i="0" kern="1200" baseline="0">
              <a:latin typeface="Times New Roman"/>
              <a:cs typeface="Times New Roman"/>
            </a:rPr>
            <a:t>) in Azure SQL DB</a:t>
          </a:r>
          <a:endParaRPr lang="en-US" sz="1400" b="0" kern="1200">
            <a:latin typeface="Times New Roman"/>
            <a:cs typeface="Times New Roman"/>
          </a:endParaRPr>
        </a:p>
      </dsp:txBody>
      <dsp:txXfrm>
        <a:off x="0" y="1185465"/>
        <a:ext cx="4953000" cy="1185465"/>
      </dsp:txXfrm>
    </dsp:sp>
    <dsp:sp modelId="{FB8AF1D2-4F70-4375-B920-F359AA34A41C}">
      <dsp:nvSpPr>
        <dsp:cNvPr id="0" name=""/>
        <dsp:cNvSpPr/>
      </dsp:nvSpPr>
      <dsp:spPr>
        <a:xfrm>
          <a:off x="0" y="2370931"/>
          <a:ext cx="495300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C9DB2E-1E80-4D6C-B77D-BEA077C56107}">
      <dsp:nvSpPr>
        <dsp:cNvPr id="0" name=""/>
        <dsp:cNvSpPr/>
      </dsp:nvSpPr>
      <dsp:spPr>
        <a:xfrm>
          <a:off x="0" y="2370931"/>
          <a:ext cx="4953000" cy="1185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/>
              <a:cs typeface="Times New Roman"/>
            </a:rPr>
            <a:t>Ensured Power BI reads from translated fields for localization</a:t>
          </a:r>
          <a:endParaRPr lang="en-US" sz="1400" b="0" kern="1200">
            <a:latin typeface="Times New Roman"/>
            <a:cs typeface="Times New Roman"/>
          </a:endParaRPr>
        </a:p>
      </dsp:txBody>
      <dsp:txXfrm>
        <a:off x="0" y="2370931"/>
        <a:ext cx="4953000" cy="1185465"/>
      </dsp:txXfrm>
    </dsp:sp>
    <dsp:sp modelId="{6597BB78-31F7-4F4F-A1C7-1EED26247FDB}">
      <dsp:nvSpPr>
        <dsp:cNvPr id="0" name=""/>
        <dsp:cNvSpPr/>
      </dsp:nvSpPr>
      <dsp:spPr>
        <a:xfrm>
          <a:off x="0" y="3556397"/>
          <a:ext cx="49530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76E50F-9844-4287-B27B-414E9234B15D}">
      <dsp:nvSpPr>
        <dsp:cNvPr id="0" name=""/>
        <dsp:cNvSpPr/>
      </dsp:nvSpPr>
      <dsp:spPr>
        <a:xfrm>
          <a:off x="0" y="3556397"/>
          <a:ext cx="4953000" cy="11854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0" i="0" kern="1200" baseline="0">
              <a:latin typeface="Times New Roman"/>
              <a:cs typeface="Times New Roman"/>
            </a:rPr>
            <a:t>Enhanced recruiter accessibility for French-speaking users</a:t>
          </a:r>
          <a:endParaRPr lang="en-US" sz="1400" b="0" kern="1200">
            <a:latin typeface="Times New Roman"/>
            <a:cs typeface="Times New Roman"/>
          </a:endParaRPr>
        </a:p>
      </dsp:txBody>
      <dsp:txXfrm>
        <a:off x="0" y="3556397"/>
        <a:ext cx="4953000" cy="118546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4FB657-15E2-4034-85B9-BC6854AD224D}">
      <dsp:nvSpPr>
        <dsp:cNvPr id="0" name=""/>
        <dsp:cNvSpPr/>
      </dsp:nvSpPr>
      <dsp:spPr>
        <a:xfrm>
          <a:off x="0" y="571956"/>
          <a:ext cx="6109130" cy="1433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136" tIns="270764" rIns="47413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/>
            <a:t>Inconsistent resume structures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/>
            <a:t>Skill keyword variations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/>
            <a:t>Azure quota limitations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Job selection filtering in UI</a:t>
          </a:r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b="0" kern="1200">
              <a:latin typeface="Roboto"/>
              <a:ea typeface="Roboto"/>
              <a:cs typeface="Roboto"/>
            </a:rPr>
            <a:t>Inconsistent</a:t>
          </a:r>
          <a:r>
            <a:rPr lang="en-US" sz="1300" b="0" kern="1200">
              <a:latin typeface="Neue Haas Grotesk Text Pro"/>
            </a:rPr>
            <a:t> word extraction</a:t>
          </a:r>
        </a:p>
      </dsp:txBody>
      <dsp:txXfrm>
        <a:off x="0" y="571956"/>
        <a:ext cx="6109130" cy="1433250"/>
      </dsp:txXfrm>
    </dsp:sp>
    <dsp:sp modelId="{A93126D5-C6D6-409C-8A04-FF1387A69789}">
      <dsp:nvSpPr>
        <dsp:cNvPr id="0" name=""/>
        <dsp:cNvSpPr/>
      </dsp:nvSpPr>
      <dsp:spPr>
        <a:xfrm>
          <a:off x="305456" y="380076"/>
          <a:ext cx="4276391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b="1" kern="1200"/>
            <a:t>Challenge </a:t>
          </a:r>
          <a:endParaRPr lang="en-US" sz="1300" kern="1200"/>
        </a:p>
      </dsp:txBody>
      <dsp:txXfrm>
        <a:off x="324190" y="398810"/>
        <a:ext cx="4238923" cy="346292"/>
      </dsp:txXfrm>
    </dsp:sp>
    <dsp:sp modelId="{BBF6B87B-38B3-493E-9BDF-E4DDCC4070AC}">
      <dsp:nvSpPr>
        <dsp:cNvPr id="0" name=""/>
        <dsp:cNvSpPr/>
      </dsp:nvSpPr>
      <dsp:spPr>
        <a:xfrm>
          <a:off x="0" y="2267286"/>
          <a:ext cx="6109130" cy="14332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74136" tIns="270764" rIns="474136" bIns="92456" numCol="1" spcCol="1270" anchor="t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300" kern="1200"/>
            <a:t>Utilized regex and NLP techniques for adaptable data extraction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Employed fuzzy matching algorithms to align similar skill terms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Optimized </a:t>
          </a:r>
          <a:r>
            <a:rPr lang="en-US" sz="1300" kern="1200" err="1"/>
            <a:t>vCore</a:t>
          </a:r>
          <a:r>
            <a:rPr lang="en-US" sz="1300" kern="1200"/>
            <a:t> settings and configured budget usage alerts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Integrated dynamic dropdown filters using Stream lit for better </a:t>
          </a:r>
          <a:r>
            <a:rPr lang="en-US" sz="1300" kern="1200">
              <a:latin typeface="Neue Haas Grotesk Text Pro"/>
            </a:rPr>
            <a:t>UI</a:t>
          </a:r>
          <a:endParaRPr lang="en-US" sz="1300" kern="1200"/>
        </a:p>
        <a:p>
          <a:pPr marL="114300" lvl="1" indent="-114300" algn="l" defTabSz="57785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>
              <a:latin typeface="Neue Haas Grotesk Text Pro"/>
            </a:rPr>
            <a:t>Created Master File to extract word consistenly </a:t>
          </a:r>
        </a:p>
      </dsp:txBody>
      <dsp:txXfrm>
        <a:off x="0" y="2267286"/>
        <a:ext cx="6109130" cy="1433250"/>
      </dsp:txXfrm>
    </dsp:sp>
    <dsp:sp modelId="{A3FE3F8B-AEE6-43E8-BB8C-DF22C45B3BEF}">
      <dsp:nvSpPr>
        <dsp:cNvPr id="0" name=""/>
        <dsp:cNvSpPr/>
      </dsp:nvSpPr>
      <dsp:spPr>
        <a:xfrm>
          <a:off x="305456" y="2075406"/>
          <a:ext cx="4276391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637" tIns="0" rIns="161637" bIns="0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Solutions</a:t>
          </a:r>
        </a:p>
      </dsp:txBody>
      <dsp:txXfrm>
        <a:off x="324190" y="2094140"/>
        <a:ext cx="4238923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19609C-1F27-48E3-A74A-ECAF1F56A8FB}" type="datetimeFigureOut">
              <a:rPr lang="en-CA" smtClean="0"/>
              <a:t>2025-08-07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BB802-DDB6-49F3-995E-3EC890D5ECC5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85591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349131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86818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659014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23778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4DC9E-5B7B-152F-BA50-52B8A8B75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591539-A341-1DA4-628B-F0C62A253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106BF6-BBD3-C391-4A33-FC0E48AE03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745CC-29CD-E6D5-D2D6-15ADC88D7A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1BB802-DDB6-49F3-995E-3EC890D5ECC5}" type="slidenum">
              <a:rPr kumimoji="0" lang="en-C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C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12178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60929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78460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21176-99A7-FF50-860A-DC588E463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C056CA-9CC4-061B-C76F-6AF7E05C8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19143-B41B-CFAF-1922-927D5F1D9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28896-410C-9E45-C16E-1E9B246C7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55744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93463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405829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007050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b="1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004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,Sans-Serif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441900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814289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BB802-DDB6-49F3-995E-3EC890D5ECC5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6386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96401" y="3378954"/>
            <a:ext cx="6394567" cy="3479046"/>
          </a:xfrm>
          <a:custGeom>
            <a:avLst/>
            <a:gdLst>
              <a:gd name="connsiteX0" fmla="*/ 5171297 w 6394567"/>
              <a:gd name="connsiteY0" fmla="*/ 284 h 3479046"/>
              <a:gd name="connsiteX1" fmla="*/ 6394290 w 6394567"/>
              <a:gd name="connsiteY1" fmla="*/ 430072 h 3479046"/>
              <a:gd name="connsiteX2" fmla="*/ 6394567 w 6394567"/>
              <a:gd name="connsiteY2" fmla="*/ 430316 h 3479046"/>
              <a:gd name="connsiteX3" fmla="*/ 6394567 w 6394567"/>
              <a:gd name="connsiteY3" fmla="*/ 3479046 h 3479046"/>
              <a:gd name="connsiteX4" fmla="*/ 0 w 6394567"/>
              <a:gd name="connsiteY4" fmla="*/ 3479046 h 3479046"/>
              <a:gd name="connsiteX5" fmla="*/ 3916974 w 6394567"/>
              <a:gd name="connsiteY5" fmla="*/ 405504 h 3479046"/>
              <a:gd name="connsiteX6" fmla="*/ 3959456 w 6394567"/>
              <a:gd name="connsiteY6" fmla="*/ 373857 h 3479046"/>
              <a:gd name="connsiteX7" fmla="*/ 5052215 w 6394567"/>
              <a:gd name="connsiteY7" fmla="*/ 1756 h 3479046"/>
              <a:gd name="connsiteX8" fmla="*/ 5171297 w 6394567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32C74-82F4-2A29-889B-EF23CEE6AA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1" y="1122363"/>
            <a:ext cx="6211185" cy="2305246"/>
          </a:xfr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ACADD6-278F-604C-8A38-BBBAFC675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2" y="3549048"/>
            <a:ext cx="5029198" cy="195627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3946B-3F5A-C916-B62B-8D5938EA8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6539F-2DB8-FCDA-C884-9C3CD29B8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AA7B3-5D3B-D493-8F6F-1FEBB8576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236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160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8D9C414-4A2F-78AF-ED60-6130D4C563B3}"/>
              </a:ext>
            </a:extLst>
          </p:cNvPr>
          <p:cNvSpPr/>
          <p:nvPr/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2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3410AE4-7FC7-589E-B6D3-0DA7B5FC5CE3}"/>
              </a:ext>
            </a:extLst>
          </p:cNvPr>
          <p:cNvSpPr/>
          <p:nvPr/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33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381CBD-08D9-3C9A-7620-24F2D6404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709738"/>
            <a:ext cx="6455434" cy="29812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5AE2B-1716-CEEC-73F8-E81F591925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4759252"/>
            <a:ext cx="5397260" cy="95574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F3052-6EE8-979F-04FB-1B8DF81F2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86285-161A-6869-27C2-0A159C234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ED64F-5DAB-238D-C34A-1DCCB122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63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84D0-7460-7B08-F1EE-96EABE402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9" y="936841"/>
            <a:ext cx="10092477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0B7F9-8ECB-7079-A11E-51D3903E2B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6800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E97161-CAF5-CA48-D814-7ACD43AB99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9795" y="2117341"/>
            <a:ext cx="4809482" cy="376012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3BD680-4E7A-5155-3CAE-6BD44EE8B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6A152D-EFF2-B3AA-3F25-14E113673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D6032-FD7A-BFFD-9BE5-48EDBEFBD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529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47F4D-4855-340E-03F3-4860885E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63283"/>
            <a:ext cx="10096500" cy="91600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CEB472-7426-C288-B5F6-0A1232DCED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1" y="1879287"/>
            <a:ext cx="4739628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194F9C-B6FA-97C3-F618-0CF956CB5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801" y="2505075"/>
            <a:ext cx="4739628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F5665C-7910-AFA2-350F-42C06ED5A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0330" y="1879287"/>
            <a:ext cx="4762970" cy="582117"/>
          </a:xfrm>
        </p:spPr>
        <p:txBody>
          <a:bodyPr anchor="b">
            <a:noAutofit/>
          </a:bodyPr>
          <a:lstStyle>
            <a:lvl1pPr marL="0" indent="0">
              <a:buNone/>
              <a:defRPr sz="1400" b="1" cap="all" spc="2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71352E-1DE0-F0CD-6F81-1D8FF59C2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0330" y="2505075"/>
            <a:ext cx="4762970" cy="33896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38F7E4-7D9E-4736-3269-4F0C46996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386CF-9A84-8D2A-BC47-C951DD994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80844D-FE1F-49E7-3BBD-527FB72EC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822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691C-93A5-1364-00A9-A470C289F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357223"/>
            <a:ext cx="8886884" cy="104307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E055BD-4154-B9D1-0B5B-B1E3A06B6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2A9E4A-03D1-7A8B-233D-014A3248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2CEFC4-D276-DF45-F395-F5BD2EA70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373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12C0AD-76F4-FCE4-2717-0A9AA4351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83BB66-3F41-7F1D-5108-B3F679A8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A6DA0-07AE-4BE4-B82F-7936D0E3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838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BFB75-C953-0BD0-4E2E-717767426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70626"/>
            <a:ext cx="3705225" cy="1286774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1AA52-60F3-40F2-673B-5848F4253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75426"/>
            <a:ext cx="5980112" cy="476837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0167E8-C561-5A72-AED3-442F66DDE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DBFED3-7CB3-1B8B-9504-13A121CAD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456C9-19A0-4441-B1AF-B7AFBF642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898EA-84CC-411C-0012-D314953696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29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1E10-1458-2553-05B4-313F7E26D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782128"/>
            <a:ext cx="3705225" cy="1275272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C0F677-F177-6DED-1920-685B9D9FF2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143000"/>
            <a:ext cx="5980112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4D1CB1-2109-480E-8904-4077C94D6E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800" y="2057400"/>
            <a:ext cx="3705225" cy="36576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B0DB38-7CB9-2140-BC21-6D2E7DD0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448AD-3B1D-4B5E-CAB9-BB5FD2CD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EEF53D-CF5A-87A2-E973-3B8CCDEBA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1325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50D2E-0561-F284-F89A-AAE3CD09A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10239338" cy="95366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657C4C-16EC-2477-6332-830F53011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9848" y="2139696"/>
            <a:ext cx="10239338" cy="367768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0940D3-6996-1C08-F1AF-87C354657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676C3-588F-B636-8CE0-AA2CBFBCE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EF8A9-EB1E-B344-A4B8-B58D06336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183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F3A28-33E4-2796-AE7A-1234569F5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44950" y="1081177"/>
            <a:ext cx="2508849" cy="46338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D185FC-2BBB-E997-A5CD-F2C6CF6B7C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6800" y="1081177"/>
            <a:ext cx="7505700" cy="46338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14B3C-96CD-071C-C2AD-2C7E04F81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A2B04-F5E0-C5A3-C77D-6AE9A9E91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155BC2-C712-C4A4-50EC-E10D88344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0422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1F4A25-A386-9574-775C-E5E5F9FC3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36841"/>
            <a:ext cx="888688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7885F-2B7B-74DB-9996-E0ACEBC9D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9848" y="2139696"/>
            <a:ext cx="8883836" cy="36776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4F519-BA47-2B81-CC1C-7E1F119EC6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77379" y="4629744"/>
            <a:ext cx="2653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8/7/2025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52D7B-C352-1630-4C3D-7D5983C04D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10602" y="6318446"/>
            <a:ext cx="27431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E04F0-DF9B-480B-CC46-BAE7A81FB7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3800" y="6318446"/>
            <a:ext cx="6156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14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1" r:id="rId6"/>
    <p:sldLayoutId id="2147483727" r:id="rId7"/>
    <p:sldLayoutId id="2147483728" r:id="rId8"/>
    <p:sldLayoutId id="2147483729" r:id="rId9"/>
    <p:sldLayoutId id="2147483730" r:id="rId10"/>
    <p:sldLayoutId id="2147483732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sv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svg"/><Relationship Id="rId4" Type="http://schemas.openxmlformats.org/officeDocument/2006/relationships/image" Target="../media/image26.svg"/><Relationship Id="rId9" Type="http://schemas.openxmlformats.org/officeDocument/2006/relationships/image" Target="../media/image31.png"/><Relationship Id="rId14" Type="http://schemas.openxmlformats.org/officeDocument/2006/relationships/image" Target="../media/image36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7.xml"/><Relationship Id="rId3" Type="http://schemas.openxmlformats.org/officeDocument/2006/relationships/slide" Target="slide13.xml"/><Relationship Id="rId7" Type="http://schemas.openxmlformats.org/officeDocument/2006/relationships/slide" Target="slide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slide" Target="slide9.xml"/><Relationship Id="rId5" Type="http://schemas.openxmlformats.org/officeDocument/2006/relationships/slide" Target="slide10.xml"/><Relationship Id="rId10" Type="http://schemas.openxmlformats.org/officeDocument/2006/relationships/image" Target="../media/image38.svg"/><Relationship Id="rId4" Type="http://schemas.openxmlformats.org/officeDocument/2006/relationships/slide" Target="slide11.xml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talentminer.streamlit.app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6.xml"/><Relationship Id="rId4" Type="http://schemas.openxmlformats.org/officeDocument/2006/relationships/image" Target="../media/image4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p.powerbi.com/groups/me/reports/494ce756-27f7-41b4-be28-c17b3e85fbb6/f02b62b1bcb8306dd604?experience=power-b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app.powerbi.com/groups/me/reports/494ce756-27f7-41b4-be28-c17b3e85fbb6/f02b62b1bcb8306dd604?experience=power-b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68B51F-0397-D568-D929-A4F9A9CC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neon sign with a glowing sign next to a trash can&#10;&#10;AI-generated content may be incorrect.">
            <a:extLst>
              <a:ext uri="{FF2B5EF4-FFF2-40B4-BE49-F238E27FC236}">
                <a16:creationId xmlns:a16="http://schemas.microsoft.com/office/drawing/2014/main" id="{421153DD-9914-D62E-F620-6C5129E92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730"/>
          <a:stretch>
            <a:fillRect/>
          </a:stretch>
        </p:blipFill>
        <p:spPr>
          <a:xfrm>
            <a:off x="-53832" y="0"/>
            <a:ext cx="12245831" cy="7304303"/>
          </a:xfrm>
          <a:prstGeom prst="rect">
            <a:avLst/>
          </a:prstGeom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0F200B6-228D-F4F2-C6FF-D4257EC20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H="1">
            <a:off x="4556932" y="3127849"/>
            <a:ext cx="7654355" cy="3796328"/>
          </a:xfrm>
          <a:custGeom>
            <a:avLst/>
            <a:gdLst>
              <a:gd name="connsiteX0" fmla="*/ 1835852 w 7654355"/>
              <a:gd name="connsiteY0" fmla="*/ 1549 h 3796328"/>
              <a:gd name="connsiteX1" fmla="*/ 20604 w 7654355"/>
              <a:gd name="connsiteY1" fmla="*/ 803783 h 3796328"/>
              <a:gd name="connsiteX2" fmla="*/ 0 w 7654355"/>
              <a:gd name="connsiteY2" fmla="*/ 826352 h 3796328"/>
              <a:gd name="connsiteX3" fmla="*/ 51841 w 7654355"/>
              <a:gd name="connsiteY3" fmla="*/ 3796328 h 3796328"/>
              <a:gd name="connsiteX4" fmla="*/ 7654355 w 7654355"/>
              <a:gd name="connsiteY4" fmla="*/ 3663625 h 3796328"/>
              <a:gd name="connsiteX5" fmla="*/ 3473222 w 7654355"/>
              <a:gd name="connsiteY5" fmla="*/ 499129 h 3796328"/>
              <a:gd name="connsiteX6" fmla="*/ 3417360 w 7654355"/>
              <a:gd name="connsiteY6" fmla="*/ 459014 h 3796328"/>
              <a:gd name="connsiteX7" fmla="*/ 1990462 w 7654355"/>
              <a:gd name="connsiteY7" fmla="*/ 763 h 3796328"/>
              <a:gd name="connsiteX8" fmla="*/ 1835852 w 7654355"/>
              <a:gd name="connsiteY8" fmla="*/ 1549 h 379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54355" h="3796328">
                <a:moveTo>
                  <a:pt x="1835852" y="1549"/>
                </a:moveTo>
                <a:cubicBezTo>
                  <a:pt x="1166613" y="24353"/>
                  <a:pt x="510847" y="298769"/>
                  <a:pt x="20604" y="803783"/>
                </a:cubicBezTo>
                <a:lnTo>
                  <a:pt x="0" y="826352"/>
                </a:lnTo>
                <a:lnTo>
                  <a:pt x="51841" y="3796328"/>
                </a:lnTo>
                <a:lnTo>
                  <a:pt x="7654355" y="3663625"/>
                </a:lnTo>
                <a:lnTo>
                  <a:pt x="3473222" y="499129"/>
                </a:lnTo>
                <a:lnTo>
                  <a:pt x="3417360" y="459014"/>
                </a:lnTo>
                <a:cubicBezTo>
                  <a:pt x="2981578" y="162529"/>
                  <a:pt x="2485536" y="12600"/>
                  <a:pt x="1990462" y="763"/>
                </a:cubicBezTo>
                <a:cubicBezTo>
                  <a:pt x="1938891" y="-470"/>
                  <a:pt x="1887332" y="-206"/>
                  <a:pt x="1835852" y="1549"/>
                </a:cubicBezTo>
                <a:close/>
              </a:path>
            </a:pathLst>
          </a:custGeom>
          <a:gradFill>
            <a:gsLst>
              <a:gs pos="22000">
                <a:schemeClr val="bg2">
                  <a:alpha val="80000"/>
                </a:schemeClr>
              </a:gs>
              <a:gs pos="100000">
                <a:schemeClr val="accent1">
                  <a:lumMod val="60000"/>
                  <a:lumOff val="40000"/>
                  <a:alpha val="84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B1AC7D-A6DB-3416-7E9D-D0DD11312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8164" y="4376057"/>
            <a:ext cx="4769921" cy="2362200"/>
          </a:xfrm>
        </p:spPr>
        <p:txBody>
          <a:bodyPr anchor="ctr">
            <a:normAutofit/>
          </a:bodyPr>
          <a:lstStyle/>
          <a:p>
            <a:pPr algn="r"/>
            <a:r>
              <a:rPr lang="en-CA" sz="3200"/>
              <a:t>Shiva </a:t>
            </a:r>
            <a:r>
              <a:rPr lang="en-CA" sz="3200" err="1"/>
              <a:t>Shiva</a:t>
            </a:r>
            <a:br>
              <a:rPr lang="en-CA" sz="3200"/>
            </a:br>
            <a:r>
              <a:rPr lang="en-CA" sz="3200"/>
              <a:t>Prajna Ganji</a:t>
            </a:r>
            <a:br>
              <a:rPr lang="en-CA" sz="3200"/>
            </a:br>
            <a:r>
              <a:rPr lang="en-CA" sz="3200"/>
              <a:t>Maruta </a:t>
            </a:r>
            <a:r>
              <a:rPr lang="en-CA" sz="3200" err="1"/>
              <a:t>Zalane</a:t>
            </a:r>
            <a:br>
              <a:rPr lang="en-CA" sz="3200"/>
            </a:br>
            <a:r>
              <a:rPr lang="en-CA" sz="3200"/>
              <a:t>Neetika Upadhyay(T.L)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D14315-E309-F9BB-697C-BBF85795F5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5086" y="446314"/>
            <a:ext cx="5388428" cy="598715"/>
          </a:xfrm>
        </p:spPr>
        <p:txBody>
          <a:bodyPr anchor="b">
            <a:noAutofit/>
          </a:bodyPr>
          <a:lstStyle/>
          <a:p>
            <a:pPr algn="ctr"/>
            <a:r>
              <a:rPr lang="en-CA" sz="4400" b="1">
                <a:solidFill>
                  <a:schemeClr val="accent1">
                    <a:lumMod val="20000"/>
                    <a:lumOff val="80000"/>
                  </a:schemeClr>
                </a:solidFill>
              </a:rPr>
              <a:t>Talent Miner</a:t>
            </a:r>
          </a:p>
        </p:txBody>
      </p:sp>
    </p:spTree>
    <p:extLst>
      <p:ext uri="{BB962C8B-B14F-4D97-AF65-F5344CB8AC3E}">
        <p14:creationId xmlns:p14="http://schemas.microsoft.com/office/powerpoint/2010/main" val="2248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2AA3712-C5CA-A663-E80E-253CE093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0173E-77D1-0FD3-B512-93624655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5142" y="783771"/>
            <a:ext cx="4463143" cy="1360715"/>
          </a:xfrm>
        </p:spPr>
        <p:txBody>
          <a:bodyPr anchor="ctr">
            <a:normAutofit/>
          </a:bodyPr>
          <a:lstStyle/>
          <a:p>
            <a:pPr algn="ctr"/>
            <a:r>
              <a:rPr lang="en-US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CA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29B79EB-E213-DBF1-1278-CBE856C04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264229"/>
            <a:ext cx="5987145" cy="3713441"/>
          </a:xfrm>
        </p:spPr>
        <p:txBody>
          <a:bodyPr>
            <a:noAutofit/>
          </a:bodyPr>
          <a:lstStyle/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Automate resume data extraction using NLP techniques.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Match candidate skills with job descriptions to identify top-fit profiles efficiently.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Minimize recruiter workload by streamlining the resume screening process.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Visualize key hiring insights through interactive Power BI dashboards.</a:t>
            </a:r>
          </a:p>
          <a:p>
            <a:pPr marL="0" lvl="0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Stream lit interface for uploading, matching, and tracking resumes.</a:t>
            </a:r>
          </a:p>
        </p:txBody>
      </p:sp>
      <p:pic>
        <p:nvPicPr>
          <p:cNvPr id="5" name="Content Placeholder 4" descr="A computer with a dart in the center&#10;&#10;AI-generated content may be incorrect.">
            <a:extLst>
              <a:ext uri="{FF2B5EF4-FFF2-40B4-BE49-F238E27FC236}">
                <a16:creationId xmlns:a16="http://schemas.microsoft.com/office/drawing/2014/main" id="{F37B5E55-6D6A-0B65-DC86-DB1AC529E1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1724"/>
          <a:stretch>
            <a:fillRect/>
          </a:stretch>
        </p:blipFill>
        <p:spPr>
          <a:xfrm>
            <a:off x="7304314" y="882650"/>
            <a:ext cx="4000918" cy="437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79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E0832-4F9B-21DF-A8B5-67E43701F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558" y="936841"/>
            <a:ext cx="8886884" cy="953669"/>
          </a:xfrm>
        </p:spPr>
        <p:txBody>
          <a:bodyPr>
            <a:normAutofit fontScale="90000"/>
          </a:bodyPr>
          <a:lstStyle/>
          <a:p>
            <a:pPr algn="ctr"/>
            <a:r>
              <a:rPr lang="en-CA" sz="44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Tools Used</a:t>
            </a:r>
            <a:br>
              <a:rPr lang="en-CA"/>
            </a:br>
            <a:endParaRPr lang="en-CA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29B381E-1F23-4442-ED32-17C045CB4A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2517232"/>
              </p:ext>
            </p:extLst>
          </p:nvPr>
        </p:nvGraphicFramePr>
        <p:xfrm>
          <a:off x="1069847" y="1739646"/>
          <a:ext cx="10165599" cy="4398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0339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063577F-2949-C31E-B4B0-5E250230FD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7E4A51B-BAF6-3729-A2C0-89331F2FB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365" y="-318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40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30D46-7368-5829-B2C1-219CCC2B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3183" y="1143000"/>
            <a:ext cx="5505635" cy="1061720"/>
          </a:xfrm>
        </p:spPr>
        <p:txBody>
          <a:bodyPr anchor="t">
            <a:normAutofit/>
          </a:bodyPr>
          <a:lstStyle/>
          <a:p>
            <a:pPr algn="ctr"/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Source Data Acquisition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5EC91E5-605C-A02B-866B-67F385B53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1880432"/>
              </p:ext>
            </p:extLst>
          </p:nvPr>
        </p:nvGraphicFramePr>
        <p:xfrm>
          <a:off x="1578429" y="1937657"/>
          <a:ext cx="9470571" cy="4038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862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E5EA2-2FEE-8E73-4C0D-D4DC38A8F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61989C18-D9FE-5B42-5019-C2925FAF5498}"/>
              </a:ext>
            </a:extLst>
          </p:cNvPr>
          <p:cNvSpPr txBox="1"/>
          <p:nvPr/>
        </p:nvSpPr>
        <p:spPr>
          <a:xfrm>
            <a:off x="3048000" y="56605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srgbClr val="16AEA7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System Architecture / Workflow </a:t>
            </a:r>
            <a:endParaRPr kumimoji="0" lang="en-CA" sz="2800" b="1" i="0" u="none" strike="noStrike" kern="1200" cap="none" spc="0" normalizeH="0" baseline="0" noProof="0">
              <a:ln>
                <a:noFill/>
              </a:ln>
              <a:solidFill>
                <a:srgbClr val="16AEA7">
                  <a:lumMod val="50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691488B-D969-82D7-9DF8-1B3AB8F96984}"/>
              </a:ext>
            </a:extLst>
          </p:cNvPr>
          <p:cNvGrpSpPr/>
          <p:nvPr/>
        </p:nvGrpSpPr>
        <p:grpSpPr>
          <a:xfrm>
            <a:off x="1286739" y="1357263"/>
            <a:ext cx="9618522" cy="4877502"/>
            <a:chOff x="1594987" y="1357263"/>
            <a:chExt cx="9618522" cy="4877502"/>
          </a:xfrm>
        </p:grpSpPr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F4B34BD5-865F-83D6-3EA8-2FBB0EC7CD3A}"/>
                </a:ext>
              </a:extLst>
            </p:cNvPr>
            <p:cNvSpPr/>
            <p:nvPr/>
          </p:nvSpPr>
          <p:spPr>
            <a:xfrm>
              <a:off x="3902056" y="4410430"/>
              <a:ext cx="6030679" cy="745202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pic>
          <p:nvPicPr>
            <p:cNvPr id="3" name="Graphic 2" descr="Open folder with solid fill">
              <a:extLst>
                <a:ext uri="{FF2B5EF4-FFF2-40B4-BE49-F238E27FC236}">
                  <a16:creationId xmlns:a16="http://schemas.microsoft.com/office/drawing/2014/main" id="{F4D4065B-180D-DA2C-FCBB-367288D425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6490" y="2191579"/>
              <a:ext cx="540000" cy="540000"/>
            </a:xfrm>
            <a:prstGeom prst="rect">
              <a:avLst/>
            </a:prstGeom>
          </p:spPr>
        </p:pic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ACFD87D-CC1E-CD0B-8B0C-ECF76FB2D15D}"/>
                </a:ext>
              </a:extLst>
            </p:cNvPr>
            <p:cNvSpPr/>
            <p:nvPr/>
          </p:nvSpPr>
          <p:spPr>
            <a:xfrm>
              <a:off x="5038527" y="1357263"/>
              <a:ext cx="2114947" cy="397619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Project Folder Structure</a:t>
              </a:r>
              <a:endParaRPr kumimoji="0" lang="en-CA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6ACBAE65-7C3C-A654-1D31-17C58582A821}"/>
                </a:ext>
              </a:extLst>
            </p:cNvPr>
            <p:cNvSpPr/>
            <p:nvPr/>
          </p:nvSpPr>
          <p:spPr>
            <a:xfrm>
              <a:off x="2048331" y="2262629"/>
              <a:ext cx="802284" cy="540000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F4AD765-F0C0-FD83-BDCB-175D539F7E69}"/>
                </a:ext>
              </a:extLst>
            </p:cNvPr>
            <p:cNvSpPr txBox="1"/>
            <p:nvPr/>
          </p:nvSpPr>
          <p:spPr>
            <a:xfrm>
              <a:off x="2035540" y="1990172"/>
              <a:ext cx="57810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Input</a:t>
              </a:r>
            </a:p>
          </p:txBody>
        </p:sp>
        <p:pic>
          <p:nvPicPr>
            <p:cNvPr id="41" name="Graphic 40" descr="Clipboard Badge with solid fill">
              <a:extLst>
                <a:ext uri="{FF2B5EF4-FFF2-40B4-BE49-F238E27FC236}">
                  <a16:creationId xmlns:a16="http://schemas.microsoft.com/office/drawing/2014/main" id="{F535FCB3-3EC4-3AD6-2C73-4707874109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94567" y="2735665"/>
              <a:ext cx="396000" cy="396000"/>
            </a:xfrm>
            <a:prstGeom prst="rect">
              <a:avLst/>
            </a:prstGeom>
          </p:spPr>
        </p:pic>
        <p:pic>
          <p:nvPicPr>
            <p:cNvPr id="45" name="Graphic 44" descr="List with solid fill">
              <a:extLst>
                <a:ext uri="{FF2B5EF4-FFF2-40B4-BE49-F238E27FC236}">
                  <a16:creationId xmlns:a16="http://schemas.microsoft.com/office/drawing/2014/main" id="{8F31C140-C460-8609-F741-BE7B8C009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55016" y="3380732"/>
              <a:ext cx="396000" cy="396000"/>
            </a:xfrm>
            <a:prstGeom prst="rect">
              <a:avLst/>
            </a:prstGeom>
          </p:spPr>
        </p:pic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1A348B19-B2A6-817A-F18A-C893C3091C86}"/>
                </a:ext>
              </a:extLst>
            </p:cNvPr>
            <p:cNvSpPr/>
            <p:nvPr/>
          </p:nvSpPr>
          <p:spPr>
            <a:xfrm>
              <a:off x="4054167" y="3735414"/>
              <a:ext cx="1368424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resume_parser.py</a:t>
              </a:r>
              <a:endParaRPr kumimoji="0" lang="en-CA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49" name="Rectangle: Rounded Corners 48">
              <a:extLst>
                <a:ext uri="{FF2B5EF4-FFF2-40B4-BE49-F238E27FC236}">
                  <a16:creationId xmlns:a16="http://schemas.microsoft.com/office/drawing/2014/main" id="{CB2B97E9-D166-E902-4521-F47B7A7A5204}"/>
                </a:ext>
              </a:extLst>
            </p:cNvPr>
            <p:cNvSpPr/>
            <p:nvPr/>
          </p:nvSpPr>
          <p:spPr>
            <a:xfrm>
              <a:off x="6100197" y="3719605"/>
              <a:ext cx="1368424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job_parser.py</a:t>
              </a:r>
              <a:endParaRPr kumimoji="0" lang="en-CA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3E65CFDF-9B13-881E-9C5B-C6DCAF155194}"/>
                </a:ext>
              </a:extLst>
            </p:cNvPr>
            <p:cNvSpPr/>
            <p:nvPr/>
          </p:nvSpPr>
          <p:spPr>
            <a:xfrm>
              <a:off x="4017790" y="4601176"/>
              <a:ext cx="1441178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Parsed Resumes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(parsed_resumes.csv)</a:t>
              </a:r>
              <a:endParaRPr kumimoji="0" lang="en-CA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D36159E-F279-4826-D208-28065FAF0E5B}"/>
                </a:ext>
              </a:extLst>
            </p:cNvPr>
            <p:cNvSpPr/>
            <p:nvPr/>
          </p:nvSpPr>
          <p:spPr>
            <a:xfrm>
              <a:off x="6005273" y="4580266"/>
              <a:ext cx="1558270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Parsed Job Description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(parsed_job_skills.csv)</a:t>
              </a:r>
              <a:endParaRPr kumimoji="0" lang="en-CA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8" name="Rectangle: Rounded Corners 57">
              <a:extLst>
                <a:ext uri="{FF2B5EF4-FFF2-40B4-BE49-F238E27FC236}">
                  <a16:creationId xmlns:a16="http://schemas.microsoft.com/office/drawing/2014/main" id="{9FFF2C38-EB95-F852-D06C-608B73081DE0}"/>
                </a:ext>
              </a:extLst>
            </p:cNvPr>
            <p:cNvSpPr/>
            <p:nvPr/>
          </p:nvSpPr>
          <p:spPr>
            <a:xfrm>
              <a:off x="8279001" y="3735414"/>
              <a:ext cx="1368424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matcher.py</a:t>
              </a:r>
              <a:endParaRPr kumimoji="0" lang="en-CA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A6C1431C-DF5F-94D6-FEE3-4458CCF545C2}"/>
                </a:ext>
              </a:extLst>
            </p:cNvPr>
            <p:cNvSpPr/>
            <p:nvPr/>
          </p:nvSpPr>
          <p:spPr>
            <a:xfrm>
              <a:off x="8065184" y="4579715"/>
              <a:ext cx="1796058" cy="402251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Matching Score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(resume_match_results.csv)</a:t>
              </a:r>
              <a:endParaRPr kumimoji="0" lang="en-CA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: Rounded Corners 71">
              <a:extLst>
                <a:ext uri="{FF2B5EF4-FFF2-40B4-BE49-F238E27FC236}">
                  <a16:creationId xmlns:a16="http://schemas.microsoft.com/office/drawing/2014/main" id="{2DCD4CAD-273C-B4EF-3773-F68573A54445}"/>
                </a:ext>
              </a:extLst>
            </p:cNvPr>
            <p:cNvSpPr/>
            <p:nvPr/>
          </p:nvSpPr>
          <p:spPr>
            <a:xfrm>
              <a:off x="8619388" y="2742562"/>
              <a:ext cx="1368424" cy="402251"/>
            </a:xfrm>
            <a:prstGeom prst="roundRect">
              <a:avLst/>
            </a:prstGeom>
            <a:solidFill>
              <a:schemeClr val="bg2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1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main.py</a:t>
              </a:r>
              <a:endParaRPr kumimoji="0" lang="en-CA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7CE00D27-C402-AE3F-6DA7-D76C40B7D081}"/>
                </a:ext>
              </a:extLst>
            </p:cNvPr>
            <p:cNvSpPr txBox="1"/>
            <p:nvPr/>
          </p:nvSpPr>
          <p:spPr>
            <a:xfrm>
              <a:off x="7608334" y="3058770"/>
              <a:ext cx="677292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05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Run this</a:t>
              </a:r>
            </a:p>
          </p:txBody>
        </p: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A1416F8A-E9F7-4DF1-B616-9F8A71705529}"/>
                </a:ext>
              </a:extLst>
            </p:cNvPr>
            <p:cNvSpPr/>
            <p:nvPr/>
          </p:nvSpPr>
          <p:spPr>
            <a:xfrm>
              <a:off x="10220566" y="3780356"/>
              <a:ext cx="704850" cy="673017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FCBA2884-8B66-EA34-1E9D-1AF1BABB5EC6}"/>
                </a:ext>
              </a:extLst>
            </p:cNvPr>
            <p:cNvSpPr/>
            <p:nvPr/>
          </p:nvSpPr>
          <p:spPr>
            <a:xfrm>
              <a:off x="10214648" y="4747551"/>
              <a:ext cx="704850" cy="673017"/>
            </a:xfrm>
            <a:prstGeom prst="round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0B7C3150-A8F2-7438-F9B2-9C6E60FAB89D}"/>
                </a:ext>
              </a:extLst>
            </p:cNvPr>
            <p:cNvSpPr txBox="1"/>
            <p:nvPr/>
          </p:nvSpPr>
          <p:spPr>
            <a:xfrm>
              <a:off x="10173733" y="4511161"/>
              <a:ext cx="89198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Power BI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6CF9CE3-9117-C06F-6F23-2E25D8AD6A28}"/>
                </a:ext>
              </a:extLst>
            </p:cNvPr>
            <p:cNvSpPr txBox="1"/>
            <p:nvPr/>
          </p:nvSpPr>
          <p:spPr>
            <a:xfrm>
              <a:off x="10092650" y="3531239"/>
              <a:ext cx="108849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Streamlit</a:t>
              </a: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App</a:t>
              </a:r>
            </a:p>
          </p:txBody>
        </p:sp>
        <p:pic>
          <p:nvPicPr>
            <p:cNvPr id="86" name="Graphic 85" descr="Internet with solid fill">
              <a:extLst>
                <a:ext uri="{FF2B5EF4-FFF2-40B4-BE49-F238E27FC236}">
                  <a16:creationId xmlns:a16="http://schemas.microsoft.com/office/drawing/2014/main" id="{D8F3F410-E7EA-527F-1D6F-FAB76781B8F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281329" y="3800583"/>
              <a:ext cx="583324" cy="583324"/>
            </a:xfrm>
            <a:prstGeom prst="rect">
              <a:avLst/>
            </a:prstGeom>
          </p:spPr>
        </p:pic>
        <p:pic>
          <p:nvPicPr>
            <p:cNvPr id="90" name="Graphic 89" descr="Bar chart with solid fill">
              <a:extLst>
                <a:ext uri="{FF2B5EF4-FFF2-40B4-BE49-F238E27FC236}">
                  <a16:creationId xmlns:a16="http://schemas.microsoft.com/office/drawing/2014/main" id="{42163950-BA12-23A4-0F75-0915F4CE82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0275411" y="4825468"/>
              <a:ext cx="583324" cy="583324"/>
            </a:xfrm>
            <a:prstGeom prst="rect">
              <a:avLst/>
            </a:prstGeom>
          </p:spPr>
        </p:pic>
        <p:pic>
          <p:nvPicPr>
            <p:cNvPr id="102" name="Graphic 101" descr="Open folder with solid fill">
              <a:extLst>
                <a:ext uri="{FF2B5EF4-FFF2-40B4-BE49-F238E27FC236}">
                  <a16:creationId xmlns:a16="http://schemas.microsoft.com/office/drawing/2014/main" id="{82703D43-FA1F-6A4F-C477-B03A5EEB50E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91262" y="2141036"/>
              <a:ext cx="540000" cy="540000"/>
            </a:xfrm>
            <a:prstGeom prst="rect">
              <a:avLst/>
            </a:prstGeom>
          </p:spPr>
        </p:pic>
        <p:sp>
          <p:nvSpPr>
            <p:cNvPr id="103" name="Rectangle: Rounded Corners 102">
              <a:extLst>
                <a:ext uri="{FF2B5EF4-FFF2-40B4-BE49-F238E27FC236}">
                  <a16:creationId xmlns:a16="http://schemas.microsoft.com/office/drawing/2014/main" id="{46629F57-6A3B-196B-1A4B-5FB2F4F8883E}"/>
                </a:ext>
              </a:extLst>
            </p:cNvPr>
            <p:cNvSpPr/>
            <p:nvPr/>
          </p:nvSpPr>
          <p:spPr>
            <a:xfrm>
              <a:off x="7043909" y="2118039"/>
              <a:ext cx="802284" cy="540000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F8095A4E-4528-A20C-8D54-9838EC0C8136}"/>
                </a:ext>
              </a:extLst>
            </p:cNvPr>
            <p:cNvSpPr txBox="1"/>
            <p:nvPr/>
          </p:nvSpPr>
          <p:spPr>
            <a:xfrm>
              <a:off x="9481939" y="2264532"/>
              <a:ext cx="740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Scripts</a:t>
              </a:r>
            </a:p>
          </p:txBody>
        </p:sp>
        <p:pic>
          <p:nvPicPr>
            <p:cNvPr id="123" name="Graphic 122" descr="Open folder with solid fill">
              <a:extLst>
                <a:ext uri="{FF2B5EF4-FFF2-40B4-BE49-F238E27FC236}">
                  <a16:creationId xmlns:a16="http://schemas.microsoft.com/office/drawing/2014/main" id="{B355D3C4-8551-A9BE-DCFA-75FF30BA4E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142094" y="4516479"/>
              <a:ext cx="540000" cy="540000"/>
            </a:xfrm>
            <a:prstGeom prst="rect">
              <a:avLst/>
            </a:prstGeom>
          </p:spPr>
        </p:pic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89A02388-96D0-0791-2D11-ADF332AF28BA}"/>
                </a:ext>
              </a:extLst>
            </p:cNvPr>
            <p:cNvSpPr txBox="1"/>
            <p:nvPr/>
          </p:nvSpPr>
          <p:spPr>
            <a:xfrm>
              <a:off x="2059335" y="4979030"/>
              <a:ext cx="74062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Output</a:t>
              </a:r>
            </a:p>
          </p:txBody>
        </p:sp>
        <p:sp>
          <p:nvSpPr>
            <p:cNvPr id="140" name="Rectangle: Rounded Corners 139">
              <a:extLst>
                <a:ext uri="{FF2B5EF4-FFF2-40B4-BE49-F238E27FC236}">
                  <a16:creationId xmlns:a16="http://schemas.microsoft.com/office/drawing/2014/main" id="{D5997F7A-219B-9F0A-CACB-D237DC2FEFAC}"/>
                </a:ext>
              </a:extLst>
            </p:cNvPr>
            <p:cNvSpPr/>
            <p:nvPr/>
          </p:nvSpPr>
          <p:spPr>
            <a:xfrm>
              <a:off x="6391204" y="5307493"/>
              <a:ext cx="797062" cy="899384"/>
            </a:xfrm>
            <a:prstGeom prst="round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eue Haas Grotesk Text Pro"/>
                <a:ea typeface="MS Mincho" panose="02020609040205080304" pitchFamily="49" charset="-128"/>
                <a:cs typeface="Arial" panose="020B0604020202020204" pitchFamily="34" charset="0"/>
              </a:endParaRPr>
            </a:p>
          </p:txBody>
        </p:sp>
        <p:cxnSp>
          <p:nvCxnSpPr>
            <p:cNvPr id="146" name="Connector: Elbow 145">
              <a:extLst>
                <a:ext uri="{FF2B5EF4-FFF2-40B4-BE49-F238E27FC236}">
                  <a16:creationId xmlns:a16="http://schemas.microsoft.com/office/drawing/2014/main" id="{AF64F5CC-5CA9-E966-E4EF-1815DD212E24}"/>
                </a:ext>
              </a:extLst>
            </p:cNvPr>
            <p:cNvCxnSpPr>
              <a:cxnSpLocks/>
              <a:stCxn id="60" idx="2"/>
              <a:endCxn id="140" idx="3"/>
            </p:cNvCxnSpPr>
            <p:nvPr/>
          </p:nvCxnSpPr>
          <p:spPr>
            <a:xfrm rot="5400000">
              <a:off x="7688131" y="4482102"/>
              <a:ext cx="775219" cy="1774947"/>
            </a:xfrm>
            <a:prstGeom prst="bentConnector2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Connector: Elbow 147">
              <a:extLst>
                <a:ext uri="{FF2B5EF4-FFF2-40B4-BE49-F238E27FC236}">
                  <a16:creationId xmlns:a16="http://schemas.microsoft.com/office/drawing/2014/main" id="{1F1C6521-D9EE-6EB1-1E16-7F8524535EBF}"/>
                </a:ext>
              </a:extLst>
            </p:cNvPr>
            <p:cNvCxnSpPr>
              <a:cxnSpLocks/>
              <a:stCxn id="50" idx="2"/>
              <a:endCxn id="140" idx="1"/>
            </p:cNvCxnSpPr>
            <p:nvPr/>
          </p:nvCxnSpPr>
          <p:spPr>
            <a:xfrm rot="16200000" flipH="1">
              <a:off x="5187912" y="4553893"/>
              <a:ext cx="753758" cy="1652825"/>
            </a:xfrm>
            <a:prstGeom prst="bentConnector2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A1835480-A4EE-D582-3E7A-F595121351E7}"/>
                </a:ext>
              </a:extLst>
            </p:cNvPr>
            <p:cNvCxnSpPr>
              <a:cxnSpLocks/>
              <a:endCxn id="140" idx="0"/>
            </p:cNvCxnSpPr>
            <p:nvPr/>
          </p:nvCxnSpPr>
          <p:spPr>
            <a:xfrm flipH="1">
              <a:off x="6789735" y="5003232"/>
              <a:ext cx="4199" cy="3042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TextBox 151">
              <a:extLst>
                <a:ext uri="{FF2B5EF4-FFF2-40B4-BE49-F238E27FC236}">
                  <a16:creationId xmlns:a16="http://schemas.microsoft.com/office/drawing/2014/main" id="{F75248F8-07DE-8367-E5A1-1775E1255D19}"/>
                </a:ext>
              </a:extLst>
            </p:cNvPr>
            <p:cNvSpPr txBox="1"/>
            <p:nvPr/>
          </p:nvSpPr>
          <p:spPr>
            <a:xfrm>
              <a:off x="6145904" y="5957766"/>
              <a:ext cx="154297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Azure SQL Database</a:t>
              </a:r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23D04A2E-A21E-8A18-4C16-33EF8E7D7505}"/>
                </a:ext>
              </a:extLst>
            </p:cNvPr>
            <p:cNvSpPr/>
            <p:nvPr/>
          </p:nvSpPr>
          <p:spPr>
            <a:xfrm>
              <a:off x="3902055" y="3561920"/>
              <a:ext cx="6030679" cy="710757"/>
            </a:xfrm>
            <a:prstGeom prst="rect">
              <a:avLst/>
            </a:prstGeom>
            <a:noFill/>
            <a:ln>
              <a:solidFill>
                <a:schemeClr val="accent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EB3ED6C2-E3A6-4E8B-D812-6DD46A5DD13A}"/>
                </a:ext>
              </a:extLst>
            </p:cNvPr>
            <p:cNvCxnSpPr>
              <a:cxnSpLocks/>
              <a:stCxn id="48" idx="2"/>
              <a:endCxn id="50" idx="0"/>
            </p:cNvCxnSpPr>
            <p:nvPr/>
          </p:nvCxnSpPr>
          <p:spPr>
            <a:xfrm>
              <a:off x="4738379" y="4137665"/>
              <a:ext cx="0" cy="46351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B1150538-57BC-9BC7-C3FE-BC20C171A219}"/>
                </a:ext>
              </a:extLst>
            </p:cNvPr>
            <p:cNvCxnSpPr>
              <a:cxnSpLocks/>
              <a:stCxn id="49" idx="2"/>
              <a:endCxn id="51" idx="0"/>
            </p:cNvCxnSpPr>
            <p:nvPr/>
          </p:nvCxnSpPr>
          <p:spPr>
            <a:xfrm flipH="1">
              <a:off x="6784408" y="4121856"/>
              <a:ext cx="1" cy="45841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D8A242AC-E62B-5307-8E91-1CC42DAE4894}"/>
                </a:ext>
              </a:extLst>
            </p:cNvPr>
            <p:cNvCxnSpPr>
              <a:cxnSpLocks/>
              <a:stCxn id="58" idx="2"/>
              <a:endCxn id="60" idx="0"/>
            </p:cNvCxnSpPr>
            <p:nvPr/>
          </p:nvCxnSpPr>
          <p:spPr>
            <a:xfrm>
              <a:off x="8963213" y="4137665"/>
              <a:ext cx="0" cy="44205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0998D389-0030-C5BC-9316-F5E137AD3331}"/>
                </a:ext>
              </a:extLst>
            </p:cNvPr>
            <p:cNvSpPr/>
            <p:nvPr/>
          </p:nvSpPr>
          <p:spPr>
            <a:xfrm>
              <a:off x="1594987" y="2659770"/>
              <a:ext cx="1568882" cy="1397726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cxnSp>
          <p:nvCxnSpPr>
            <p:cNvPr id="192" name="Connector: Elbow 191">
              <a:extLst>
                <a:ext uri="{FF2B5EF4-FFF2-40B4-BE49-F238E27FC236}">
                  <a16:creationId xmlns:a16="http://schemas.microsoft.com/office/drawing/2014/main" id="{E05BD3B0-3EC9-EAF2-E8FA-6854A87223F5}"/>
                </a:ext>
              </a:extLst>
            </p:cNvPr>
            <p:cNvCxnSpPr>
              <a:cxnSpLocks/>
              <a:stCxn id="190" idx="3"/>
              <a:endCxn id="162" idx="1"/>
            </p:cNvCxnSpPr>
            <p:nvPr/>
          </p:nvCxnSpPr>
          <p:spPr>
            <a:xfrm>
              <a:off x="3163869" y="3358633"/>
              <a:ext cx="738186" cy="558666"/>
            </a:xfrm>
            <a:prstGeom prst="bentConnector3">
              <a:avLst/>
            </a:prstGeom>
            <a:ln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E9F8C962-E674-1F82-F439-B5738938AEDE}"/>
                </a:ext>
              </a:extLst>
            </p:cNvPr>
            <p:cNvSpPr/>
            <p:nvPr/>
          </p:nvSpPr>
          <p:spPr>
            <a:xfrm>
              <a:off x="10048469" y="3558596"/>
              <a:ext cx="1165040" cy="2034130"/>
            </a:xfrm>
            <a:prstGeom prst="rect">
              <a:avLst/>
            </a:prstGeom>
            <a:noFill/>
            <a:ln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CA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eue Haas Grotesk Text Pro"/>
                <a:ea typeface="+mn-ea"/>
                <a:cs typeface="+mn-cs"/>
              </a:endParaRPr>
            </a:p>
          </p:txBody>
        </p:sp>
        <p:cxnSp>
          <p:nvCxnSpPr>
            <p:cNvPr id="215" name="Connector: Elbow 214">
              <a:extLst>
                <a:ext uri="{FF2B5EF4-FFF2-40B4-BE49-F238E27FC236}">
                  <a16:creationId xmlns:a16="http://schemas.microsoft.com/office/drawing/2014/main" id="{BE614C0A-30BF-CED1-08D0-D20CE680B3AA}"/>
                </a:ext>
              </a:extLst>
            </p:cNvPr>
            <p:cNvCxnSpPr>
              <a:cxnSpLocks/>
              <a:stCxn id="152" idx="2"/>
              <a:endCxn id="213" idx="2"/>
            </p:cNvCxnSpPr>
            <p:nvPr/>
          </p:nvCxnSpPr>
          <p:spPr>
            <a:xfrm rot="5400000" flipH="1" flipV="1">
              <a:off x="8453171" y="4056948"/>
              <a:ext cx="642039" cy="3713595"/>
            </a:xfrm>
            <a:prstGeom prst="bentConnector3">
              <a:avLst>
                <a:gd name="adj1" fmla="val -35605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3205471F-8BDE-0E0D-F4BB-22F96B9815BE}"/>
                </a:ext>
              </a:extLst>
            </p:cNvPr>
            <p:cNvSpPr txBox="1"/>
            <p:nvPr/>
          </p:nvSpPr>
          <p:spPr>
            <a:xfrm>
              <a:off x="1603114" y="3760898"/>
              <a:ext cx="11850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Job Description</a:t>
              </a:r>
            </a:p>
          </p:txBody>
        </p: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61EB1A99-511D-C94B-8B2A-2ECF3FB43CB5}"/>
                </a:ext>
              </a:extLst>
            </p:cNvPr>
            <p:cNvCxnSpPr>
              <a:cxnSpLocks/>
            </p:cNvCxnSpPr>
            <p:nvPr/>
          </p:nvCxnSpPr>
          <p:spPr>
            <a:xfrm>
              <a:off x="9261262" y="2557406"/>
              <a:ext cx="0" cy="18000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Connector: Elbow 238">
              <a:extLst>
                <a:ext uri="{FF2B5EF4-FFF2-40B4-BE49-F238E27FC236}">
                  <a16:creationId xmlns:a16="http://schemas.microsoft.com/office/drawing/2014/main" id="{215FC7C2-C3A7-D30E-6FC5-3EEA5AB494AB}"/>
                </a:ext>
              </a:extLst>
            </p:cNvPr>
            <p:cNvCxnSpPr>
              <a:stCxn id="72" idx="2"/>
              <a:endCxn id="162" idx="0"/>
            </p:cNvCxnSpPr>
            <p:nvPr/>
          </p:nvCxnSpPr>
          <p:spPr>
            <a:xfrm rot="5400000">
              <a:off x="7901945" y="2160264"/>
              <a:ext cx="417107" cy="2386205"/>
            </a:xfrm>
            <a:prstGeom prst="bentConnector3">
              <a:avLst/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1D9E89-419B-3CC6-E267-628D001F9415}"/>
                </a:ext>
              </a:extLst>
            </p:cNvPr>
            <p:cNvSpPr txBox="1"/>
            <p:nvPr/>
          </p:nvSpPr>
          <p:spPr>
            <a:xfrm>
              <a:off x="1603114" y="3112623"/>
              <a:ext cx="11850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CA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Resume</a:t>
              </a:r>
            </a:p>
          </p:txBody>
        </p:sp>
        <p:cxnSp>
          <p:nvCxnSpPr>
            <p:cNvPr id="27" name="Connector: Elbow 26">
              <a:extLst>
                <a:ext uri="{FF2B5EF4-FFF2-40B4-BE49-F238E27FC236}">
                  <a16:creationId xmlns:a16="http://schemas.microsoft.com/office/drawing/2014/main" id="{CA894FCE-7E06-5363-2515-80F09ACDF62F}"/>
                </a:ext>
              </a:extLst>
            </p:cNvPr>
            <p:cNvCxnSpPr>
              <a:stCxn id="23" idx="2"/>
              <a:endCxn id="123" idx="1"/>
            </p:cNvCxnSpPr>
            <p:nvPr/>
          </p:nvCxnSpPr>
          <p:spPr>
            <a:xfrm rot="5400000">
              <a:off x="2603250" y="1293727"/>
              <a:ext cx="3031597" cy="3953907"/>
            </a:xfrm>
            <a:prstGeom prst="bentConnector4">
              <a:avLst>
                <a:gd name="adj1" fmla="val 6266"/>
                <a:gd name="adj2" fmla="val 119765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: Elbow 31">
              <a:extLst>
                <a:ext uri="{FF2B5EF4-FFF2-40B4-BE49-F238E27FC236}">
                  <a16:creationId xmlns:a16="http://schemas.microsoft.com/office/drawing/2014/main" id="{1172181B-6C0D-9980-8181-C53A43F1FBD7}"/>
                </a:ext>
              </a:extLst>
            </p:cNvPr>
            <p:cNvCxnSpPr>
              <a:stCxn id="23" idx="2"/>
              <a:endCxn id="26" idx="1"/>
            </p:cNvCxnSpPr>
            <p:nvPr/>
          </p:nvCxnSpPr>
          <p:spPr>
            <a:xfrm rot="5400000">
              <a:off x="3683293" y="119920"/>
              <a:ext cx="777747" cy="4047670"/>
            </a:xfrm>
            <a:prstGeom prst="bentConnector4">
              <a:avLst>
                <a:gd name="adj1" fmla="val 24439"/>
                <a:gd name="adj2" fmla="val 117206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50199242-D87F-50F7-2A85-A952A7DD1E42}"/>
                </a:ext>
              </a:extLst>
            </p:cNvPr>
            <p:cNvCxnSpPr>
              <a:cxnSpLocks/>
              <a:stCxn id="23" idx="2"/>
              <a:endCxn id="102" idx="0"/>
            </p:cNvCxnSpPr>
            <p:nvPr/>
          </p:nvCxnSpPr>
          <p:spPr>
            <a:xfrm rot="16200000" flipH="1">
              <a:off x="7485554" y="365328"/>
              <a:ext cx="386154" cy="3165261"/>
            </a:xfrm>
            <a:prstGeom prst="bentConnector3">
              <a:avLst>
                <a:gd name="adj1" fmla="val 50000"/>
              </a:avLst>
            </a:prstGeom>
            <a:ln w="127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2" name="Graphic 241" descr="Database outline">
              <a:extLst>
                <a:ext uri="{FF2B5EF4-FFF2-40B4-BE49-F238E27FC236}">
                  <a16:creationId xmlns:a16="http://schemas.microsoft.com/office/drawing/2014/main" id="{7705D8C8-11A0-64FB-E969-8017A22E9A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463714" y="5367540"/>
              <a:ext cx="652042" cy="652042"/>
            </a:xfrm>
            <a:prstGeom prst="rect">
              <a:avLst/>
            </a:prstGeom>
          </p:spPr>
        </p:pic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6C32246B-82C2-11E0-73F5-0CD20D0A38D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2094" y="4783031"/>
              <a:ext cx="1219962" cy="3448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508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0">
            <a:hlinkClick r:id="rId3" action="ppaction://hlinksldjump"/>
            <a:extLst>
              <a:ext uri="{FF2B5EF4-FFF2-40B4-BE49-F238E27FC236}">
                <a16:creationId xmlns:a16="http://schemas.microsoft.com/office/drawing/2014/main" id="{BB01A38C-2D72-D2FE-C173-0C995D18E26A}"/>
              </a:ext>
            </a:extLst>
          </p:cNvPr>
          <p:cNvSpPr txBox="1"/>
          <p:nvPr/>
        </p:nvSpPr>
        <p:spPr>
          <a:xfrm>
            <a:off x="4898570" y="-1"/>
            <a:ext cx="3265715" cy="6858001"/>
          </a:xfrm>
          <a:custGeom>
            <a:avLst/>
            <a:gdLst>
              <a:gd name="connsiteX0" fmla="*/ 0 w 3265715"/>
              <a:gd name="connsiteY0" fmla="*/ 0 h 6858001"/>
              <a:gd name="connsiteX1" fmla="*/ 979714 w 3265715"/>
              <a:gd name="connsiteY1" fmla="*/ 0 h 6858001"/>
              <a:gd name="connsiteX2" fmla="*/ 979714 w 3265715"/>
              <a:gd name="connsiteY2" fmla="*/ 6248401 h 6858001"/>
              <a:gd name="connsiteX3" fmla="*/ 2960915 w 3265715"/>
              <a:gd name="connsiteY3" fmla="*/ 6248401 h 6858001"/>
              <a:gd name="connsiteX4" fmla="*/ 3265715 w 3265715"/>
              <a:gd name="connsiteY4" fmla="*/ 6553201 h 6858001"/>
              <a:gd name="connsiteX5" fmla="*/ 2960915 w 3265715"/>
              <a:gd name="connsiteY5" fmla="*/ 6858001 h 6858001"/>
              <a:gd name="connsiteX6" fmla="*/ 979714 w 3265715"/>
              <a:gd name="connsiteY6" fmla="*/ 6858001 h 6858001"/>
              <a:gd name="connsiteX7" fmla="*/ 979714 w 3265715"/>
              <a:gd name="connsiteY7" fmla="*/ 6858000 h 6858001"/>
              <a:gd name="connsiteX8" fmla="*/ 0 w 3265715"/>
              <a:gd name="connsiteY8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1">
                <a:moveTo>
                  <a:pt x="0" y="0"/>
                </a:moveTo>
                <a:lnTo>
                  <a:pt x="979714" y="0"/>
                </a:lnTo>
                <a:lnTo>
                  <a:pt x="979714" y="6248401"/>
                </a:lnTo>
                <a:lnTo>
                  <a:pt x="2960915" y="6248401"/>
                </a:lnTo>
                <a:lnTo>
                  <a:pt x="3265715" y="6553201"/>
                </a:lnTo>
                <a:lnTo>
                  <a:pt x="2960915" y="6858001"/>
                </a:lnTo>
                <a:lnTo>
                  <a:pt x="979714" y="6858001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C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Freeform: Shape 25">
            <a:hlinkClick r:id="rId4" action="ppaction://hlinksldjump"/>
            <a:extLst>
              <a:ext uri="{FF2B5EF4-FFF2-40B4-BE49-F238E27FC236}">
                <a16:creationId xmlns:a16="http://schemas.microsoft.com/office/drawing/2014/main" id="{066DA2A2-1050-221E-E520-ACDE3D6A9043}"/>
              </a:ext>
            </a:extLst>
          </p:cNvPr>
          <p:cNvSpPr/>
          <p:nvPr/>
        </p:nvSpPr>
        <p:spPr>
          <a:xfrm>
            <a:off x="3918856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5249458 h 6858000"/>
              <a:gd name="connsiteX3" fmla="*/ 2960915 w 3265715"/>
              <a:gd name="connsiteY3" fmla="*/ 5249458 h 6858000"/>
              <a:gd name="connsiteX4" fmla="*/ 3265715 w 3265715"/>
              <a:gd name="connsiteY4" fmla="*/ 5554258 h 6858000"/>
              <a:gd name="connsiteX5" fmla="*/ 2960915 w 3265715"/>
              <a:gd name="connsiteY5" fmla="*/ 5859058 h 6858000"/>
              <a:gd name="connsiteX6" fmla="*/ 979714 w 3265715"/>
              <a:gd name="connsiteY6" fmla="*/ 5859058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5249458"/>
                </a:lnTo>
                <a:lnTo>
                  <a:pt x="2960915" y="5249458"/>
                </a:lnTo>
                <a:lnTo>
                  <a:pt x="3265715" y="5554258"/>
                </a:lnTo>
                <a:lnTo>
                  <a:pt x="2960915" y="5859058"/>
                </a:lnTo>
                <a:lnTo>
                  <a:pt x="979714" y="5859058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1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1">
                  <a:lumMod val="40000"/>
                  <a:lumOff val="60000"/>
                  <a:tint val="23500"/>
                  <a:satMod val="160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>
                <a:solidFill>
                  <a:schemeClr val="accent1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</a:t>
            </a:r>
          </a:p>
        </p:txBody>
      </p:sp>
      <p:sp>
        <p:nvSpPr>
          <p:cNvPr id="40" name="Freeform: Shape 39">
            <a:hlinkClick r:id="rId5" action="ppaction://hlinksldjump"/>
            <a:extLst>
              <a:ext uri="{FF2B5EF4-FFF2-40B4-BE49-F238E27FC236}">
                <a16:creationId xmlns:a16="http://schemas.microsoft.com/office/drawing/2014/main" id="{8A3E20D7-C275-D04A-CC16-F64532F93FB3}"/>
              </a:ext>
            </a:extLst>
          </p:cNvPr>
          <p:cNvSpPr/>
          <p:nvPr/>
        </p:nvSpPr>
        <p:spPr>
          <a:xfrm>
            <a:off x="2939142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4121331 h 6858000"/>
              <a:gd name="connsiteX3" fmla="*/ 2960915 w 3265715"/>
              <a:gd name="connsiteY3" fmla="*/ 4121331 h 6858000"/>
              <a:gd name="connsiteX4" fmla="*/ 3265715 w 3265715"/>
              <a:gd name="connsiteY4" fmla="*/ 4426131 h 6858000"/>
              <a:gd name="connsiteX5" fmla="*/ 2960915 w 3265715"/>
              <a:gd name="connsiteY5" fmla="*/ 4730931 h 6858000"/>
              <a:gd name="connsiteX6" fmla="*/ 979714 w 3265715"/>
              <a:gd name="connsiteY6" fmla="*/ 4730931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4121331"/>
                </a:lnTo>
                <a:lnTo>
                  <a:pt x="2960915" y="4121331"/>
                </a:lnTo>
                <a:lnTo>
                  <a:pt x="3265715" y="4426131"/>
                </a:lnTo>
                <a:lnTo>
                  <a:pt x="2960915" y="4730931"/>
                </a:lnTo>
                <a:lnTo>
                  <a:pt x="979714" y="4730931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200000"/>
              </a:lnSpc>
            </a:pPr>
            <a:r>
              <a:rPr lang="en-CA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4.Data Storage</a:t>
            </a:r>
          </a:p>
        </p:txBody>
      </p:sp>
      <p:sp>
        <p:nvSpPr>
          <p:cNvPr id="31" name="Freeform: Shape 30">
            <a:hlinkClick r:id="rId6" action="ppaction://hlinksldjump"/>
            <a:extLst>
              <a:ext uri="{FF2B5EF4-FFF2-40B4-BE49-F238E27FC236}">
                <a16:creationId xmlns:a16="http://schemas.microsoft.com/office/drawing/2014/main" id="{0B958414-C987-6AD8-78CB-561D398BA310}"/>
              </a:ext>
            </a:extLst>
          </p:cNvPr>
          <p:cNvSpPr/>
          <p:nvPr/>
        </p:nvSpPr>
        <p:spPr>
          <a:xfrm>
            <a:off x="1959428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3057797 h 6858000"/>
              <a:gd name="connsiteX3" fmla="*/ 2960915 w 3265715"/>
              <a:gd name="connsiteY3" fmla="*/ 3057797 h 6858000"/>
              <a:gd name="connsiteX4" fmla="*/ 3265715 w 3265715"/>
              <a:gd name="connsiteY4" fmla="*/ 3362597 h 6858000"/>
              <a:gd name="connsiteX5" fmla="*/ 2960915 w 3265715"/>
              <a:gd name="connsiteY5" fmla="*/ 3667397 h 6858000"/>
              <a:gd name="connsiteX6" fmla="*/ 979714 w 3265715"/>
              <a:gd name="connsiteY6" fmla="*/ 3667397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3057797"/>
                </a:lnTo>
                <a:lnTo>
                  <a:pt x="2960915" y="3057797"/>
                </a:lnTo>
                <a:lnTo>
                  <a:pt x="3265715" y="3362597"/>
                </a:lnTo>
                <a:lnTo>
                  <a:pt x="2960915" y="3667397"/>
                </a:lnTo>
                <a:lnTo>
                  <a:pt x="979714" y="3667397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>
              <a:lnSpc>
                <a:spcPct val="200000"/>
              </a:lnSpc>
            </a:pPr>
            <a:endParaRPr lang="en-CA">
              <a:solidFill>
                <a:schemeClr val="accent1">
                  <a:lumMod val="20000"/>
                  <a:lumOff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Freeform: Shape 34">
            <a:hlinkClick r:id="rId7" action="ppaction://hlinksldjump"/>
            <a:extLst>
              <a:ext uri="{FF2B5EF4-FFF2-40B4-BE49-F238E27FC236}">
                <a16:creationId xmlns:a16="http://schemas.microsoft.com/office/drawing/2014/main" id="{B408EA98-A1CD-B7FB-7466-32CC449293B7}"/>
              </a:ext>
            </a:extLst>
          </p:cNvPr>
          <p:cNvSpPr/>
          <p:nvPr/>
        </p:nvSpPr>
        <p:spPr>
          <a:xfrm>
            <a:off x="979714" y="0"/>
            <a:ext cx="3265715" cy="6858000"/>
          </a:xfrm>
          <a:custGeom>
            <a:avLst/>
            <a:gdLst>
              <a:gd name="connsiteX0" fmla="*/ 0 w 3265715"/>
              <a:gd name="connsiteY0" fmla="*/ 0 h 6858000"/>
              <a:gd name="connsiteX1" fmla="*/ 979714 w 3265715"/>
              <a:gd name="connsiteY1" fmla="*/ 0 h 6858000"/>
              <a:gd name="connsiteX2" fmla="*/ 979714 w 3265715"/>
              <a:gd name="connsiteY2" fmla="*/ 1994263 h 6858000"/>
              <a:gd name="connsiteX3" fmla="*/ 2960915 w 3265715"/>
              <a:gd name="connsiteY3" fmla="*/ 1994263 h 6858000"/>
              <a:gd name="connsiteX4" fmla="*/ 3265715 w 3265715"/>
              <a:gd name="connsiteY4" fmla="*/ 2299063 h 6858000"/>
              <a:gd name="connsiteX5" fmla="*/ 2960915 w 3265715"/>
              <a:gd name="connsiteY5" fmla="*/ 2603863 h 6858000"/>
              <a:gd name="connsiteX6" fmla="*/ 979714 w 3265715"/>
              <a:gd name="connsiteY6" fmla="*/ 2603863 h 6858000"/>
              <a:gd name="connsiteX7" fmla="*/ 979714 w 3265715"/>
              <a:gd name="connsiteY7" fmla="*/ 6858000 h 6858000"/>
              <a:gd name="connsiteX8" fmla="*/ 0 w 3265715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5" h="6858000">
                <a:moveTo>
                  <a:pt x="0" y="0"/>
                </a:moveTo>
                <a:lnTo>
                  <a:pt x="979714" y="0"/>
                </a:lnTo>
                <a:lnTo>
                  <a:pt x="979714" y="1994263"/>
                </a:lnTo>
                <a:lnTo>
                  <a:pt x="2960915" y="1994263"/>
                </a:lnTo>
                <a:lnTo>
                  <a:pt x="3265715" y="2299063"/>
                </a:lnTo>
                <a:lnTo>
                  <a:pt x="2960915" y="2603863"/>
                </a:lnTo>
                <a:lnTo>
                  <a:pt x="979714" y="2603863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1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1">
                  <a:lumMod val="40000"/>
                  <a:lumOff val="60000"/>
                  <a:shade val="100000"/>
                  <a:satMod val="115000"/>
                </a:scheme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>
              <a:lnSpc>
                <a:spcPct val="200000"/>
              </a:lnSpc>
            </a:pPr>
            <a:endParaRPr lang="en-CA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8C38279-BD85-9058-3618-381AB414506D}"/>
              </a:ext>
            </a:extLst>
          </p:cNvPr>
          <p:cNvSpPr txBox="1"/>
          <p:nvPr/>
        </p:nvSpPr>
        <p:spPr>
          <a:xfrm>
            <a:off x="7488368" y="1946364"/>
            <a:ext cx="3843661" cy="388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>
                <a:latin typeface="Times New Roman" panose="02020603050405020304" pitchFamily="18" charset="0"/>
                <a:cs typeface="Times New Roman" panose="02020603050405020304" pitchFamily="18" charset="0"/>
              </a:rPr>
              <a:t>Job Parsing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>
                <a:latin typeface="Times New Roman" panose="02020603050405020304" pitchFamily="18" charset="0"/>
                <a:cs typeface="Times New Roman" panose="02020603050405020304" pitchFamily="18" charset="0"/>
              </a:rPr>
              <a:t>Skill Matching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 sz="180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Integration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>
                <a:latin typeface="Times New Roman" panose="02020603050405020304" pitchFamily="18" charset="0"/>
                <a:cs typeface="Times New Roman" panose="02020603050405020304" pitchFamily="18" charset="0"/>
              </a:rPr>
              <a:t>UI Deployment</a:t>
            </a:r>
            <a:endParaRPr lang="en-CA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CA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endParaRPr lang="en-C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8E5C58-E86D-4594-C079-7EF022F429B1}"/>
              </a:ext>
            </a:extLst>
          </p:cNvPr>
          <p:cNvSpPr txBox="1"/>
          <p:nvPr/>
        </p:nvSpPr>
        <p:spPr>
          <a:xfrm>
            <a:off x="4893012" y="5127160"/>
            <a:ext cx="2652564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>
                <a:latin typeface="Times New Roman" panose="02020603050405020304" pitchFamily="18" charset="0"/>
                <a:cs typeface="Times New Roman" panose="02020603050405020304" pitchFamily="18" charset="0"/>
              </a:rPr>
              <a:t>5.UI Deployment</a:t>
            </a:r>
            <a:endParaRPr lang="en-CA" b="1"/>
          </a:p>
          <a:p>
            <a:pPr>
              <a:lnSpc>
                <a:spcPct val="200000"/>
              </a:lnSpc>
            </a:pPr>
            <a:endParaRPr lang="en-C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215EE8-784F-F5E8-CA6F-2D76B69FF8A5}"/>
              </a:ext>
            </a:extLst>
          </p:cNvPr>
          <p:cNvSpPr txBox="1"/>
          <p:nvPr/>
        </p:nvSpPr>
        <p:spPr>
          <a:xfrm>
            <a:off x="3202946" y="3021538"/>
            <a:ext cx="2652564" cy="111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>
                <a:latin typeface="Times New Roman" panose="02020603050405020304" pitchFamily="18" charset="0"/>
                <a:cs typeface="Times New Roman" panose="02020603050405020304" pitchFamily="18" charset="0"/>
              </a:rPr>
              <a:t>3.Skill Matching</a:t>
            </a:r>
          </a:p>
          <a:p>
            <a:pPr>
              <a:lnSpc>
                <a:spcPct val="200000"/>
              </a:lnSpc>
            </a:pPr>
            <a:endParaRPr lang="en-CA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C47F7F-37AC-EBA0-7EB7-952858FA18A6}"/>
              </a:ext>
            </a:extLst>
          </p:cNvPr>
          <p:cNvSpPr txBox="1"/>
          <p:nvPr/>
        </p:nvSpPr>
        <p:spPr>
          <a:xfrm flipH="1">
            <a:off x="4189995" y="4070373"/>
            <a:ext cx="219891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b="1">
                <a:latin typeface="Times New Roman" panose="02020603050405020304" pitchFamily="18" charset="0"/>
                <a:cs typeface="Times New Roman" panose="02020603050405020304" pitchFamily="18" charset="0"/>
              </a:rPr>
              <a:t>4.Data Storage</a:t>
            </a:r>
            <a:endParaRPr lang="en-CA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0A6FCA-955F-A937-0373-E316D9E31805}"/>
              </a:ext>
            </a:extLst>
          </p:cNvPr>
          <p:cNvSpPr txBox="1"/>
          <p:nvPr/>
        </p:nvSpPr>
        <p:spPr>
          <a:xfrm flipH="1">
            <a:off x="1839684" y="1946364"/>
            <a:ext cx="2198916" cy="5619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CA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2.Job Parsing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2B7116-8E6E-0E92-1BF3-73AF2A737E09}"/>
              </a:ext>
            </a:extLst>
          </p:cNvPr>
          <p:cNvSpPr txBox="1"/>
          <p:nvPr/>
        </p:nvSpPr>
        <p:spPr>
          <a:xfrm flipH="1">
            <a:off x="9328051" y="4727104"/>
            <a:ext cx="2863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CA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6CCFFB-74EB-BDCB-C3DF-D34F9C7CC6BC}"/>
              </a:ext>
            </a:extLst>
          </p:cNvPr>
          <p:cNvSpPr txBox="1"/>
          <p:nvPr/>
        </p:nvSpPr>
        <p:spPr>
          <a:xfrm flipH="1">
            <a:off x="5262743" y="6304003"/>
            <a:ext cx="28639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6.Power BI Dashboard </a:t>
            </a:r>
            <a:endParaRPr lang="en-CA" b="1"/>
          </a:p>
        </p:txBody>
      </p:sp>
      <p:sp>
        <p:nvSpPr>
          <p:cNvPr id="45" name="Freeform: Shape 44">
            <a:hlinkClick r:id="rId8" action="ppaction://hlinksldjump"/>
            <a:extLst>
              <a:ext uri="{FF2B5EF4-FFF2-40B4-BE49-F238E27FC236}">
                <a16:creationId xmlns:a16="http://schemas.microsoft.com/office/drawing/2014/main" id="{2BB2E090-B6EB-A49C-844E-9EDF761C0EE7}"/>
              </a:ext>
            </a:extLst>
          </p:cNvPr>
          <p:cNvSpPr/>
          <p:nvPr/>
        </p:nvSpPr>
        <p:spPr>
          <a:xfrm>
            <a:off x="0" y="0"/>
            <a:ext cx="3265713" cy="6858000"/>
          </a:xfrm>
          <a:custGeom>
            <a:avLst/>
            <a:gdLst>
              <a:gd name="connsiteX0" fmla="*/ 0 w 3265713"/>
              <a:gd name="connsiteY0" fmla="*/ 0 h 6858000"/>
              <a:gd name="connsiteX1" fmla="*/ 979714 w 3265713"/>
              <a:gd name="connsiteY1" fmla="*/ 0 h 6858000"/>
              <a:gd name="connsiteX2" fmla="*/ 979714 w 3265713"/>
              <a:gd name="connsiteY2" fmla="*/ 930729 h 6858000"/>
              <a:gd name="connsiteX3" fmla="*/ 2960913 w 3265713"/>
              <a:gd name="connsiteY3" fmla="*/ 930729 h 6858000"/>
              <a:gd name="connsiteX4" fmla="*/ 3265713 w 3265713"/>
              <a:gd name="connsiteY4" fmla="*/ 1235529 h 6858000"/>
              <a:gd name="connsiteX5" fmla="*/ 2960913 w 3265713"/>
              <a:gd name="connsiteY5" fmla="*/ 1540329 h 6858000"/>
              <a:gd name="connsiteX6" fmla="*/ 979714 w 3265713"/>
              <a:gd name="connsiteY6" fmla="*/ 1540329 h 6858000"/>
              <a:gd name="connsiteX7" fmla="*/ 979714 w 3265713"/>
              <a:gd name="connsiteY7" fmla="*/ 6858000 h 6858000"/>
              <a:gd name="connsiteX8" fmla="*/ 0 w 3265713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5713" h="6858000">
                <a:moveTo>
                  <a:pt x="0" y="0"/>
                </a:moveTo>
                <a:lnTo>
                  <a:pt x="979714" y="0"/>
                </a:lnTo>
                <a:lnTo>
                  <a:pt x="979714" y="930729"/>
                </a:lnTo>
                <a:lnTo>
                  <a:pt x="2960913" y="930729"/>
                </a:lnTo>
                <a:lnTo>
                  <a:pt x="3265713" y="1235529"/>
                </a:lnTo>
                <a:lnTo>
                  <a:pt x="2960913" y="1540329"/>
                </a:lnTo>
                <a:lnTo>
                  <a:pt x="979714" y="1540329"/>
                </a:lnTo>
                <a:lnTo>
                  <a:pt x="979714" y="6858000"/>
                </a:lnTo>
                <a:lnTo>
                  <a:pt x="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20000"/>
                  <a:lumOff val="80000"/>
                  <a:shade val="30000"/>
                  <a:satMod val="115000"/>
                </a:schemeClr>
              </a:gs>
              <a:gs pos="50000">
                <a:schemeClr val="accent1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CA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3988CBF-04A4-6869-0CD5-0DFBB896A79D}"/>
              </a:ext>
            </a:extLst>
          </p:cNvPr>
          <p:cNvSpPr txBox="1"/>
          <p:nvPr/>
        </p:nvSpPr>
        <p:spPr>
          <a:xfrm flipH="1">
            <a:off x="942114" y="1043420"/>
            <a:ext cx="28639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b="1">
                <a:latin typeface="Times New Roman" panose="02020603050405020304" pitchFamily="18" charset="0"/>
                <a:cs typeface="Times New Roman" panose="02020603050405020304" pitchFamily="18" charset="0"/>
              </a:rPr>
              <a:t>1.Resume Parsing</a:t>
            </a:r>
          </a:p>
          <a:p>
            <a:endParaRPr lang="en-CA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31238D6-3DE4-D0B0-C8A5-25FDCC48C339}"/>
              </a:ext>
            </a:extLst>
          </p:cNvPr>
          <p:cNvSpPr txBox="1"/>
          <p:nvPr/>
        </p:nvSpPr>
        <p:spPr>
          <a:xfrm>
            <a:off x="6204855" y="696686"/>
            <a:ext cx="6117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Workflow</a:t>
            </a:r>
            <a:endParaRPr lang="en-CA" sz="3600" b="1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3" name="Graphic 52" descr="Aspiration with solid fill">
            <a:extLst>
              <a:ext uri="{FF2B5EF4-FFF2-40B4-BE49-F238E27FC236}">
                <a16:creationId xmlns:a16="http://schemas.microsoft.com/office/drawing/2014/main" id="{662614CB-C704-1AE5-AA62-AFE47DB976B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755086" y="4816150"/>
            <a:ext cx="1338941" cy="194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780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7AE38AB-2B02-0824-B7BB-B01903E3527A}"/>
              </a:ext>
            </a:extLst>
          </p:cNvPr>
          <p:cNvSpPr>
            <a:spLocks noGrp="1"/>
          </p:cNvSpPr>
          <p:nvPr/>
        </p:nvSpPr>
        <p:spPr>
          <a:xfrm>
            <a:off x="1066799" y="936841"/>
            <a:ext cx="4220594" cy="9536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 sz="43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Resume</a:t>
            </a:r>
            <a:r>
              <a:rPr lang="en-US" sz="4800">
                <a:solidFill>
                  <a:schemeClr val="accent1">
                    <a:lumMod val="50000"/>
                  </a:schemeClr>
                </a:solidFill>
                <a:latin typeface="Times New Roman"/>
                <a:cs typeface="Times New Roman"/>
              </a:rPr>
              <a:t> Parsing</a:t>
            </a:r>
            <a:endParaRPr lang="en-US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1B92E69-C7CE-171D-6C4F-42B09A30BF21}"/>
              </a:ext>
            </a:extLst>
          </p:cNvPr>
          <p:cNvSpPr>
            <a:spLocks noGrp="1"/>
          </p:cNvSpPr>
          <p:nvPr/>
        </p:nvSpPr>
        <p:spPr>
          <a:xfrm>
            <a:off x="1066800" y="2117341"/>
            <a:ext cx="4809482" cy="37601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772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Neue Haas Grotesk Text Pro" panose="020B05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9728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Times New Roman"/>
                <a:ea typeface="+mn-lt"/>
                <a:cs typeface="+mn-lt"/>
              </a:rPr>
              <a:t>Extracted key information such as names, job titles, skills, and contact details using rule-based logic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Applied regular expressions to detect phone numbers and email addresses</a:t>
            </a:r>
            <a:endParaRPr lang="en-US">
              <a:latin typeface="Times New Roman"/>
              <a:cs typeface="Times New Roman"/>
            </a:endParaRPr>
          </a:p>
          <a:p>
            <a:r>
              <a:rPr lang="en-US">
                <a:latin typeface="Times New Roman"/>
                <a:ea typeface="+mn-lt"/>
                <a:cs typeface="+mn-lt"/>
              </a:rPr>
              <a:t>Standardized extracted data into a clean, structured format ready for downstream analysis</a:t>
            </a:r>
            <a:endParaRPr lang="en-US">
              <a:latin typeface="Times New Roman"/>
              <a:cs typeface="Times New Roman"/>
            </a:endParaRPr>
          </a:p>
          <a:p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F340C0D-967B-24A1-D890-8BF70703ADF4}"/>
              </a:ext>
            </a:extLst>
          </p:cNvPr>
          <p:cNvGrpSpPr/>
          <p:nvPr/>
        </p:nvGrpSpPr>
        <p:grpSpPr>
          <a:xfrm>
            <a:off x="5966302" y="1135723"/>
            <a:ext cx="5230662" cy="4973529"/>
            <a:chOff x="6852127" y="592798"/>
            <a:chExt cx="5230662" cy="4973529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8E3AF88-E370-59DA-4FCD-53E0C542239F}"/>
                </a:ext>
              </a:extLst>
            </p:cNvPr>
            <p:cNvSpPr/>
            <p:nvPr/>
          </p:nvSpPr>
          <p:spPr>
            <a:xfrm>
              <a:off x="6856129" y="592798"/>
              <a:ext cx="2478540" cy="685553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400" b="1"/>
                <a:t>resume_parser.py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56B4B98-F47B-B87A-2A9C-DDA36DC90783}"/>
                </a:ext>
              </a:extLst>
            </p:cNvPr>
            <p:cNvSpPr/>
            <p:nvPr/>
          </p:nvSpPr>
          <p:spPr>
            <a:xfrm>
              <a:off x="6861948" y="2035710"/>
              <a:ext cx="2479408" cy="684023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>
                  <a:solidFill>
                    <a:schemeClr val="bg1"/>
                  </a:solidFill>
                </a:rPr>
                <a:t>Load Resume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875F87C-9610-961E-A93E-E1E1E2D4BA68}"/>
                </a:ext>
              </a:extLst>
            </p:cNvPr>
            <p:cNvSpPr/>
            <p:nvPr/>
          </p:nvSpPr>
          <p:spPr>
            <a:xfrm>
              <a:off x="6852127" y="3239611"/>
              <a:ext cx="2488351" cy="913122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  <a:p>
              <a:pPr algn="ctr"/>
              <a:r>
                <a:rPr lang="en-US" b="1">
                  <a:solidFill>
                    <a:schemeClr val="bg1"/>
                  </a:solidFill>
                </a:rPr>
                <a:t>Extract information</a:t>
              </a:r>
              <a:br>
                <a:rPr lang="en-US" b="1">
                  <a:solidFill>
                    <a:schemeClr val="bg1"/>
                  </a:solidFill>
                </a:rPr>
              </a:br>
              <a:r>
                <a:rPr lang="en-US" sz="1200">
                  <a:solidFill>
                    <a:schemeClr val="bg1"/>
                  </a:solidFill>
                </a:rPr>
                <a:t>Name, email, phone, education, job title</a:t>
              </a:r>
              <a:br>
                <a:rPr lang="en-US"/>
              </a:br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2C125C9-0CE6-9961-FD7A-D74C719C30B1}"/>
                </a:ext>
              </a:extLst>
            </p:cNvPr>
            <p:cNvSpPr/>
            <p:nvPr/>
          </p:nvSpPr>
          <p:spPr>
            <a:xfrm>
              <a:off x="6888113" y="4804662"/>
              <a:ext cx="2410952" cy="761665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b="1"/>
                <a:t>Save results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C9978C05-5540-C771-4C02-C871A0E4637A}"/>
                </a:ext>
              </a:extLst>
            </p:cNvPr>
            <p:cNvSpPr/>
            <p:nvPr/>
          </p:nvSpPr>
          <p:spPr>
            <a:xfrm>
              <a:off x="9671631" y="4823586"/>
              <a:ext cx="2411158" cy="722456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100" b="1"/>
                <a:t>Paresed_Resume_File.csv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B12755C-12CC-5618-18AC-3E5BD7961C2A}"/>
                </a:ext>
              </a:extLst>
            </p:cNvPr>
            <p:cNvCxnSpPr>
              <a:stCxn id="7" idx="2"/>
              <a:endCxn id="8" idx="0"/>
            </p:cNvCxnSpPr>
            <p:nvPr/>
          </p:nvCxnSpPr>
          <p:spPr>
            <a:xfrm flipH="1">
              <a:off x="8096303" y="2719733"/>
              <a:ext cx="5349" cy="5198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83EA492-FF92-2474-4967-EDBBA6ECD9CD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flipH="1">
              <a:off x="8093589" y="4152733"/>
              <a:ext cx="2714" cy="6519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F8DDB5F-D4A1-9616-5E6E-0F8BD9BB9E46}"/>
                </a:ext>
              </a:extLst>
            </p:cNvPr>
            <p:cNvCxnSpPr>
              <a:stCxn id="9" idx="3"/>
              <a:endCxn id="10" idx="1"/>
            </p:cNvCxnSpPr>
            <p:nvPr/>
          </p:nvCxnSpPr>
          <p:spPr>
            <a:xfrm flipV="1">
              <a:off x="9299065" y="5184814"/>
              <a:ext cx="372566" cy="6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CFA34A4-9B2F-FD3A-D386-60E250342631}"/>
                </a:ext>
              </a:extLst>
            </p:cNvPr>
            <p:cNvCxnSpPr>
              <a:stCxn id="6" idx="4"/>
              <a:endCxn id="7" idx="0"/>
            </p:cNvCxnSpPr>
            <p:nvPr/>
          </p:nvCxnSpPr>
          <p:spPr>
            <a:xfrm>
              <a:off x="8095399" y="1278351"/>
              <a:ext cx="6253" cy="75735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Isosceles Triangle 25">
            <a:hlinkClick r:id="rId3" action="ppaction://hlinksldjump"/>
            <a:extLst>
              <a:ext uri="{FF2B5EF4-FFF2-40B4-BE49-F238E27FC236}">
                <a16:creationId xmlns:a16="http://schemas.microsoft.com/office/drawing/2014/main" id="{12DDF6CF-6D4C-25D7-2D28-8F40707C94FB}"/>
              </a:ext>
            </a:extLst>
          </p:cNvPr>
          <p:cNvSpPr/>
          <p:nvPr/>
        </p:nvSpPr>
        <p:spPr>
          <a:xfrm rot="5400000">
            <a:off x="11693978" y="6359978"/>
            <a:ext cx="560614" cy="43542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716603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012ED3-81CE-3437-18D9-C601BE5F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4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Parsing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A3CAA6C-FE65-E811-D370-7D9E5E77E1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8696" y="2405608"/>
            <a:ext cx="5307471" cy="34502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>
                <a:ea typeface="+mn-lt"/>
                <a:cs typeface="+mn-lt"/>
              </a:rPr>
              <a:t>Automated extraction of </a:t>
            </a:r>
            <a:r>
              <a:rPr kumimoji="0" lang="en-US" sz="140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job </a:t>
            </a:r>
            <a:r>
              <a:rPr lang="en-US" sz="1400">
                <a:ea typeface="+mn-lt"/>
                <a:cs typeface="+mn-lt"/>
              </a:rPr>
              <a:t>titles, reference numbers, and </a:t>
            </a:r>
            <a:r>
              <a:rPr kumimoji="0" lang="en-US" sz="140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keywords</a:t>
            </a:r>
            <a:r>
              <a:rPr lang="en-US" sz="1400">
                <a:ea typeface="+mn-lt"/>
                <a:cs typeface="+mn-lt"/>
              </a:rPr>
              <a:t> from job description files (PDF, DOCX, TXT).</a:t>
            </a:r>
            <a:endParaRPr lang="en-US" sz="1400"/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>
                <a:ea typeface="+mn-lt"/>
                <a:cs typeface="+mn-lt"/>
              </a:rPr>
              <a:t>Keyword matching engine identifies and counts both required skills and qualifications using </a:t>
            </a:r>
            <a:r>
              <a:rPr kumimoji="0" lang="en-US" sz="1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a </a:t>
            </a:r>
            <a:r>
              <a:rPr lang="en-US" sz="1400">
                <a:ea typeface="+mn-lt"/>
                <a:cs typeface="+mn-lt"/>
              </a:rPr>
              <a:t>predefined keyword list</a:t>
            </a:r>
            <a:r>
              <a:rPr kumimoji="0" lang="en-US" sz="1400" b="0" i="0" u="none" strike="noStrike" cap="none" normalizeH="0" baseline="0">
                <a:ln>
                  <a:noFill/>
                </a:ln>
                <a:effectLst/>
                <a:ea typeface="+mn-lt"/>
                <a:cs typeface="+mn-lt"/>
              </a:rPr>
              <a:t>.</a:t>
            </a:r>
            <a:endParaRPr lang="en-US" sz="1400">
              <a:ea typeface="+mn-lt"/>
              <a:cs typeface="+mn-lt"/>
            </a:endParaRPr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>
                <a:ea typeface="+mn-lt"/>
                <a:cs typeface="+mn-lt"/>
              </a:rPr>
              <a:t>Prevents duplicate processing by checking existing job titles before saving new entries.</a:t>
            </a:r>
            <a:endParaRPr lang="en-US" sz="1400"/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>
                <a:ea typeface="+mn-lt"/>
                <a:cs typeface="+mn-lt"/>
              </a:rPr>
              <a:t>Stores all extracted job data in a centralized CSV file (</a:t>
            </a:r>
            <a:r>
              <a:rPr lang="en-US" sz="1400">
                <a:latin typeface="Neue Haas Grotesk Text Pro"/>
                <a:cs typeface="Times New Roman"/>
              </a:rPr>
              <a:t>parsed_job_skills</a:t>
            </a:r>
            <a:r>
              <a:rPr kumimoji="0" lang="en-US" sz="1400" b="0" i="0" u="none" strike="noStrike" cap="none" normalizeH="0" baseline="0">
                <a:ln>
                  <a:noFill/>
                </a:ln>
                <a:effectLst/>
                <a:latin typeface="Neue Haas Grotesk Text Pro"/>
                <a:cs typeface="Times New Roman"/>
              </a:rPr>
              <a:t>.</a:t>
            </a:r>
            <a:r>
              <a:rPr lang="en-US" sz="1400">
                <a:latin typeface="Neue Haas Grotesk Text Pro"/>
                <a:cs typeface="Times New Roman"/>
              </a:rPr>
              <a:t>csv</a:t>
            </a:r>
            <a:r>
              <a:rPr lang="en-US" sz="1400">
                <a:ea typeface="+mn-lt"/>
                <a:cs typeface="+mn-lt"/>
              </a:rPr>
              <a:t>) for later matching and analysis</a:t>
            </a:r>
            <a:endParaRPr lang="en-US" sz="1400"/>
          </a:p>
          <a:p>
            <a:pPr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1400">
                <a:ea typeface="+mn-lt"/>
                <a:cs typeface="+mn-lt"/>
              </a:rPr>
              <a:t>Error handling and logging built-in for traceability and debugging.</a:t>
            </a:r>
            <a:endParaRPr lang="en-US" sz="1400"/>
          </a:p>
          <a:p>
            <a:pPr marL="0" indent="0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FontTx/>
              <a:buNone/>
            </a:pPr>
            <a:endParaRPr lang="en-US" altLang="en-US" sz="1400" b="0" i="0" u="none" strike="noStrike" cap="none" normalizeH="0" baseline="0">
              <a:ln>
                <a:noFill/>
              </a:ln>
              <a:effectLst/>
              <a:latin typeface="Neue Haas Grotesk Text Pro"/>
              <a:cs typeface="Arial" panose="020B0604020202020204" pitchFamily="34" charset="0"/>
            </a:endParaRPr>
          </a:p>
        </p:txBody>
      </p:sp>
      <p:sp>
        <p:nvSpPr>
          <p:cNvPr id="3" name="Isosceles Triangle 2">
            <a:hlinkClick r:id="rId2" action="ppaction://hlinksldjump"/>
            <a:extLst>
              <a:ext uri="{FF2B5EF4-FFF2-40B4-BE49-F238E27FC236}">
                <a16:creationId xmlns:a16="http://schemas.microsoft.com/office/drawing/2014/main" id="{C04126B7-2AE3-EB79-1336-344C76F1D802}"/>
              </a:ext>
            </a:extLst>
          </p:cNvPr>
          <p:cNvSpPr/>
          <p:nvPr/>
        </p:nvSpPr>
        <p:spPr>
          <a:xfrm rot="5400000">
            <a:off x="11693978" y="6359978"/>
            <a:ext cx="560614" cy="435429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4007EF5-C2C7-A206-49BE-563208C04D9D}"/>
              </a:ext>
            </a:extLst>
          </p:cNvPr>
          <p:cNvGrpSpPr/>
          <p:nvPr/>
        </p:nvGrpSpPr>
        <p:grpSpPr>
          <a:xfrm>
            <a:off x="6322174" y="1143996"/>
            <a:ext cx="5348790" cy="4973431"/>
            <a:chOff x="5996756" y="990331"/>
            <a:chExt cx="5699941" cy="5017831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AC44635-4D30-B7E4-76A7-16757B68DB98}"/>
                </a:ext>
              </a:extLst>
            </p:cNvPr>
            <p:cNvSpPr/>
            <p:nvPr/>
          </p:nvSpPr>
          <p:spPr>
            <a:xfrm>
              <a:off x="5996756" y="1945775"/>
              <a:ext cx="2656487" cy="44395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CA" sz="1400" b="1"/>
                <a:t>Load Keywords</a:t>
              </a:r>
              <a:endParaRPr lang="en-CA" sz="1400">
                <a:solidFill>
                  <a:srgbClr val="000000"/>
                </a:solidFill>
              </a:endParaRP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83F8862-01E3-BD0A-D109-B060F95797FC}"/>
                </a:ext>
              </a:extLst>
            </p:cNvPr>
            <p:cNvSpPr/>
            <p:nvPr/>
          </p:nvSpPr>
          <p:spPr>
            <a:xfrm>
              <a:off x="5996756" y="2612960"/>
              <a:ext cx="2656491" cy="331915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US" sz="1200"/>
                <a:t>Read Job Description</a:t>
              </a:r>
              <a:endParaRPr lang="en-CA" sz="1200">
                <a:solidFill>
                  <a:srgbClr val="000000"/>
                </a:solidFill>
              </a:endParaRP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47E746C-CBBD-F259-7A75-0F7386DB2A9C}"/>
                </a:ext>
              </a:extLst>
            </p:cNvPr>
            <p:cNvSpPr/>
            <p:nvPr/>
          </p:nvSpPr>
          <p:spPr>
            <a:xfrm>
              <a:off x="5996756" y="3317366"/>
              <a:ext cx="2656492" cy="1525014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CA" sz="1200" b="1"/>
                <a:t>Job Parsing</a:t>
              </a:r>
              <a:endParaRPr lang="en-US" sz="1200">
                <a:solidFill>
                  <a:srgbClr val="000000"/>
                </a:solidFill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CA" sz="1200"/>
                <a:t>Extract job title, job reference number, and skills</a:t>
              </a:r>
              <a:endParaRPr lang="en-US" sz="1200">
                <a:solidFill>
                  <a:srgbClr val="000000"/>
                </a:solidFill>
              </a:endParaRPr>
            </a:p>
            <a:p>
              <a:pPr marL="285750" indent="-285750">
                <a:buFont typeface="Arial,Sans-Serif"/>
                <a:buChar char="•"/>
              </a:pPr>
              <a:r>
                <a:rPr lang="en-CA" sz="1200"/>
                <a:t>Assigning weightage which depends on skill frequency</a:t>
              </a:r>
              <a:endParaRPr lang="en-US" sz="1200">
                <a:solidFill>
                  <a:srgbClr val="000000"/>
                </a:solidFill>
              </a:endParaRP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088AFC93-4FA5-08B3-B874-021473969D05}"/>
                </a:ext>
              </a:extLst>
            </p:cNvPr>
            <p:cNvSpPr/>
            <p:nvPr/>
          </p:nvSpPr>
          <p:spPr>
            <a:xfrm>
              <a:off x="5996756" y="5065608"/>
              <a:ext cx="265649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CA" sz="1400" b="1"/>
                <a:t>Save Extracted Data</a:t>
              </a:r>
              <a:endParaRPr lang="en-US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87E94AA2-8926-D580-2848-E0193F0700D0}"/>
                </a:ext>
              </a:extLst>
            </p:cNvPr>
            <p:cNvCxnSpPr>
              <a:stCxn id="2" idx="2"/>
              <a:endCxn id="5" idx="0"/>
            </p:cNvCxnSpPr>
            <p:nvPr/>
          </p:nvCxnSpPr>
          <p:spPr>
            <a:xfrm>
              <a:off x="7224819" y="2305775"/>
              <a:ext cx="0" cy="30718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A7E9B73-EED8-620E-C1B7-4E40B01FCDED}"/>
                </a:ext>
              </a:extLst>
            </p:cNvPr>
            <p:cNvCxnSpPr>
              <a:cxnSpLocks/>
              <a:stCxn id="5" idx="2"/>
            </p:cNvCxnSpPr>
            <p:nvPr/>
          </p:nvCxnSpPr>
          <p:spPr>
            <a:xfrm>
              <a:off x="7224819" y="2972959"/>
              <a:ext cx="0" cy="3444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B527F43-F357-16E7-B6AB-D53E819F1133}"/>
                </a:ext>
              </a:extLst>
            </p:cNvPr>
            <p:cNvCxnSpPr>
              <a:cxnSpLocks/>
            </p:cNvCxnSpPr>
            <p:nvPr/>
          </p:nvCxnSpPr>
          <p:spPr>
            <a:xfrm>
              <a:off x="7224819" y="4770872"/>
              <a:ext cx="12523" cy="29415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BA1D7AA5-43BD-C963-AD44-DBB3A292FD4B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7224819" y="5397523"/>
              <a:ext cx="0" cy="2787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6F38701-017E-B1ED-0460-DCEE87DA7B9C}"/>
                </a:ext>
              </a:extLst>
            </p:cNvPr>
            <p:cNvSpPr/>
            <p:nvPr/>
          </p:nvSpPr>
          <p:spPr>
            <a:xfrm>
              <a:off x="9260956" y="1945775"/>
              <a:ext cx="243574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CA" sz="1400"/>
                <a:t>Master CSV File</a:t>
              </a:r>
              <a:endParaRPr lang="en-US"/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157ED531-2458-7114-6F8A-D86076831DEE}"/>
                </a:ext>
              </a:extLst>
            </p:cNvPr>
            <p:cNvSpPr/>
            <p:nvPr/>
          </p:nvSpPr>
          <p:spPr>
            <a:xfrm>
              <a:off x="5998723" y="5677796"/>
              <a:ext cx="2654523" cy="330366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CA" sz="1400"/>
                <a:t>Parsed_job_skills.csv</a:t>
              </a:r>
              <a:endParaRPr lang="en-CA"/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DDFA3D2-BD47-D112-4F0E-8A9308A43107}"/>
                </a:ext>
              </a:extLst>
            </p:cNvPr>
            <p:cNvCxnSpPr>
              <a:cxnSpLocks/>
              <a:endCxn id="2" idx="3"/>
            </p:cNvCxnSpPr>
            <p:nvPr/>
          </p:nvCxnSpPr>
          <p:spPr>
            <a:xfrm flipH="1">
              <a:off x="8452881" y="2125775"/>
              <a:ext cx="80807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DCF2BD5-C5A0-2610-0596-AF72808DC4C3}"/>
                </a:ext>
              </a:extLst>
            </p:cNvPr>
            <p:cNvSpPr/>
            <p:nvPr/>
          </p:nvSpPr>
          <p:spPr>
            <a:xfrm>
              <a:off x="6075907" y="990331"/>
              <a:ext cx="2335389" cy="77734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r>
                <a:rPr lang="en-CA" sz="1400" b="1"/>
                <a:t>job_parser.py</a:t>
              </a:r>
              <a:endParaRPr lang="en-CA" sz="1400">
                <a:solidFill>
                  <a:srgbClr val="000000"/>
                </a:solidFill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8253417-736A-00EE-981F-3A0F2E7F54A5}"/>
                </a:ext>
              </a:extLst>
            </p:cNvPr>
            <p:cNvCxnSpPr>
              <a:stCxn id="34" idx="4"/>
              <a:endCxn id="2" idx="0"/>
            </p:cNvCxnSpPr>
            <p:nvPr/>
          </p:nvCxnSpPr>
          <p:spPr>
            <a:xfrm>
              <a:off x="7224817" y="1767679"/>
              <a:ext cx="1" cy="1780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4343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F511E-9AA1-269E-213F-B2B1BF66B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A7765F-D2B4-A4D8-62BE-4F93DFD2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736850"/>
            <a:ext cx="4173415" cy="2397125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400"/>
              <a:t>Compared skills extracted from resumes with job description keywords</a:t>
            </a:r>
          </a:p>
          <a:p>
            <a:pPr>
              <a:lnSpc>
                <a:spcPct val="110000"/>
              </a:lnSpc>
            </a:pPr>
            <a:r>
              <a:rPr lang="en-US" sz="1400"/>
              <a:t>Calculated match scores for each resume-job pair</a:t>
            </a:r>
          </a:p>
          <a:p>
            <a:pPr>
              <a:lnSpc>
                <a:spcPct val="110000"/>
              </a:lnSpc>
            </a:pPr>
            <a:r>
              <a:rPr lang="en-US" sz="1400"/>
              <a:t>Used scoring to rank candidates by match percentage</a:t>
            </a:r>
          </a:p>
          <a:p>
            <a:pPr>
              <a:lnSpc>
                <a:spcPct val="110000"/>
              </a:lnSpc>
            </a:pPr>
            <a:r>
              <a:rPr lang="en-US" sz="1400"/>
              <a:t>Enabled recruiters to quickly identify top-aligned profiles</a:t>
            </a:r>
          </a:p>
        </p:txBody>
      </p:sp>
      <p:sp>
        <p:nvSpPr>
          <p:cNvPr id="4" name="Isosceles Triangle 3">
            <a:hlinkClick r:id="rId3" action="ppaction://hlinksldjump"/>
            <a:extLst>
              <a:ext uri="{FF2B5EF4-FFF2-40B4-BE49-F238E27FC236}">
                <a16:creationId xmlns:a16="http://schemas.microsoft.com/office/drawing/2014/main" id="{03DAC40B-4DEB-8E5F-6DE4-BE5C31A0717B}"/>
              </a:ext>
            </a:extLst>
          </p:cNvPr>
          <p:cNvSpPr/>
          <p:nvPr/>
        </p:nvSpPr>
        <p:spPr>
          <a:xfrm rot="5400000">
            <a:off x="11704864" y="6370864"/>
            <a:ext cx="478971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F0D4E1-83A3-CFDA-68B5-B15CEDE6E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4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Matching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3B49F-6DC4-BABD-2844-26455DA8C0E1}"/>
              </a:ext>
            </a:extLst>
          </p:cNvPr>
          <p:cNvGrpSpPr/>
          <p:nvPr/>
        </p:nvGrpSpPr>
        <p:grpSpPr>
          <a:xfrm>
            <a:off x="5996756" y="1138847"/>
            <a:ext cx="5603365" cy="4709060"/>
            <a:chOff x="5996756" y="1138847"/>
            <a:chExt cx="5699941" cy="489895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B6523654-4609-2142-C6AE-CC8AE34ED46A}"/>
                </a:ext>
              </a:extLst>
            </p:cNvPr>
            <p:cNvSpPr/>
            <p:nvPr/>
          </p:nvSpPr>
          <p:spPr>
            <a:xfrm>
              <a:off x="5996756" y="1945775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Load Job Skills</a:t>
              </a:r>
            </a:p>
          </p:txBody>
        </p:sp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56E86D0-2F82-15E1-99C5-CA4815411A9B}"/>
                </a:ext>
              </a:extLst>
            </p:cNvPr>
            <p:cNvSpPr/>
            <p:nvPr/>
          </p:nvSpPr>
          <p:spPr>
            <a:xfrm>
              <a:off x="5996756" y="2612959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Load Resume Skills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CC8CC38-1114-9487-A92C-CF10FE93AA5E}"/>
                </a:ext>
              </a:extLst>
            </p:cNvPr>
            <p:cNvSpPr/>
            <p:nvPr/>
          </p:nvSpPr>
          <p:spPr>
            <a:xfrm>
              <a:off x="5996756" y="3317367"/>
              <a:ext cx="2456125" cy="1404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Skill Matching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sz="1400"/>
                <a:t>Match resume skills against job skills(fuzzy matching)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CA" sz="1400"/>
                <a:t>Track matched and missing skills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F61B8BD-F37F-A064-271A-3F28B237C049}"/>
                </a:ext>
              </a:extLst>
            </p:cNvPr>
            <p:cNvSpPr/>
            <p:nvPr/>
          </p:nvSpPr>
          <p:spPr>
            <a:xfrm>
              <a:off x="5996756" y="5037523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Calculate Match Score</a:t>
              </a: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3EEC0919-FE4B-3EA3-BA3D-AF9AE0381B87}"/>
                </a:ext>
              </a:extLst>
            </p:cNvPr>
            <p:cNvSpPr/>
            <p:nvPr/>
          </p:nvSpPr>
          <p:spPr>
            <a:xfrm>
              <a:off x="5996756" y="5676247"/>
              <a:ext cx="2456125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Save Results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B0FC638D-2BC0-2B1A-BBE6-3EAB62F6F81E}"/>
                </a:ext>
              </a:extLst>
            </p:cNvPr>
            <p:cNvCxnSpPr>
              <a:stCxn id="2" idx="2"/>
              <a:endCxn id="5" idx="0"/>
            </p:cNvCxnSpPr>
            <p:nvPr/>
          </p:nvCxnSpPr>
          <p:spPr>
            <a:xfrm>
              <a:off x="7224819" y="2305775"/>
              <a:ext cx="0" cy="30718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D13158D-68BD-3771-20E4-8BA6AC4B1C8F}"/>
                </a:ext>
              </a:extLst>
            </p:cNvPr>
            <p:cNvCxnSpPr>
              <a:stCxn id="5" idx="2"/>
              <a:endCxn id="6" idx="0"/>
            </p:cNvCxnSpPr>
            <p:nvPr/>
          </p:nvCxnSpPr>
          <p:spPr>
            <a:xfrm>
              <a:off x="7224819" y="2972959"/>
              <a:ext cx="0" cy="344408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6A68CEE0-3F3A-AF84-B270-0DA9AA5C948B}"/>
                </a:ext>
              </a:extLst>
            </p:cNvPr>
            <p:cNvCxnSpPr>
              <a:stCxn id="6" idx="2"/>
              <a:endCxn id="9" idx="0"/>
            </p:cNvCxnSpPr>
            <p:nvPr/>
          </p:nvCxnSpPr>
          <p:spPr>
            <a:xfrm>
              <a:off x="7224819" y="4721367"/>
              <a:ext cx="0" cy="316156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23C25B9-9449-E2E4-EF67-DE492872EC74}"/>
                </a:ext>
              </a:extLst>
            </p:cNvPr>
            <p:cNvCxnSpPr>
              <a:stCxn id="9" idx="2"/>
              <a:endCxn id="11" idx="0"/>
            </p:cNvCxnSpPr>
            <p:nvPr/>
          </p:nvCxnSpPr>
          <p:spPr>
            <a:xfrm>
              <a:off x="7224819" y="5397523"/>
              <a:ext cx="0" cy="27872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8CB91C47-0839-8A5A-8AF8-545954FAB6E0}"/>
                </a:ext>
              </a:extLst>
            </p:cNvPr>
            <p:cNvSpPr/>
            <p:nvPr/>
          </p:nvSpPr>
          <p:spPr>
            <a:xfrm>
              <a:off x="9260956" y="1945775"/>
              <a:ext cx="243574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/>
                <a:t>parsed_job_skills.csv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8E5D3312-446A-3DFD-06C6-0227A5894904}"/>
                </a:ext>
              </a:extLst>
            </p:cNvPr>
            <p:cNvSpPr/>
            <p:nvPr/>
          </p:nvSpPr>
          <p:spPr>
            <a:xfrm>
              <a:off x="9260956" y="2611025"/>
              <a:ext cx="243574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/>
                <a:t>parsed_resumes.csv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F43292CA-B366-9585-4C39-CDB8BE88B4A2}"/>
                </a:ext>
              </a:extLst>
            </p:cNvPr>
            <p:cNvSpPr/>
            <p:nvPr/>
          </p:nvSpPr>
          <p:spPr>
            <a:xfrm>
              <a:off x="9260956" y="5677797"/>
              <a:ext cx="2435741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/>
                <a:t>resume_match_results.csv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618EADB1-A0B0-2859-AE7F-CFCAA5CFB8F8}"/>
                </a:ext>
              </a:extLst>
            </p:cNvPr>
            <p:cNvCxnSpPr>
              <a:stCxn id="25" idx="1"/>
              <a:endCxn id="2" idx="3"/>
            </p:cNvCxnSpPr>
            <p:nvPr/>
          </p:nvCxnSpPr>
          <p:spPr>
            <a:xfrm flipH="1">
              <a:off x="8452881" y="2125775"/>
              <a:ext cx="808075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C3AC1A2-4D9F-3A49-AF64-03E047CF20E1}"/>
                </a:ext>
              </a:extLst>
            </p:cNvPr>
            <p:cNvCxnSpPr>
              <a:stCxn id="26" idx="1"/>
              <a:endCxn id="5" idx="3"/>
            </p:cNvCxnSpPr>
            <p:nvPr/>
          </p:nvCxnSpPr>
          <p:spPr>
            <a:xfrm flipH="1">
              <a:off x="8452881" y="2791025"/>
              <a:ext cx="808075" cy="1934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9096E19F-4326-19FD-F96D-5F0E88F2D3EB}"/>
                </a:ext>
              </a:extLst>
            </p:cNvPr>
            <p:cNvCxnSpPr>
              <a:stCxn id="11" idx="3"/>
              <a:endCxn id="27" idx="1"/>
            </p:cNvCxnSpPr>
            <p:nvPr/>
          </p:nvCxnSpPr>
          <p:spPr>
            <a:xfrm>
              <a:off x="8452881" y="5856247"/>
              <a:ext cx="808075" cy="155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7A8D76F-CBBA-94E5-87FA-D75E1B64941E}"/>
                </a:ext>
              </a:extLst>
            </p:cNvPr>
            <p:cNvSpPr/>
            <p:nvPr/>
          </p:nvSpPr>
          <p:spPr>
            <a:xfrm>
              <a:off x="6326366" y="1138847"/>
              <a:ext cx="1796903" cy="62883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matcher.py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3B42682-E7E4-B40B-0856-B749B26B5508}"/>
                </a:ext>
              </a:extLst>
            </p:cNvPr>
            <p:cNvCxnSpPr>
              <a:stCxn id="34" idx="4"/>
              <a:endCxn id="2" idx="0"/>
            </p:cNvCxnSpPr>
            <p:nvPr/>
          </p:nvCxnSpPr>
          <p:spPr>
            <a:xfrm>
              <a:off x="7224817" y="1767679"/>
              <a:ext cx="1" cy="17809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12139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B90941DF-087B-659F-E41C-E8466ADBB5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736850"/>
            <a:ext cx="4685416" cy="29781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Stored structured resume and job data in Azure SQL Database for centralized access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Connected </a:t>
            </a:r>
            <a:r>
              <a:rPr lang="en-US" altLang="en-US" sz="1400" err="1"/>
              <a:t>Streamlit</a:t>
            </a:r>
            <a:r>
              <a:rPr lang="en-US" altLang="en-US" sz="1400"/>
              <a:t> to Azure SQL Database with </a:t>
            </a:r>
            <a:r>
              <a:rPr lang="en-US" altLang="en-US" sz="1400" err="1"/>
              <a:t>autorefrresh</a:t>
            </a:r>
            <a:r>
              <a:rPr lang="en-US" altLang="en-US" sz="1400"/>
              <a:t> functionality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Connected Azure SQL to Power BI for data visualization and analysis</a:t>
            </a:r>
          </a:p>
        </p:txBody>
      </p:sp>
      <p:sp>
        <p:nvSpPr>
          <p:cNvPr id="5" name="Isosceles Triangle 4">
            <a:hlinkClick r:id="rId3" action="ppaction://hlinksldjump"/>
            <a:extLst>
              <a:ext uri="{FF2B5EF4-FFF2-40B4-BE49-F238E27FC236}">
                <a16:creationId xmlns:a16="http://schemas.microsoft.com/office/drawing/2014/main" id="{36BA182B-008B-ED62-4CB8-5E9217E2A77B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49E0BFD-E3DB-1BF3-20CB-569EC92BFFB4}"/>
              </a:ext>
            </a:extLst>
          </p:cNvPr>
          <p:cNvSpPr txBox="1">
            <a:spLocks/>
          </p:cNvSpPr>
          <p:nvPr/>
        </p:nvSpPr>
        <p:spPr>
          <a:xfrm>
            <a:off x="1066798" y="1142999"/>
            <a:ext cx="5769917" cy="1257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CA" sz="4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Storage &amp; Integration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34864C0-F69A-5796-714A-5AED191E806D}"/>
              </a:ext>
            </a:extLst>
          </p:cNvPr>
          <p:cNvGrpSpPr/>
          <p:nvPr/>
        </p:nvGrpSpPr>
        <p:grpSpPr>
          <a:xfrm>
            <a:off x="5924727" y="1056418"/>
            <a:ext cx="5346121" cy="5017421"/>
            <a:chOff x="5924727" y="1056418"/>
            <a:chExt cx="5346121" cy="5017421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D5C10F3E-A493-7A7E-B1B6-CA80DE3A3AD1}"/>
                </a:ext>
              </a:extLst>
            </p:cNvPr>
            <p:cNvSpPr/>
            <p:nvPr/>
          </p:nvSpPr>
          <p:spPr>
            <a:xfrm>
              <a:off x="6230651" y="2017186"/>
              <a:ext cx="2668778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Run all core modules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A45B148-9D46-BAAA-57FB-6771A507F0A4}"/>
                </a:ext>
              </a:extLst>
            </p:cNvPr>
            <p:cNvSpPr/>
            <p:nvPr/>
          </p:nvSpPr>
          <p:spPr>
            <a:xfrm>
              <a:off x="6230651" y="2709448"/>
              <a:ext cx="2668778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Connects to Database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FE18EA0-2503-50B8-ADE2-CE26A5377B50}"/>
                </a:ext>
              </a:extLst>
            </p:cNvPr>
            <p:cNvSpPr/>
            <p:nvPr/>
          </p:nvSpPr>
          <p:spPr>
            <a:xfrm>
              <a:off x="6230651" y="3422499"/>
              <a:ext cx="2668778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Create Tables in Database</a:t>
              </a:r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1F87EA96-D88B-B078-877E-7E68D7C28457}"/>
                </a:ext>
              </a:extLst>
            </p:cNvPr>
            <p:cNvSpPr/>
            <p:nvPr/>
          </p:nvSpPr>
          <p:spPr>
            <a:xfrm>
              <a:off x="6230650" y="4167921"/>
              <a:ext cx="2668778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Load Parsed CSV files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35D538-D7E3-E504-F390-9C43B4594F9F}"/>
                </a:ext>
              </a:extLst>
            </p:cNvPr>
            <p:cNvSpPr/>
            <p:nvPr/>
          </p:nvSpPr>
          <p:spPr>
            <a:xfrm>
              <a:off x="6666582" y="1056418"/>
              <a:ext cx="1796903" cy="628832"/>
            </a:xfrm>
            <a:prstGeom prst="ellipse">
              <a:avLst/>
            </a:prstGeom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main.py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1FDF781-C787-ECA2-D4A2-E01488884AC4}"/>
                </a:ext>
              </a:extLst>
            </p:cNvPr>
            <p:cNvCxnSpPr>
              <a:stCxn id="21" idx="4"/>
              <a:endCxn id="12" idx="0"/>
            </p:cNvCxnSpPr>
            <p:nvPr/>
          </p:nvCxnSpPr>
          <p:spPr>
            <a:xfrm>
              <a:off x="7565034" y="1685250"/>
              <a:ext cx="6" cy="3319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CB6CB6B-4C3D-E473-6BCE-44FC0F4999E0}"/>
                </a:ext>
              </a:extLst>
            </p:cNvPr>
            <p:cNvCxnSpPr>
              <a:stCxn id="12" idx="2"/>
              <a:endCxn id="13" idx="0"/>
            </p:cNvCxnSpPr>
            <p:nvPr/>
          </p:nvCxnSpPr>
          <p:spPr>
            <a:xfrm>
              <a:off x="7565040" y="2377186"/>
              <a:ext cx="0" cy="3322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6DB17802-4B76-4025-303B-3A169250696C}"/>
                </a:ext>
              </a:extLst>
            </p:cNvPr>
            <p:cNvCxnSpPr>
              <a:stCxn id="13" idx="2"/>
              <a:endCxn id="14" idx="0"/>
            </p:cNvCxnSpPr>
            <p:nvPr/>
          </p:nvCxnSpPr>
          <p:spPr>
            <a:xfrm>
              <a:off x="7565040" y="3069448"/>
              <a:ext cx="0" cy="3530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5118CAF6-91E4-943E-B573-6836B0468F3B}"/>
                </a:ext>
              </a:extLst>
            </p:cNvPr>
            <p:cNvCxnSpPr>
              <a:stCxn id="14" idx="2"/>
              <a:endCxn id="20" idx="0"/>
            </p:cNvCxnSpPr>
            <p:nvPr/>
          </p:nvCxnSpPr>
          <p:spPr>
            <a:xfrm flipH="1">
              <a:off x="7565039" y="3782499"/>
              <a:ext cx="1" cy="38542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70BCEE24-579E-2B51-9375-694C3A7BE783}"/>
                </a:ext>
              </a:extLst>
            </p:cNvPr>
            <p:cNvSpPr/>
            <p:nvPr/>
          </p:nvSpPr>
          <p:spPr>
            <a:xfrm>
              <a:off x="9474789" y="3821182"/>
              <a:ext cx="1778003" cy="40225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CA" sz="110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Parsed Resumes</a:t>
              </a:r>
            </a:p>
            <a:p>
              <a:pPr algn="ctr">
                <a:lnSpc>
                  <a:spcPct val="115000"/>
                </a:lnSpc>
                <a:buNone/>
              </a:pPr>
              <a:r>
                <a:rPr lang="en-CA" sz="1100">
                  <a:solidFill>
                    <a:schemeClr val="bg1"/>
                  </a:solidFill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(parsed_resumes.csv)</a:t>
              </a:r>
              <a:endParaRPr lang="en-CA" sz="1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47" name="Rectangle: Rounded Corners 46">
              <a:extLst>
                <a:ext uri="{FF2B5EF4-FFF2-40B4-BE49-F238E27FC236}">
                  <a16:creationId xmlns:a16="http://schemas.microsoft.com/office/drawing/2014/main" id="{0265AE9F-E21C-A687-15F5-95B379005CD3}"/>
                </a:ext>
              </a:extLst>
            </p:cNvPr>
            <p:cNvSpPr/>
            <p:nvPr/>
          </p:nvSpPr>
          <p:spPr>
            <a:xfrm>
              <a:off x="9474789" y="4614491"/>
              <a:ext cx="1796057" cy="40225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CA" sz="110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Parsed Job Description</a:t>
              </a:r>
            </a:p>
            <a:p>
              <a:pPr algn="ctr">
                <a:lnSpc>
                  <a:spcPct val="115000"/>
                </a:lnSpc>
                <a:buNone/>
              </a:pPr>
              <a:r>
                <a:rPr lang="en-CA" sz="1100">
                  <a:solidFill>
                    <a:schemeClr val="bg1"/>
                  </a:solidFill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(parsed_jon_skills.csv)</a:t>
              </a:r>
              <a:endParaRPr lang="en-CA" sz="1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702306A2-EB23-D1C4-600F-22DE30C1FD3B}"/>
                </a:ext>
              </a:extLst>
            </p:cNvPr>
            <p:cNvSpPr/>
            <p:nvPr/>
          </p:nvSpPr>
          <p:spPr>
            <a:xfrm>
              <a:off x="9474790" y="5308041"/>
              <a:ext cx="1796058" cy="40225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CA" sz="110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Matching Score</a:t>
              </a:r>
            </a:p>
            <a:p>
              <a:pPr algn="ctr">
                <a:lnSpc>
                  <a:spcPct val="115000"/>
                </a:lnSpc>
                <a:buNone/>
              </a:pPr>
              <a:r>
                <a:rPr lang="en-CA" sz="1100">
                  <a:solidFill>
                    <a:schemeClr val="bg1"/>
                  </a:solidFill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(resume_match_results.csv)</a:t>
              </a:r>
              <a:endParaRPr lang="en-CA" sz="110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MS Mincho" panose="02020609040205080304" pitchFamily="49" charset="-128"/>
                <a:cs typeface="Times New Roman" panose="02020603050405020304" pitchFamily="18" charset="0"/>
              </a:endParaRPr>
            </a:p>
          </p:txBody>
        </p:sp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42F843DF-BF32-BE5C-5215-8003DEDB1E7B}"/>
                </a:ext>
              </a:extLst>
            </p:cNvPr>
            <p:cNvSpPr/>
            <p:nvPr/>
          </p:nvSpPr>
          <p:spPr>
            <a:xfrm>
              <a:off x="6230650" y="4804205"/>
              <a:ext cx="2668778" cy="360000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CA" sz="1400" b="1"/>
                <a:t>Azure SQL Database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28899831-9B90-8977-4555-A745F85EDA9E}"/>
                </a:ext>
              </a:extLst>
            </p:cNvPr>
            <p:cNvSpPr/>
            <p:nvPr/>
          </p:nvSpPr>
          <p:spPr>
            <a:xfrm>
              <a:off x="5924727" y="5659186"/>
              <a:ext cx="1441178" cy="40225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CA" sz="1100" err="1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Streamlit</a:t>
              </a:r>
              <a:r>
                <a:rPr lang="en-CA" sz="110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 App</a:t>
              </a:r>
            </a:p>
          </p:txBody>
        </p:sp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0E6901A7-B7A8-BE02-E0AD-506241E177C7}"/>
                </a:ext>
              </a:extLst>
            </p:cNvPr>
            <p:cNvSpPr/>
            <p:nvPr/>
          </p:nvSpPr>
          <p:spPr>
            <a:xfrm>
              <a:off x="7767661" y="5671588"/>
              <a:ext cx="1558270" cy="402251"/>
            </a:xfrm>
            <a:prstGeom prst="roundRect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CA" sz="1100">
                  <a:solidFill>
                    <a:schemeClr val="bg1"/>
                  </a:solidFill>
                  <a:effectLst/>
                  <a:latin typeface="Times New Roman" panose="02020603050405020304" pitchFamily="18" charset="0"/>
                  <a:ea typeface="MS Mincho" panose="02020609040205080304" pitchFamily="49" charset="-128"/>
                  <a:cs typeface="Times New Roman" panose="02020603050405020304" pitchFamily="18" charset="0"/>
                </a:rPr>
                <a:t>Power BI Dashboard</a:t>
              </a:r>
            </a:p>
          </p:txBody>
        </p:sp>
        <p:cxnSp>
          <p:nvCxnSpPr>
            <p:cNvPr id="57" name="Connector: Elbow 56">
              <a:extLst>
                <a:ext uri="{FF2B5EF4-FFF2-40B4-BE49-F238E27FC236}">
                  <a16:creationId xmlns:a16="http://schemas.microsoft.com/office/drawing/2014/main" id="{0BA0FC13-E02C-13AF-5D4B-8C1E7711192A}"/>
                </a:ext>
              </a:extLst>
            </p:cNvPr>
            <p:cNvCxnSpPr>
              <a:stCxn id="46" idx="1"/>
              <a:endCxn id="51" idx="3"/>
            </p:cNvCxnSpPr>
            <p:nvPr/>
          </p:nvCxnSpPr>
          <p:spPr>
            <a:xfrm rot="10800000" flipV="1">
              <a:off x="8899429" y="4022307"/>
              <a:ext cx="575361" cy="961897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809F78DB-686E-4906-D904-A1B8D62A8CA6}"/>
                </a:ext>
              </a:extLst>
            </p:cNvPr>
            <p:cNvCxnSpPr>
              <a:stCxn id="47" idx="1"/>
              <a:endCxn id="51" idx="3"/>
            </p:cNvCxnSpPr>
            <p:nvPr/>
          </p:nvCxnSpPr>
          <p:spPr>
            <a:xfrm rot="10800000" flipV="1">
              <a:off x="8899429" y="4815617"/>
              <a:ext cx="575361" cy="168588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: Elbow 60">
              <a:extLst>
                <a:ext uri="{FF2B5EF4-FFF2-40B4-BE49-F238E27FC236}">
                  <a16:creationId xmlns:a16="http://schemas.microsoft.com/office/drawing/2014/main" id="{7659CDC8-D85C-609D-EB15-41E44FAC99B6}"/>
                </a:ext>
              </a:extLst>
            </p:cNvPr>
            <p:cNvCxnSpPr>
              <a:stCxn id="48" idx="1"/>
              <a:endCxn id="51" idx="3"/>
            </p:cNvCxnSpPr>
            <p:nvPr/>
          </p:nvCxnSpPr>
          <p:spPr>
            <a:xfrm rot="10800000">
              <a:off x="8899428" y="4984205"/>
              <a:ext cx="575362" cy="524962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41801AA5-09C2-E3F0-98B3-C5CC0F3C48BD}"/>
                </a:ext>
              </a:extLst>
            </p:cNvPr>
            <p:cNvCxnSpPr>
              <a:stCxn id="20" idx="2"/>
              <a:endCxn id="51" idx="0"/>
            </p:cNvCxnSpPr>
            <p:nvPr/>
          </p:nvCxnSpPr>
          <p:spPr>
            <a:xfrm>
              <a:off x="7565039" y="4527921"/>
              <a:ext cx="0" cy="27628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nector: Elbow 66">
              <a:extLst>
                <a:ext uri="{FF2B5EF4-FFF2-40B4-BE49-F238E27FC236}">
                  <a16:creationId xmlns:a16="http://schemas.microsoft.com/office/drawing/2014/main" id="{F012F6B2-EC87-5740-E97F-3A96C3D07CDA}"/>
                </a:ext>
              </a:extLst>
            </p:cNvPr>
            <p:cNvCxnSpPr>
              <a:stCxn id="51" idx="2"/>
              <a:endCxn id="52" idx="0"/>
            </p:cNvCxnSpPr>
            <p:nvPr/>
          </p:nvCxnSpPr>
          <p:spPr>
            <a:xfrm rot="5400000">
              <a:off x="6857688" y="4951834"/>
              <a:ext cx="494981" cy="91972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Connector: Elbow 68">
              <a:extLst>
                <a:ext uri="{FF2B5EF4-FFF2-40B4-BE49-F238E27FC236}">
                  <a16:creationId xmlns:a16="http://schemas.microsoft.com/office/drawing/2014/main" id="{6E903D7F-D65A-9CD4-68A0-65948C11A3ED}"/>
                </a:ext>
              </a:extLst>
            </p:cNvPr>
            <p:cNvCxnSpPr>
              <a:stCxn id="51" idx="2"/>
              <a:endCxn id="53" idx="0"/>
            </p:cNvCxnSpPr>
            <p:nvPr/>
          </p:nvCxnSpPr>
          <p:spPr>
            <a:xfrm rot="16200000" flipH="1">
              <a:off x="7802226" y="4927017"/>
              <a:ext cx="507383" cy="981757"/>
            </a:xfrm>
            <a:prstGeom prst="bentConnector3">
              <a:avLst>
                <a:gd name="adj1" fmla="val 4790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: Elbow 5">
              <a:extLst>
                <a:ext uri="{FF2B5EF4-FFF2-40B4-BE49-F238E27FC236}">
                  <a16:creationId xmlns:a16="http://schemas.microsoft.com/office/drawing/2014/main" id="{27A0B7FB-D9C8-70FC-98DF-6BB5D5122B91}"/>
                </a:ext>
              </a:extLst>
            </p:cNvPr>
            <p:cNvCxnSpPr>
              <a:stCxn id="20" idx="3"/>
              <a:endCxn id="47" idx="1"/>
            </p:cNvCxnSpPr>
            <p:nvPr/>
          </p:nvCxnSpPr>
          <p:spPr>
            <a:xfrm>
              <a:off x="8899428" y="4347921"/>
              <a:ext cx="575361" cy="46769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EBAA1129-08FB-F808-C857-8BCEF1E20F4B}"/>
                </a:ext>
              </a:extLst>
            </p:cNvPr>
            <p:cNvCxnSpPr>
              <a:stCxn id="20" idx="3"/>
              <a:endCxn id="46" idx="1"/>
            </p:cNvCxnSpPr>
            <p:nvPr/>
          </p:nvCxnSpPr>
          <p:spPr>
            <a:xfrm flipV="1">
              <a:off x="8899428" y="4022308"/>
              <a:ext cx="575361" cy="325613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9">
              <a:extLst>
                <a:ext uri="{FF2B5EF4-FFF2-40B4-BE49-F238E27FC236}">
                  <a16:creationId xmlns:a16="http://schemas.microsoft.com/office/drawing/2014/main" id="{4F79812E-6642-C7DE-9F33-351B83A8D6F4}"/>
                </a:ext>
              </a:extLst>
            </p:cNvPr>
            <p:cNvCxnSpPr>
              <a:stCxn id="20" idx="3"/>
              <a:endCxn id="48" idx="1"/>
            </p:cNvCxnSpPr>
            <p:nvPr/>
          </p:nvCxnSpPr>
          <p:spPr>
            <a:xfrm>
              <a:off x="8899428" y="4347921"/>
              <a:ext cx="575362" cy="1161246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07116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5C18E-34A8-3144-F379-A509E3267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558" y="936841"/>
            <a:ext cx="8886884" cy="953669"/>
          </a:xfrm>
        </p:spPr>
        <p:txBody>
          <a:bodyPr>
            <a:normAutofit/>
          </a:bodyPr>
          <a:lstStyle/>
          <a:p>
            <a:pPr algn="ctr"/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B1AC2D2-2B41-4C3D-1B08-0A93554EDC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977667"/>
              </p:ext>
            </p:extLst>
          </p:nvPr>
        </p:nvGraphicFramePr>
        <p:xfrm>
          <a:off x="1579953" y="2375807"/>
          <a:ext cx="9032095" cy="3754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Isosceles Triangle 4">
            <a:hlinkClick r:id="rId8" action="ppaction://hlinksldjump"/>
            <a:extLst>
              <a:ext uri="{FF2B5EF4-FFF2-40B4-BE49-F238E27FC236}">
                <a16:creationId xmlns:a16="http://schemas.microsoft.com/office/drawing/2014/main" id="{1241594D-731F-534C-4637-2FA49679BF7C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763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A364E18-0909-04B8-85B7-1D75F76733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A4E4C0D-6BCA-FC17-62BD-B629662A9D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0"/>
            <a:ext cx="2923855" cy="1479128"/>
          </a:xfrm>
          <a:custGeom>
            <a:avLst/>
            <a:gdLst>
              <a:gd name="connsiteX0" fmla="*/ 2923855 w 2923855"/>
              <a:gd name="connsiteY0" fmla="*/ 1479128 h 1479128"/>
              <a:gd name="connsiteX1" fmla="*/ 0 w 2923855"/>
              <a:gd name="connsiteY1" fmla="*/ 1479128 h 1479128"/>
              <a:gd name="connsiteX2" fmla="*/ 1368245 w 2923855"/>
              <a:gd name="connsiteY2" fmla="*/ 405504 h 1479128"/>
              <a:gd name="connsiteX3" fmla="*/ 1410727 w 2923855"/>
              <a:gd name="connsiteY3" fmla="*/ 373857 h 1479128"/>
              <a:gd name="connsiteX4" fmla="*/ 2503486 w 2923855"/>
              <a:gd name="connsiteY4" fmla="*/ 1756 h 1479128"/>
              <a:gd name="connsiteX5" fmla="*/ 2622568 w 2923855"/>
              <a:gd name="connsiteY5" fmla="*/ 284 h 1479128"/>
              <a:gd name="connsiteX6" fmla="*/ 2785835 w 2923855"/>
              <a:gd name="connsiteY6" fmla="*/ 9494 h 1479128"/>
              <a:gd name="connsiteX7" fmla="*/ 2923855 w 2923855"/>
              <a:gd name="connsiteY7" fmla="*/ 28352 h 1479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923855" h="1479128">
                <a:moveTo>
                  <a:pt x="2923855" y="1479128"/>
                </a:moveTo>
                <a:lnTo>
                  <a:pt x="0" y="1479128"/>
                </a:lnTo>
                <a:lnTo>
                  <a:pt x="1368245" y="405504"/>
                </a:lnTo>
                <a:lnTo>
                  <a:pt x="1410727" y="373857"/>
                </a:lnTo>
                <a:cubicBezTo>
                  <a:pt x="1742357" y="139664"/>
                  <a:pt x="2122368" y="17528"/>
                  <a:pt x="2503486" y="1756"/>
                </a:cubicBezTo>
                <a:cubicBezTo>
                  <a:pt x="2543187" y="114"/>
                  <a:pt x="2582898" y="-375"/>
                  <a:pt x="2622568" y="284"/>
                </a:cubicBezTo>
                <a:cubicBezTo>
                  <a:pt x="2677115" y="1190"/>
                  <a:pt x="2731584" y="4266"/>
                  <a:pt x="2785835" y="9494"/>
                </a:cubicBezTo>
                <a:lnTo>
                  <a:pt x="2923855" y="28352"/>
                </a:lnTo>
                <a:close/>
              </a:path>
            </a:pathLst>
          </a:custGeom>
          <a:gradFill>
            <a:gsLst>
              <a:gs pos="19000">
                <a:schemeClr val="bg2"/>
              </a:gs>
              <a:gs pos="99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724F0-2298-65CA-ECF2-DB2D0CA3E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5411" y="250961"/>
            <a:ext cx="8795657" cy="1306286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CA" sz="66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Demo</a:t>
            </a:r>
            <a:br>
              <a:rPr lang="en-CA"/>
            </a:br>
            <a:endParaRPr lang="en-CA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B08FA76-1ED5-E432-8E59-C7ABAAB6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4115" y="3378954"/>
            <a:ext cx="5907885" cy="3479046"/>
          </a:xfrm>
          <a:custGeom>
            <a:avLst/>
            <a:gdLst>
              <a:gd name="connsiteX0" fmla="*/ 5171297 w 5907885"/>
              <a:gd name="connsiteY0" fmla="*/ 284 h 3479046"/>
              <a:gd name="connsiteX1" fmla="*/ 5813217 w 5907885"/>
              <a:gd name="connsiteY1" fmla="*/ 114238 h 3479046"/>
              <a:gd name="connsiteX2" fmla="*/ 5907885 w 5907885"/>
              <a:gd name="connsiteY2" fmla="*/ 151524 h 3479046"/>
              <a:gd name="connsiteX3" fmla="*/ 5907885 w 5907885"/>
              <a:gd name="connsiteY3" fmla="*/ 3479046 h 3479046"/>
              <a:gd name="connsiteX4" fmla="*/ 0 w 5907885"/>
              <a:gd name="connsiteY4" fmla="*/ 3479046 h 3479046"/>
              <a:gd name="connsiteX5" fmla="*/ 3916974 w 5907885"/>
              <a:gd name="connsiteY5" fmla="*/ 405504 h 3479046"/>
              <a:gd name="connsiteX6" fmla="*/ 3959456 w 5907885"/>
              <a:gd name="connsiteY6" fmla="*/ 373857 h 3479046"/>
              <a:gd name="connsiteX7" fmla="*/ 5052215 w 5907885"/>
              <a:gd name="connsiteY7" fmla="*/ 1756 h 3479046"/>
              <a:gd name="connsiteX8" fmla="*/ 5171297 w 5907885"/>
              <a:gd name="connsiteY8" fmla="*/ 284 h 3479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907885" h="3479046">
                <a:moveTo>
                  <a:pt x="5171297" y="284"/>
                </a:moveTo>
                <a:cubicBezTo>
                  <a:pt x="5389485" y="3908"/>
                  <a:pt x="5606422" y="42249"/>
                  <a:pt x="5813217" y="114238"/>
                </a:cubicBezTo>
                <a:lnTo>
                  <a:pt x="5907885" y="151524"/>
                </a:lnTo>
                <a:lnTo>
                  <a:pt x="5907885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1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847A2-C52F-D70E-D29D-BB50F51FC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1971" y="2739228"/>
            <a:ext cx="9161365" cy="13759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CA" sz="2400">
                <a:hlinkClick r:id="rId3"/>
              </a:rPr>
              <a:t>Talent Miner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95945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5F833-153F-DC44-D3B2-9705695C9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A29D646-C57A-E078-F7E4-BA3B98029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253343"/>
            <a:ext cx="5771364" cy="410391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Created dynamic Power BI dashboards to track resume parsing and matching performance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Displayed key KPIs such as total resumes uploaded, % matched above 80%, and incomplete profiles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Added filters for job role, experience level, upload source, and match threshold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sz="1400"/>
              <a:t>Enabled real-time insights to support recruiter decision-making and hiring strategies</a:t>
            </a:r>
          </a:p>
          <a:p>
            <a:pPr lvl="0" fontAlgn="base">
              <a:lnSpc>
                <a:spcPct val="110000"/>
              </a:lnSpc>
              <a:spcAft>
                <a:spcPts val="600"/>
              </a:spcAft>
            </a:pPr>
            <a:r>
              <a:rPr lang="en-US" sz="1400"/>
              <a:t>Offered bilingual accessibility, with the dashboard available in both English and French</a:t>
            </a:r>
            <a:endParaRPr lang="en-US" altLang="en-US" sz="1400"/>
          </a:p>
        </p:txBody>
      </p:sp>
      <p:pic>
        <p:nvPicPr>
          <p:cNvPr id="8" name="Graphic 7" descr="BI Dashboard">
            <a:extLst>
              <a:ext uri="{FF2B5EF4-FFF2-40B4-BE49-F238E27FC236}">
                <a16:creationId xmlns:a16="http://schemas.microsoft.com/office/drawing/2014/main" id="{E6542773-4AA4-373B-38C3-E9E1FD5550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  <p:sp>
        <p:nvSpPr>
          <p:cNvPr id="5" name="Isosceles Triangle 4">
            <a:hlinkClick r:id="rId5" action="ppaction://hlinksldjump"/>
            <a:extLst>
              <a:ext uri="{FF2B5EF4-FFF2-40B4-BE49-F238E27FC236}">
                <a16:creationId xmlns:a16="http://schemas.microsoft.com/office/drawing/2014/main" id="{A25128C9-80CE-18D0-11E8-A396F38DA56D}"/>
              </a:ext>
            </a:extLst>
          </p:cNvPr>
          <p:cNvSpPr/>
          <p:nvPr/>
        </p:nvSpPr>
        <p:spPr>
          <a:xfrm rot="5400000">
            <a:off x="11664043" y="6330043"/>
            <a:ext cx="560614" cy="495300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47163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8D7368D-31D9-8101-473D-CD39E706F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6401" y="3378954"/>
            <a:ext cx="6394567" cy="3479046"/>
          </a:xfrm>
          <a:custGeom>
            <a:avLst/>
            <a:gdLst/>
            <a:ahLst/>
            <a:cxnLst/>
            <a:rect l="l" t="t" r="r" b="b"/>
            <a:pathLst>
              <a:path w="6394567" h="3479046">
                <a:moveTo>
                  <a:pt x="5171297" y="284"/>
                </a:moveTo>
                <a:cubicBezTo>
                  <a:pt x="5607674" y="7531"/>
                  <a:pt x="6039042" y="153650"/>
                  <a:pt x="6394290" y="430072"/>
                </a:cubicBezTo>
                <a:lnTo>
                  <a:pt x="6394567" y="430316"/>
                </a:lnTo>
                <a:lnTo>
                  <a:pt x="6394567" y="3479046"/>
                </a:lnTo>
                <a:lnTo>
                  <a:pt x="0" y="3479046"/>
                </a:lnTo>
                <a:lnTo>
                  <a:pt x="3916974" y="405504"/>
                </a:lnTo>
                <a:lnTo>
                  <a:pt x="3959456" y="373857"/>
                </a:lnTo>
                <a:cubicBezTo>
                  <a:pt x="4291086" y="139664"/>
                  <a:pt x="4671097" y="17528"/>
                  <a:pt x="5052215" y="1756"/>
                </a:cubicBezTo>
                <a:cubicBezTo>
                  <a:pt x="5091916" y="114"/>
                  <a:pt x="5131627" y="-375"/>
                  <a:pt x="5171297" y="284"/>
                </a:cubicBezTo>
                <a:close/>
              </a:path>
            </a:pathLst>
          </a:custGeom>
          <a:gradFill>
            <a:gsLst>
              <a:gs pos="39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89EBE4E-5983-B393-1D5E-731351065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0B72C-AA12-F190-751E-23A179B5D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14" y="827756"/>
            <a:ext cx="7184572" cy="17711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Demo</a:t>
            </a:r>
            <a:br>
              <a:rPr lang="en-US" sz="3600"/>
            </a:b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4ED7F-6670-5FC5-8512-34F03BD58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447" y="3176163"/>
            <a:ext cx="6394567" cy="14078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>
                <a:hlinkClick r:id="rId2"/>
              </a:rPr>
              <a:t>Power BI</a:t>
            </a:r>
            <a:endParaRPr lang="en-US" sz="200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9826384A-E757-6E18-A59A-9EDC19216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1886" y="1306286"/>
            <a:ext cx="3940628" cy="455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5885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4086F5-5AAC-F692-73E3-87A47A652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0" y="0"/>
            <a:ext cx="12192000" cy="685800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89CD932-20B2-19CB-3856-FD73C8140070}"/>
              </a:ext>
            </a:extLst>
          </p:cNvPr>
          <p:cNvSpPr>
            <a:spLocks noGrp="1"/>
          </p:cNvSpPr>
          <p:nvPr/>
        </p:nvSpPr>
        <p:spPr>
          <a:xfrm>
            <a:off x="1066800" y="4107693"/>
            <a:ext cx="4305892" cy="18051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Multilingual Dashboard Development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351B06F-42FD-3E0A-3AA8-C51082644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21540000" flipV="1">
            <a:off x="-23526" y="-55243"/>
            <a:ext cx="6407229" cy="3479258"/>
          </a:xfrm>
          <a:custGeom>
            <a:avLst/>
            <a:gdLst>
              <a:gd name="connsiteX0" fmla="*/ 53408 w 6407229"/>
              <a:gd name="connsiteY0" fmla="*/ 3479258 h 3479258"/>
              <a:gd name="connsiteX1" fmla="*/ 6407229 w 6407229"/>
              <a:gd name="connsiteY1" fmla="*/ 3368352 h 3479258"/>
              <a:gd name="connsiteX2" fmla="*/ 2513111 w 6407229"/>
              <a:gd name="connsiteY2" fmla="*/ 401274 h 3479258"/>
              <a:gd name="connsiteX3" fmla="*/ 2468202 w 6407229"/>
              <a:gd name="connsiteY3" fmla="*/ 369022 h 3479258"/>
              <a:gd name="connsiteX4" fmla="*/ 1321050 w 6407229"/>
              <a:gd name="connsiteY4" fmla="*/ 613 h 3479258"/>
              <a:gd name="connsiteX5" fmla="*/ 1196752 w 6407229"/>
              <a:gd name="connsiteY5" fmla="*/ 1245 h 3479258"/>
              <a:gd name="connsiteX6" fmla="*/ 56027 w 6407229"/>
              <a:gd name="connsiteY6" fmla="*/ 376720 h 3479258"/>
              <a:gd name="connsiteX7" fmla="*/ 0 w 6407229"/>
              <a:gd name="connsiteY7" fmla="*/ 419528 h 3479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07229" h="3479258">
                <a:moveTo>
                  <a:pt x="53408" y="3479258"/>
                </a:moveTo>
                <a:lnTo>
                  <a:pt x="6407229" y="3368352"/>
                </a:lnTo>
                <a:lnTo>
                  <a:pt x="2513111" y="401274"/>
                </a:lnTo>
                <a:lnTo>
                  <a:pt x="2468202" y="369022"/>
                </a:lnTo>
                <a:cubicBezTo>
                  <a:pt x="2117855" y="130665"/>
                  <a:pt x="1719063" y="10130"/>
                  <a:pt x="1321050" y="613"/>
                </a:cubicBezTo>
                <a:cubicBezTo>
                  <a:pt x="1279590" y="-379"/>
                  <a:pt x="1238139" y="-165"/>
                  <a:pt x="1196752" y="1245"/>
                </a:cubicBezTo>
                <a:cubicBezTo>
                  <a:pt x="793227" y="14995"/>
                  <a:pt x="395796" y="142529"/>
                  <a:pt x="56027" y="376720"/>
                </a:cubicBezTo>
                <a:lnTo>
                  <a:pt x="0" y="419528"/>
                </a:lnTo>
                <a:close/>
              </a:path>
            </a:pathLst>
          </a:custGeom>
          <a:gradFill>
            <a:gsLst>
              <a:gs pos="32000">
                <a:schemeClr val="bg2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80320E0A-A95B-295D-18CD-528B699792B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81019862"/>
              </p:ext>
            </p:extLst>
          </p:nvPr>
        </p:nvGraphicFramePr>
        <p:xfrm>
          <a:off x="6801971" y="1389529"/>
          <a:ext cx="4953000" cy="4741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0788647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0685BB7-77B5-A444-5F58-17AB191A5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53" y="729341"/>
            <a:ext cx="7300965" cy="1257299"/>
          </a:xfrm>
        </p:spPr>
        <p:txBody>
          <a:bodyPr anchor="ctr">
            <a:noAutofit/>
          </a:bodyPr>
          <a:lstStyle/>
          <a:p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Multilingual reports in Power BI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3FFB37AA-7778-0216-E6B6-07778A65B7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51110" y="2103662"/>
            <a:ext cx="6770919" cy="430802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Translations Builder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used to manage label &amp; column translations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Azure Translator API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integrated in Translations Builder to automate translation process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Field Parameters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enabled switching between English &amp; French views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Created a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Languages table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filter pages dynamically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Maintained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separate .</a:t>
            </a:r>
            <a:r>
              <a:rPr lang="en-US" altLang="en-US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pbix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files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for English and French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Used ‘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Hide Page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’ feature to organize language-specific content during development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Published only </a:t>
            </a:r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language-relevant pages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to Power BI Service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46A3695B-E7F9-C983-ADD4-E242FF65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030" y="1730829"/>
            <a:ext cx="4180114" cy="4180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7969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F50D61-EDC5-B1FD-2226-F6290459A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1077-555B-153B-9795-02E5645AF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314" y="827756"/>
            <a:ext cx="7184572" cy="177115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8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Demo- French Version</a:t>
            </a:r>
            <a:endParaRPr lang="en-US" sz="3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649F1-7877-B0D9-534B-73D302D5B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0447" y="3176163"/>
            <a:ext cx="6394567" cy="14078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2000">
                <a:hlinkClick r:id="rId2"/>
              </a:rPr>
              <a:t>Power BI</a:t>
            </a:r>
            <a:endParaRPr lang="en-US" sz="2000"/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C54BAA56-C129-2F8D-E4D2-5EE0C76A6C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1886" y="1306286"/>
            <a:ext cx="3940628" cy="455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1365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12E65B-2E1C-1D4B-4A8C-86278DB6C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2329425-0083-BCD7-C8F1-24F1F98B7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FFCE8CD-3FA1-5CD3-0A5E-DF1AE2370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40000" flipV="1">
            <a:off x="-53996" y="-92730"/>
            <a:ext cx="10310375" cy="5585179"/>
          </a:xfrm>
          <a:custGeom>
            <a:avLst/>
            <a:gdLst>
              <a:gd name="connsiteX0" fmla="*/ 2195972 w 11953381"/>
              <a:gd name="connsiteY0" fmla="*/ 2336 h 6475203"/>
              <a:gd name="connsiteX1" fmla="*/ 6451 w 11953381"/>
              <a:gd name="connsiteY1" fmla="*/ 741155 h 6475203"/>
              <a:gd name="connsiteX2" fmla="*/ 0 w 11953381"/>
              <a:gd name="connsiteY2" fmla="*/ 746044 h 6475203"/>
              <a:gd name="connsiteX3" fmla="*/ 100003 w 11953381"/>
              <a:gd name="connsiteY3" fmla="*/ 6475203 h 6475203"/>
              <a:gd name="connsiteX4" fmla="*/ 11953381 w 11953381"/>
              <a:gd name="connsiteY4" fmla="*/ 6268302 h 6475203"/>
              <a:gd name="connsiteX5" fmla="*/ 4666255 w 11953381"/>
              <a:gd name="connsiteY5" fmla="*/ 753030 h 6475203"/>
              <a:gd name="connsiteX6" fmla="*/ 4581978 w 11953381"/>
              <a:gd name="connsiteY6" fmla="*/ 692507 h 6475203"/>
              <a:gd name="connsiteX7" fmla="*/ 2429229 w 11953381"/>
              <a:gd name="connsiteY7" fmla="*/ 1150 h 6475203"/>
              <a:gd name="connsiteX8" fmla="*/ 2195972 w 11953381"/>
              <a:gd name="connsiteY8" fmla="*/ 2336 h 64752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953381" h="6475203">
                <a:moveTo>
                  <a:pt x="2195972" y="2336"/>
                </a:moveTo>
                <a:cubicBezTo>
                  <a:pt x="1419299" y="28801"/>
                  <a:pt x="654656" y="279884"/>
                  <a:pt x="6451" y="741155"/>
                </a:cubicBezTo>
                <a:lnTo>
                  <a:pt x="0" y="746044"/>
                </a:lnTo>
                <a:lnTo>
                  <a:pt x="100003" y="6475203"/>
                </a:lnTo>
                <a:lnTo>
                  <a:pt x="11953381" y="6268302"/>
                </a:lnTo>
                <a:lnTo>
                  <a:pt x="4666255" y="753030"/>
                </a:lnTo>
                <a:lnTo>
                  <a:pt x="4581978" y="692507"/>
                </a:lnTo>
                <a:cubicBezTo>
                  <a:pt x="3924516" y="245206"/>
                  <a:pt x="3176141" y="19009"/>
                  <a:pt x="2429229" y="1150"/>
                </a:cubicBezTo>
                <a:cubicBezTo>
                  <a:pt x="2351426" y="-711"/>
                  <a:pt x="2273638" y="-310"/>
                  <a:pt x="2195972" y="2336"/>
                </a:cubicBezTo>
                <a:close/>
              </a:path>
            </a:pathLst>
          </a:custGeom>
          <a:gradFill>
            <a:gsLst>
              <a:gs pos="32000">
                <a:schemeClr val="bg2">
                  <a:alpha val="52000"/>
                </a:schemeClr>
              </a:gs>
              <a:gs pos="100000">
                <a:schemeClr val="accent1">
                  <a:lumMod val="60000"/>
                  <a:lumOff val="40000"/>
                  <a:alpha val="47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6A71E5-F4E3-D528-D03B-5B4E98141884}"/>
              </a:ext>
            </a:extLst>
          </p:cNvPr>
          <p:cNvSpPr txBox="1"/>
          <p:nvPr/>
        </p:nvSpPr>
        <p:spPr>
          <a:xfrm>
            <a:off x="1327918" y="2061769"/>
            <a:ext cx="3019575" cy="2737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>
                <a:latin typeface="+mj-lt"/>
                <a:ea typeface="+mj-ea"/>
                <a:cs typeface="+mj-cs"/>
              </a:rPr>
              <a:t>Development Roadblocks &amp; Solutions</a:t>
            </a:r>
          </a:p>
        </p:txBody>
      </p:sp>
      <p:graphicFrame>
        <p:nvGraphicFramePr>
          <p:cNvPr id="8" name="TextBox 4">
            <a:extLst>
              <a:ext uri="{FF2B5EF4-FFF2-40B4-BE49-F238E27FC236}">
                <a16:creationId xmlns:a16="http://schemas.microsoft.com/office/drawing/2014/main" id="{B842E4AD-A69F-57AF-F35E-6AC5592B78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02997471"/>
              </p:ext>
            </p:extLst>
          </p:nvPr>
        </p:nvGraphicFramePr>
        <p:xfrm>
          <a:off x="4677295" y="1389163"/>
          <a:ext cx="6109130" cy="40806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89395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D00CB3E-22D8-C88A-E699-CC9736BC9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DA00E-3AC7-A7EE-8C25-46B3D1711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98" y="1142999"/>
            <a:ext cx="5771363" cy="1257299"/>
          </a:xfrm>
        </p:spPr>
        <p:txBody>
          <a:bodyPr anchor="ctr">
            <a:normAutofit/>
          </a:bodyPr>
          <a:lstStyle/>
          <a:p>
            <a:pPr algn="ctr"/>
            <a:r>
              <a:rPr lang="en-CA" sz="400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BDE564F-B76C-8BC0-1C3B-2CE75F6B561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6798" y="2736850"/>
            <a:ext cx="5771364" cy="297815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lnSpcReduction="10000"/>
          </a:bodyPr>
          <a:lstStyle/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Built a scalable and automated solution for resume screening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workload in shortlisting candidates through skill-based matching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Delivered real-time, data-driven insights using Power BI dashboards</a:t>
            </a:r>
          </a:p>
          <a:p>
            <a:pPr marR="0" lvl="0" fontAlgn="base">
              <a:lnSpc>
                <a:spcPct val="110000"/>
              </a:lnSpc>
              <a:spcAft>
                <a:spcPts val="600"/>
              </a:spcAft>
              <a:buClrTx/>
              <a:buSzTx/>
              <a:tabLst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user-friendly UI with </a:t>
            </a:r>
            <a:r>
              <a:rPr lang="en-US" alt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resume uploads and parsing</a:t>
            </a:r>
          </a:p>
        </p:txBody>
      </p:sp>
      <p:pic>
        <p:nvPicPr>
          <p:cNvPr id="14" name="Graphic 13" descr="Social Network">
            <a:extLst>
              <a:ext uri="{FF2B5EF4-FFF2-40B4-BE49-F238E27FC236}">
                <a16:creationId xmlns:a16="http://schemas.microsoft.com/office/drawing/2014/main" id="{C0C993D1-B65F-11AA-88FB-F2F095EAF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04959" y="1856979"/>
            <a:ext cx="3144042" cy="3144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662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72AA3712-C5CA-A663-E80E-253CE0930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A24518-7CA0-5E35-890E-EBC6AEEA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142999"/>
            <a:ext cx="4173416" cy="1257299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A6F90C5-F499-AB2D-44C6-0DE9EB95CF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7" y="2736850"/>
            <a:ext cx="4173415" cy="2978152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4" name="Content Placeholder 3" descr="A blue question mark on a white background&#10;&#10;AI-generated content may be incorrect.">
            <a:extLst>
              <a:ext uri="{FF2B5EF4-FFF2-40B4-BE49-F238E27FC236}">
                <a16:creationId xmlns:a16="http://schemas.microsoft.com/office/drawing/2014/main" id="{911D3222-4F80-E57C-1CB9-12BE550C1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" y="544"/>
            <a:ext cx="12175331" cy="6853208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16029566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>
        <p15:prstTrans prst="peelOff"/>
      </p:transition>
    </mc:Choice>
    <mc:Fallback xmlns=""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SwellVTI">
  <a:themeElements>
    <a:clrScheme name="Swell">
      <a:dk1>
        <a:sysClr val="windowText" lastClr="000000"/>
      </a:dk1>
      <a:lt1>
        <a:sysClr val="window" lastClr="FFFFFF"/>
      </a:lt1>
      <a:dk2>
        <a:srgbClr val="233B47"/>
      </a:dk2>
      <a:lt2>
        <a:srgbClr val="FEEFD9"/>
      </a:lt2>
      <a:accent1>
        <a:srgbClr val="16AEA7"/>
      </a:accent1>
      <a:accent2>
        <a:srgbClr val="618F88"/>
      </a:accent2>
      <a:accent3>
        <a:srgbClr val="7A9973"/>
      </a:accent3>
      <a:accent4>
        <a:srgbClr val="8AAE8E"/>
      </a:accent4>
      <a:accent5>
        <a:srgbClr val="EB8F60"/>
      </a:accent5>
      <a:accent6>
        <a:srgbClr val="E57A6F"/>
      </a:accent6>
      <a:hlink>
        <a:srgbClr val="13968F"/>
      </a:hlink>
      <a:folHlink>
        <a:srgbClr val="E56152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ellVTI" id="{8361A04D-931A-43DC-973B-1B0B1DD5DECC}" vid="{6DDB23E8-D18E-4BDA-98D6-324466149E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206</TotalTime>
  <Words>1045</Words>
  <Application>Microsoft Office PowerPoint</Application>
  <PresentationFormat>Widescreen</PresentationFormat>
  <Paragraphs>184</Paragraphs>
  <Slides>20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Arial</vt:lpstr>
      <vt:lpstr>Arial,Sans-Serif</vt:lpstr>
      <vt:lpstr>Calibri</vt:lpstr>
      <vt:lpstr>Neue Haas Grotesk Text Pro</vt:lpstr>
      <vt:lpstr>Roboto</vt:lpstr>
      <vt:lpstr>Times New Roman</vt:lpstr>
      <vt:lpstr>SwellVTI</vt:lpstr>
      <vt:lpstr>Shiva Shiva Prajna Ganji Maruta Zalane Neetika Upadhyay(T.L)</vt:lpstr>
      <vt:lpstr>Objective</vt:lpstr>
      <vt:lpstr>Technologies &amp; Tools Used </vt:lpstr>
      <vt:lpstr>Source Data Acquisition</vt:lpstr>
      <vt:lpstr>PowerPoint Presentation</vt:lpstr>
      <vt:lpstr>PowerPoint Presentation</vt:lpstr>
      <vt:lpstr>PowerPoint Presentation</vt:lpstr>
      <vt:lpstr>Job Parsing</vt:lpstr>
      <vt:lpstr>Skill Matching</vt:lpstr>
      <vt:lpstr>PowerPoint Presentation</vt:lpstr>
      <vt:lpstr>User Interface</vt:lpstr>
      <vt:lpstr>UI Demo </vt:lpstr>
      <vt:lpstr>Power BI Dashboard</vt:lpstr>
      <vt:lpstr>Power BI Demo </vt:lpstr>
      <vt:lpstr>PowerPoint Presentation</vt:lpstr>
      <vt:lpstr>Implementing Multilingual reports in Power BI</vt:lpstr>
      <vt:lpstr>Power BI Demo- French Version</vt:lpstr>
      <vt:lpstr>PowerPoint Presentation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Prajna Ganji</dc:creator>
  <cp:lastModifiedBy>Neetika Upadhyay</cp:lastModifiedBy>
  <cp:revision>2</cp:revision>
  <dcterms:created xsi:type="dcterms:W3CDTF">2025-07-24T23:51:57Z</dcterms:created>
  <dcterms:modified xsi:type="dcterms:W3CDTF">2025-08-08T01:59:53Z</dcterms:modified>
</cp:coreProperties>
</file>